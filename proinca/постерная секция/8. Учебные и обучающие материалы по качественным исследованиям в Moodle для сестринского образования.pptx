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66" autoAdjust="0"/>
    <p:restoredTop sz="93979" autoAdjust="0"/>
  </p:normalViewPr>
  <p:slideViewPr>
    <p:cSldViewPr snapToGrid="0" snapToObjects="1" showGuides="1">
      <p:cViewPr varScale="1">
        <p:scale>
          <a:sx n="24" d="100"/>
          <a:sy n="24" d="100"/>
        </p:scale>
        <p:origin x="1926"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C32B05-62EA-407A-B21C-2310C7945705}" type="doc">
      <dgm:prSet loTypeId="urn:microsoft.com/office/officeart/2008/layout/VerticalCircle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a:xfrm>
          <a:off x="3436582" y="66860"/>
          <a:ext cx="1461987" cy="273440"/>
        </a:xfrm>
        <a:noFill/>
        <a:ln>
          <a:noFill/>
        </a:ln>
        <a:effectLst/>
      </dgm:spPr>
      <dgm:t>
        <a:bodyPr/>
        <a:lstStyle/>
        <a:p>
          <a:r>
            <a:rPr lang="en-US" sz="6600" dirty="0" smtClean="0">
              <a:solidFill>
                <a:srgbClr val="2C3E50"/>
              </a:solidFill>
              <a:latin typeface="Calibri"/>
              <a:ea typeface="+mn-ea"/>
              <a:cs typeface="+mn-cs"/>
            </a:rPr>
            <a:t>6 </a:t>
          </a:r>
          <a:r>
            <a:rPr lang="ru-RU" sz="6600" dirty="0" smtClean="0">
              <a:solidFill>
                <a:srgbClr val="2C3E50"/>
              </a:solidFill>
              <a:latin typeface="Calibri"/>
              <a:ea typeface="+mn-ea"/>
              <a:cs typeface="+mn-cs"/>
            </a:rPr>
            <a:t>Лекций</a:t>
          </a:r>
          <a:endParaRPr lang="en-US" sz="6600" dirty="0">
            <a:solidFill>
              <a:srgbClr val="2C3E50"/>
            </a:solidFill>
            <a:latin typeface="Calibri"/>
            <a:ea typeface="+mn-ea"/>
            <a:cs typeface="+mn-cs"/>
          </a:endParaRPr>
        </a:p>
      </dgm:t>
    </dgm:pt>
    <dgm:pt modelId="{51680ED1-AF6E-4B28-AE94-92B0EFB0DF7D}" type="parTrans" cxnId="{2AA9C11F-1F1D-428E-801A-47EAA766C99D}">
      <dgm:prSet/>
      <dgm:spPr/>
      <dgm:t>
        <a:bodyPr/>
        <a:lstStyle/>
        <a:p>
          <a:endParaRPr lang="en-US" sz="6600"/>
        </a:p>
      </dgm:t>
    </dgm:pt>
    <dgm:pt modelId="{478B7D3C-9FB4-4BC6-90AC-49960560DECD}" type="sibTrans" cxnId="{2AA9C11F-1F1D-428E-801A-47EAA766C99D}">
      <dgm:prSet/>
      <dgm:spPr/>
      <dgm:t>
        <a:bodyPr/>
        <a:lstStyle/>
        <a:p>
          <a:endParaRPr lang="en-US" sz="6600"/>
        </a:p>
      </dgm:t>
    </dgm:pt>
    <dgm:pt modelId="{F66099B6-DBBD-4AB0-82D2-877B80F846F7}">
      <dgm:prSet phldrT="[Text]" custT="1"/>
      <dgm:spPr>
        <a:xfrm>
          <a:off x="3436582" y="1437239"/>
          <a:ext cx="1461987" cy="273440"/>
        </a:xfrm>
        <a:noFill/>
        <a:ln>
          <a:noFill/>
        </a:ln>
        <a:effectLst/>
      </dgm:spPr>
      <dgm:t>
        <a:bodyPr/>
        <a:lstStyle/>
        <a:p>
          <a:r>
            <a:rPr lang="en-US" sz="6600" dirty="0" smtClean="0">
              <a:solidFill>
                <a:srgbClr val="2C3E50"/>
              </a:solidFill>
              <a:latin typeface="Calibri"/>
              <a:ea typeface="+mn-ea"/>
              <a:cs typeface="+mn-cs"/>
            </a:rPr>
            <a:t>6 </a:t>
          </a:r>
          <a:r>
            <a:rPr lang="ru-RU" sz="6600" dirty="0" smtClean="0">
              <a:solidFill>
                <a:srgbClr val="2C3E50"/>
              </a:solidFill>
              <a:latin typeface="Calibri"/>
              <a:ea typeface="+mn-ea"/>
              <a:cs typeface="+mn-cs"/>
            </a:rPr>
            <a:t>Индивидуаль-ных заданий</a:t>
          </a:r>
          <a:endParaRPr lang="en-US" sz="6600" dirty="0">
            <a:solidFill>
              <a:srgbClr val="2C3E50"/>
            </a:solidFill>
            <a:latin typeface="Calibri"/>
            <a:ea typeface="+mn-ea"/>
            <a:cs typeface="+mn-cs"/>
          </a:endParaRPr>
        </a:p>
      </dgm:t>
    </dgm:pt>
    <dgm:pt modelId="{B09C8BFB-F41C-4AC4-AB94-F216E3081C2D}" type="parTrans" cxnId="{B4F3EA32-CE64-4A92-9BAE-BC57E5392B05}">
      <dgm:prSet/>
      <dgm:spPr/>
      <dgm:t>
        <a:bodyPr/>
        <a:lstStyle/>
        <a:p>
          <a:endParaRPr lang="en-US" sz="6600"/>
        </a:p>
      </dgm:t>
    </dgm:pt>
    <dgm:pt modelId="{BC531B32-9B0E-482E-BF91-65C61F17168D}" type="sibTrans" cxnId="{B4F3EA32-CE64-4A92-9BAE-BC57E5392B05}">
      <dgm:prSet/>
      <dgm:spPr/>
      <dgm:t>
        <a:bodyPr/>
        <a:lstStyle/>
        <a:p>
          <a:endParaRPr lang="en-US" sz="6600"/>
        </a:p>
      </dgm:t>
    </dgm:pt>
    <dgm:pt modelId="{EE62A4F6-4AC4-435B-990E-81A71CE8CAC7}">
      <dgm:prSet phldrT="[Text]" custT="1"/>
      <dgm:spPr>
        <a:xfrm>
          <a:off x="3436582" y="2807619"/>
          <a:ext cx="1461987" cy="273440"/>
        </a:xfrm>
        <a:noFill/>
        <a:ln>
          <a:noFill/>
        </a:ln>
        <a:effectLst/>
      </dgm:spPr>
      <dgm:t>
        <a:bodyPr/>
        <a:lstStyle/>
        <a:p>
          <a:r>
            <a:rPr lang="en-US" sz="6600" dirty="0" smtClean="0">
              <a:solidFill>
                <a:srgbClr val="2C3E50"/>
              </a:solidFill>
              <a:latin typeface="Calibri"/>
              <a:ea typeface="+mn-ea"/>
              <a:cs typeface="+mn-cs"/>
            </a:rPr>
            <a:t>6</a:t>
          </a:r>
          <a:r>
            <a:rPr lang="ru-RU" sz="6600" dirty="0" smtClean="0">
              <a:solidFill>
                <a:srgbClr val="2C3E50"/>
              </a:solidFill>
              <a:latin typeface="Calibri"/>
              <a:ea typeface="+mn-ea"/>
              <a:cs typeface="+mn-cs"/>
            </a:rPr>
            <a:t> Практических упражнений</a:t>
          </a:r>
          <a:endParaRPr lang="en-US" sz="6600" dirty="0">
            <a:solidFill>
              <a:srgbClr val="2C3E50"/>
            </a:solidFill>
            <a:latin typeface="Calibri"/>
            <a:ea typeface="+mn-ea"/>
            <a:cs typeface="+mn-cs"/>
          </a:endParaRPr>
        </a:p>
      </dgm:t>
    </dgm:pt>
    <dgm:pt modelId="{F287B947-7343-4FA2-B288-B23A59FFAE31}" type="parTrans" cxnId="{3A2CECA6-0C5B-46BB-B7C6-7D37E9D210BD}">
      <dgm:prSet/>
      <dgm:spPr/>
      <dgm:t>
        <a:bodyPr/>
        <a:lstStyle/>
        <a:p>
          <a:endParaRPr lang="en-US" sz="6600"/>
        </a:p>
      </dgm:t>
    </dgm:pt>
    <dgm:pt modelId="{389F9A93-0231-4877-8C41-5D5B8DD7AAC0}" type="sibTrans" cxnId="{3A2CECA6-0C5B-46BB-B7C6-7D37E9D210BD}">
      <dgm:prSet/>
      <dgm:spPr/>
      <dgm:t>
        <a:bodyPr/>
        <a:lstStyle/>
        <a:p>
          <a:endParaRPr lang="en-US" sz="6600"/>
        </a:p>
      </dgm:t>
    </dgm:pt>
    <dgm:pt modelId="{0B25ADF0-A0E3-4A6E-B66A-0D2FF3A7EDC3}" type="pres">
      <dgm:prSet presAssocID="{B9C32B05-62EA-407A-B21C-2310C7945705}" presName="Name0" presStyleCnt="0">
        <dgm:presLayoutVars>
          <dgm:dir/>
        </dgm:presLayoutVars>
      </dgm:prSet>
      <dgm:spPr/>
      <dgm:t>
        <a:bodyPr/>
        <a:lstStyle/>
        <a:p>
          <a:endParaRPr lang="ru-RU"/>
        </a:p>
      </dgm:t>
    </dgm:pt>
    <dgm:pt modelId="{96072353-18BC-48D1-84A6-583773B290F2}" type="pres">
      <dgm:prSet presAssocID="{42D71409-67F9-455C-8C6D-716D284AAA6B}" presName="noChildren" presStyleCnt="0"/>
      <dgm:spPr/>
    </dgm:pt>
    <dgm:pt modelId="{755A9124-FC8A-4DFD-96F9-13D8F6DC98AD}" type="pres">
      <dgm:prSet presAssocID="{42D71409-67F9-455C-8C6D-716D284AAA6B}" presName="gap" presStyleCnt="0"/>
      <dgm:spPr/>
    </dgm:pt>
    <dgm:pt modelId="{20BFDC5E-BA7B-45B8-89A9-9E42D12C840F}" type="pres">
      <dgm:prSet presAssocID="{42D71409-67F9-455C-8C6D-716D284AAA6B}" presName="medCircle2" presStyleLbl="vennNode1" presStyleIdx="0" presStyleCnt="3" custScaleX="310547" custScaleY="313615" custLinFactNeighborX="-73424" custLinFactNeighborY="-279"/>
      <dgm:spPr>
        <a:blipFill rotWithShape="0">
          <a:blip xmlns:r="http://schemas.openxmlformats.org/officeDocument/2006/relationships" r:embed="rId1">
            <a:duotone>
              <a:schemeClr val="accent2">
                <a:alpha val="50000"/>
                <a:hueOff val="0"/>
                <a:satOff val="0"/>
                <a:lumOff val="0"/>
                <a:alphaOff val="0"/>
                <a:shade val="20000"/>
                <a:satMod val="200000"/>
              </a:schemeClr>
              <a:schemeClr val="accent2">
                <a:alpha val="50000"/>
                <a:hueOff val="0"/>
                <a:satOff val="0"/>
                <a:lumOff val="0"/>
                <a:alphaOff val="0"/>
                <a:tint val="12000"/>
                <a:satMod val="190000"/>
              </a:schemeClr>
            </a:duotone>
          </a:blip>
          <a:stretch>
            <a:fillRect/>
          </a:stretch>
        </a:blipFill>
      </dgm:spPr>
      <dgm:t>
        <a:bodyPr/>
        <a:lstStyle/>
        <a:p>
          <a:endParaRPr lang="ru-RU"/>
        </a:p>
      </dgm:t>
    </dgm:pt>
    <dgm:pt modelId="{EA10DE24-1649-471E-95AB-D195F1483F8C}" type="pres">
      <dgm:prSet presAssocID="{42D71409-67F9-455C-8C6D-716D284AAA6B}" presName="txLvlOnly1" presStyleLbl="revTx" presStyleIdx="0" presStyleCnt="3" custScaleX="69122" custScaleY="153811" custLinFactNeighborX="-3193" custLinFactNeighborY="92879"/>
      <dgm:spPr>
        <a:prstGeom prst="rect">
          <a:avLst/>
        </a:prstGeom>
      </dgm:spPr>
      <dgm:t>
        <a:bodyPr/>
        <a:lstStyle/>
        <a:p>
          <a:endParaRPr lang="ru-RU"/>
        </a:p>
      </dgm:t>
    </dgm:pt>
    <dgm:pt modelId="{79C36592-15F7-44A7-84F4-397E270C332C}" type="pres">
      <dgm:prSet presAssocID="{F66099B6-DBBD-4AB0-82D2-877B80F846F7}" presName="noChildren" presStyleCnt="0"/>
      <dgm:spPr/>
    </dgm:pt>
    <dgm:pt modelId="{E8429811-444F-4EFB-BEEC-1224AB3F9856}" type="pres">
      <dgm:prSet presAssocID="{F66099B6-DBBD-4AB0-82D2-877B80F846F7}" presName="gap" presStyleCnt="0"/>
      <dgm:spPr/>
    </dgm:pt>
    <dgm:pt modelId="{7467B600-33C8-4487-829C-F67264AEE0BC}" type="pres">
      <dgm:prSet presAssocID="{F66099B6-DBBD-4AB0-82D2-877B80F846F7}" presName="medCircle2" presStyleLbl="vennNode1" presStyleIdx="1" presStyleCnt="3" custScaleX="310547" custScaleY="313615" custLinFactNeighborX="-56129" custLinFactNeighborY="2833"/>
      <dgm:spPr>
        <a:blipFill rotWithShape="0">
          <a:blip xmlns:r="http://schemas.openxmlformats.org/officeDocument/2006/relationships" r:embed="rId2">
            <a:duotone>
              <a:schemeClr val="accent3">
                <a:alpha val="50000"/>
                <a:hueOff val="0"/>
                <a:satOff val="0"/>
                <a:lumOff val="0"/>
                <a:alphaOff val="0"/>
                <a:shade val="20000"/>
                <a:satMod val="200000"/>
              </a:schemeClr>
              <a:schemeClr val="accent3">
                <a:alpha val="50000"/>
                <a:hueOff val="0"/>
                <a:satOff val="0"/>
                <a:lumOff val="0"/>
                <a:alphaOff val="0"/>
                <a:tint val="12000"/>
                <a:satMod val="190000"/>
              </a:schemeClr>
            </a:duotone>
          </a:blip>
          <a:stretch>
            <a:fillRect/>
          </a:stretch>
        </a:blipFill>
      </dgm:spPr>
      <dgm:t>
        <a:bodyPr/>
        <a:lstStyle/>
        <a:p>
          <a:endParaRPr lang="ru-RU"/>
        </a:p>
      </dgm:t>
    </dgm:pt>
    <dgm:pt modelId="{EF046178-86A0-4630-94F0-2DE0A521C9E3}" type="pres">
      <dgm:prSet presAssocID="{F66099B6-DBBD-4AB0-82D2-877B80F846F7}" presName="txLvlOnly1" presStyleLbl="revTx" presStyleIdx="1" presStyleCnt="3" custScaleX="87406" custScaleY="204096" custLinFactNeighborX="12487" custLinFactNeighborY="89698"/>
      <dgm:spPr>
        <a:prstGeom prst="rect">
          <a:avLst/>
        </a:prstGeom>
      </dgm:spPr>
      <dgm:t>
        <a:bodyPr/>
        <a:lstStyle/>
        <a:p>
          <a:endParaRPr lang="ru-RU"/>
        </a:p>
      </dgm:t>
    </dgm:pt>
    <dgm:pt modelId="{79F34381-5250-4584-8A3C-CD65927A862E}" type="pres">
      <dgm:prSet presAssocID="{EE62A4F6-4AC4-435B-990E-81A71CE8CAC7}" presName="noChildren" presStyleCnt="0"/>
      <dgm:spPr/>
    </dgm:pt>
    <dgm:pt modelId="{8A6FCF91-8F41-4C94-B57C-0A1E5A15307D}" type="pres">
      <dgm:prSet presAssocID="{EE62A4F6-4AC4-435B-990E-81A71CE8CAC7}" presName="gap" presStyleCnt="0"/>
      <dgm:spPr/>
    </dgm:pt>
    <dgm:pt modelId="{B9519415-69B1-4BF2-A774-59C3E796CC71}" type="pres">
      <dgm:prSet presAssocID="{EE62A4F6-4AC4-435B-990E-81A71CE8CAC7}" presName="medCircle2" presStyleLbl="vennNode1" presStyleIdx="2" presStyleCnt="3" custScaleX="310547" custScaleY="313615" custLinFactNeighborX="-44447" custLinFactNeighborY="6094"/>
      <dgm:spPr>
        <a:blipFill rotWithShape="0">
          <a:blip xmlns:r="http://schemas.openxmlformats.org/officeDocument/2006/relationships" r:embed="rId3">
            <a:duotone>
              <a:schemeClr val="accent4">
                <a:alpha val="50000"/>
                <a:hueOff val="0"/>
                <a:satOff val="0"/>
                <a:lumOff val="0"/>
                <a:alphaOff val="0"/>
                <a:shade val="20000"/>
                <a:satMod val="200000"/>
              </a:schemeClr>
              <a:schemeClr val="accent4">
                <a:alpha val="50000"/>
                <a:hueOff val="0"/>
                <a:satOff val="0"/>
                <a:lumOff val="0"/>
                <a:alphaOff val="0"/>
                <a:tint val="12000"/>
                <a:satMod val="190000"/>
              </a:schemeClr>
            </a:duotone>
          </a:blip>
          <a:stretch>
            <a:fillRect/>
          </a:stretch>
        </a:blipFill>
      </dgm:spPr>
      <dgm:t>
        <a:bodyPr/>
        <a:lstStyle/>
        <a:p>
          <a:endParaRPr lang="ru-RU"/>
        </a:p>
      </dgm:t>
    </dgm:pt>
    <dgm:pt modelId="{6D538A5C-7B3A-4D13-9F31-6B160B0E4FB9}" type="pres">
      <dgm:prSet presAssocID="{EE62A4F6-4AC4-435B-990E-81A71CE8CAC7}" presName="txLvlOnly1" presStyleLbl="revTx" presStyleIdx="2" presStyleCnt="3" custScaleX="85045" custScaleY="143859" custLinFactNeighborX="12057" custLinFactNeighborY="50378"/>
      <dgm:spPr>
        <a:prstGeom prst="rect">
          <a:avLst/>
        </a:prstGeom>
      </dgm:spPr>
      <dgm:t>
        <a:bodyPr/>
        <a:lstStyle/>
        <a:p>
          <a:endParaRPr lang="ru-RU"/>
        </a:p>
      </dgm:t>
    </dgm:pt>
  </dgm:ptLst>
  <dgm:cxnLst>
    <dgm:cxn modelId="{4CE8A4BB-ED8C-4A55-8C3E-147CD4301A41}" type="presOf" srcId="{EE62A4F6-4AC4-435B-990E-81A71CE8CAC7}" destId="{6D538A5C-7B3A-4D13-9F31-6B160B0E4FB9}" srcOrd="0" destOrd="0" presId="urn:microsoft.com/office/officeart/2008/layout/VerticalCircleList"/>
    <dgm:cxn modelId="{3A2CECA6-0C5B-46BB-B7C6-7D37E9D210BD}" srcId="{B9C32B05-62EA-407A-B21C-2310C7945705}" destId="{EE62A4F6-4AC4-435B-990E-81A71CE8CAC7}" srcOrd="2" destOrd="0" parTransId="{F287B947-7343-4FA2-B288-B23A59FFAE31}" sibTransId="{389F9A93-0231-4877-8C41-5D5B8DD7AAC0}"/>
    <dgm:cxn modelId="{FBE8DA15-D919-4FC2-BD76-BDEF83F19994}" type="presOf" srcId="{F66099B6-DBBD-4AB0-82D2-877B80F846F7}" destId="{EF046178-86A0-4630-94F0-2DE0A521C9E3}" srcOrd="0" destOrd="0" presId="urn:microsoft.com/office/officeart/2008/layout/VerticalCircleList"/>
    <dgm:cxn modelId="{B4F3EA32-CE64-4A92-9BAE-BC57E5392B05}" srcId="{B9C32B05-62EA-407A-B21C-2310C7945705}" destId="{F66099B6-DBBD-4AB0-82D2-877B80F846F7}" srcOrd="1" destOrd="0" parTransId="{B09C8BFB-F41C-4AC4-AB94-F216E3081C2D}" sibTransId="{BC531B32-9B0E-482E-BF91-65C61F17168D}"/>
    <dgm:cxn modelId="{2AA9C11F-1F1D-428E-801A-47EAA766C99D}" srcId="{B9C32B05-62EA-407A-B21C-2310C7945705}" destId="{42D71409-67F9-455C-8C6D-716D284AAA6B}" srcOrd="0" destOrd="0" parTransId="{51680ED1-AF6E-4B28-AE94-92B0EFB0DF7D}" sibTransId="{478B7D3C-9FB4-4BC6-90AC-49960560DECD}"/>
    <dgm:cxn modelId="{68022E2B-FDFC-45A4-9B27-E1ED42F79660}" type="presOf" srcId="{42D71409-67F9-455C-8C6D-716D284AAA6B}" destId="{EA10DE24-1649-471E-95AB-D195F1483F8C}" srcOrd="0" destOrd="0" presId="urn:microsoft.com/office/officeart/2008/layout/VerticalCircleList"/>
    <dgm:cxn modelId="{8E468E36-699A-4C24-B0A2-3F16542CE1C8}" type="presOf" srcId="{B9C32B05-62EA-407A-B21C-2310C7945705}" destId="{0B25ADF0-A0E3-4A6E-B66A-0D2FF3A7EDC3}" srcOrd="0" destOrd="0" presId="urn:microsoft.com/office/officeart/2008/layout/VerticalCircleList"/>
    <dgm:cxn modelId="{94113E98-17B2-40C4-8389-0B0403E914B9}" type="presParOf" srcId="{0B25ADF0-A0E3-4A6E-B66A-0D2FF3A7EDC3}" destId="{96072353-18BC-48D1-84A6-583773B290F2}" srcOrd="0" destOrd="0" presId="urn:microsoft.com/office/officeart/2008/layout/VerticalCircleList"/>
    <dgm:cxn modelId="{D513AAA7-38E7-4E5C-8AD1-A6F1872F6257}" type="presParOf" srcId="{96072353-18BC-48D1-84A6-583773B290F2}" destId="{755A9124-FC8A-4DFD-96F9-13D8F6DC98AD}" srcOrd="0" destOrd="0" presId="urn:microsoft.com/office/officeart/2008/layout/VerticalCircleList"/>
    <dgm:cxn modelId="{79E9E66D-E2A1-454C-8FEC-71095B2F192F}" type="presParOf" srcId="{96072353-18BC-48D1-84A6-583773B290F2}" destId="{20BFDC5E-BA7B-45B8-89A9-9E42D12C840F}" srcOrd="1" destOrd="0" presId="urn:microsoft.com/office/officeart/2008/layout/VerticalCircleList"/>
    <dgm:cxn modelId="{BC2216E8-0325-4A42-B441-8B1D20D0A287}" type="presParOf" srcId="{96072353-18BC-48D1-84A6-583773B290F2}" destId="{EA10DE24-1649-471E-95AB-D195F1483F8C}" srcOrd="2" destOrd="0" presId="urn:microsoft.com/office/officeart/2008/layout/VerticalCircleList"/>
    <dgm:cxn modelId="{41FD9E97-393E-4D77-9E2D-C0E4DBA292EA}" type="presParOf" srcId="{0B25ADF0-A0E3-4A6E-B66A-0D2FF3A7EDC3}" destId="{79C36592-15F7-44A7-84F4-397E270C332C}" srcOrd="1" destOrd="0" presId="urn:microsoft.com/office/officeart/2008/layout/VerticalCircleList"/>
    <dgm:cxn modelId="{F2D1031E-11F0-4DBA-BD46-406B89B39F52}" type="presParOf" srcId="{79C36592-15F7-44A7-84F4-397E270C332C}" destId="{E8429811-444F-4EFB-BEEC-1224AB3F9856}" srcOrd="0" destOrd="0" presId="urn:microsoft.com/office/officeart/2008/layout/VerticalCircleList"/>
    <dgm:cxn modelId="{0F9E856A-4DEB-4F8A-823B-CB98B2DCB1C1}" type="presParOf" srcId="{79C36592-15F7-44A7-84F4-397E270C332C}" destId="{7467B600-33C8-4487-829C-F67264AEE0BC}" srcOrd="1" destOrd="0" presId="urn:microsoft.com/office/officeart/2008/layout/VerticalCircleList"/>
    <dgm:cxn modelId="{11C0A808-1B72-4E57-994A-D49905532AD2}" type="presParOf" srcId="{79C36592-15F7-44A7-84F4-397E270C332C}" destId="{EF046178-86A0-4630-94F0-2DE0A521C9E3}" srcOrd="2" destOrd="0" presId="urn:microsoft.com/office/officeart/2008/layout/VerticalCircleList"/>
    <dgm:cxn modelId="{640BB8FE-1D4E-4201-848C-268CD9BCB1B7}" type="presParOf" srcId="{0B25ADF0-A0E3-4A6E-B66A-0D2FF3A7EDC3}" destId="{79F34381-5250-4584-8A3C-CD65927A862E}" srcOrd="2" destOrd="0" presId="urn:microsoft.com/office/officeart/2008/layout/VerticalCircleList"/>
    <dgm:cxn modelId="{99F33076-B344-40BB-86A8-36A9253EE4C6}" type="presParOf" srcId="{79F34381-5250-4584-8A3C-CD65927A862E}" destId="{8A6FCF91-8F41-4C94-B57C-0A1E5A15307D}" srcOrd="0" destOrd="0" presId="urn:microsoft.com/office/officeart/2008/layout/VerticalCircleList"/>
    <dgm:cxn modelId="{44ABCBB2-E7C3-4316-A8E4-92CE31FE7EDC}" type="presParOf" srcId="{79F34381-5250-4584-8A3C-CD65927A862E}" destId="{B9519415-69B1-4BF2-A774-59C3E796CC71}" srcOrd="1" destOrd="0" presId="urn:microsoft.com/office/officeart/2008/layout/VerticalCircleList"/>
    <dgm:cxn modelId="{0914F8A2-4451-4740-9004-E5F24671BFFB}" type="presParOf" srcId="{79F34381-5250-4584-8A3C-CD65927A862E}" destId="{6D538A5C-7B3A-4D13-9F31-6B160B0E4FB9}" srcOrd="2" destOrd="0" presId="urn:microsoft.com/office/officeart/2008/layout/VerticalCircleList"/>
  </dgm:cxnLst>
  <dgm:bg>
    <a:noFill/>
  </dgm:bg>
  <dgm:whole/>
  <dgm:extLst>
    <a:ext uri="http://schemas.microsoft.com/office/drawing/2008/diagram">
      <dsp:dataModelExt xmlns:dsp="http://schemas.microsoft.com/office/drawing/2008/diagram" relId="rId13"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BFDC5E-BA7B-45B8-89A9-9E42D12C840F}">
      <dsp:nvSpPr>
        <dsp:cNvPr id="0" name=""/>
        <dsp:cNvSpPr/>
      </dsp:nvSpPr>
      <dsp:spPr>
        <a:xfrm>
          <a:off x="174614" y="2"/>
          <a:ext cx="4465514" cy="4509631"/>
        </a:xfrm>
        <a:prstGeom prst="ellipse">
          <a:avLst/>
        </a:prstGeom>
        <a:blipFill rotWithShape="0">
          <a:blip xmlns:r="http://schemas.openxmlformats.org/officeDocument/2006/relationships" r:embed="rId1">
            <a:duotone>
              <a:schemeClr val="accent2">
                <a:alpha val="50000"/>
                <a:hueOff val="0"/>
                <a:satOff val="0"/>
                <a:lumOff val="0"/>
                <a:alphaOff val="0"/>
                <a:shade val="20000"/>
                <a:satMod val="200000"/>
              </a:schemeClr>
              <a:schemeClr val="accent2">
                <a:alpha val="50000"/>
                <a:hueOff val="0"/>
                <a:satOff val="0"/>
                <a:lumOff val="0"/>
                <a:alphaOff val="0"/>
                <a:tint val="12000"/>
                <a:satMod val="190000"/>
              </a:schemeClr>
            </a:duotone>
          </a:blip>
          <a:stretch>
            <a:fillRect/>
          </a:stretch>
        </a:blipFill>
        <a:ln>
          <a:noFill/>
        </a:ln>
        <a:effectLst/>
      </dsp:spPr>
      <dsp:style>
        <a:lnRef idx="0">
          <a:scrgbClr r="0" g="0" b="0"/>
        </a:lnRef>
        <a:fillRef idx="3">
          <a:scrgbClr r="0" g="0" b="0"/>
        </a:fillRef>
        <a:effectRef idx="0">
          <a:scrgbClr r="0" g="0" b="0"/>
        </a:effectRef>
        <a:fontRef idx="minor">
          <a:schemeClr val="tx1"/>
        </a:fontRef>
      </dsp:style>
    </dsp:sp>
    <dsp:sp modelId="{EA10DE24-1649-471E-95AB-D195F1483F8C}">
      <dsp:nvSpPr>
        <dsp:cNvPr id="0" name=""/>
        <dsp:cNvSpPr/>
      </dsp:nvSpPr>
      <dsp:spPr>
        <a:xfrm>
          <a:off x="4402685" y="2488521"/>
          <a:ext cx="5303037" cy="221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83820" numCol="1" spcCol="1270" anchor="ctr" anchorCtr="0">
          <a:noAutofit/>
        </a:bodyPr>
        <a:lstStyle/>
        <a:p>
          <a:pPr lvl="0" algn="l" defTabSz="2933700">
            <a:lnSpc>
              <a:spcPct val="90000"/>
            </a:lnSpc>
            <a:spcBef>
              <a:spcPct val="0"/>
            </a:spcBef>
            <a:spcAft>
              <a:spcPct val="35000"/>
            </a:spcAft>
          </a:pPr>
          <a:r>
            <a:rPr lang="en-US" sz="6600" kern="1200" dirty="0" smtClean="0">
              <a:solidFill>
                <a:srgbClr val="2C3E50"/>
              </a:solidFill>
              <a:latin typeface="Calibri"/>
              <a:ea typeface="+mn-ea"/>
              <a:cs typeface="+mn-cs"/>
            </a:rPr>
            <a:t>6 </a:t>
          </a:r>
          <a:r>
            <a:rPr lang="ru-RU" sz="6600" kern="1200" dirty="0" smtClean="0">
              <a:solidFill>
                <a:srgbClr val="2C3E50"/>
              </a:solidFill>
              <a:latin typeface="Calibri"/>
              <a:ea typeface="+mn-ea"/>
              <a:cs typeface="+mn-cs"/>
            </a:rPr>
            <a:t>Лекций</a:t>
          </a:r>
          <a:endParaRPr lang="en-US" sz="6600" kern="1200" dirty="0">
            <a:solidFill>
              <a:srgbClr val="2C3E50"/>
            </a:solidFill>
            <a:latin typeface="Calibri"/>
            <a:ea typeface="+mn-ea"/>
            <a:cs typeface="+mn-cs"/>
          </a:endParaRPr>
        </a:p>
      </dsp:txBody>
      <dsp:txXfrm>
        <a:off x="4402685" y="2488521"/>
        <a:ext cx="5303037" cy="2211727"/>
      </dsp:txXfrm>
    </dsp:sp>
    <dsp:sp modelId="{7467B600-33C8-4487-829C-F67264AEE0BC}">
      <dsp:nvSpPr>
        <dsp:cNvPr id="0" name=""/>
        <dsp:cNvSpPr/>
      </dsp:nvSpPr>
      <dsp:spPr>
        <a:xfrm>
          <a:off x="72621" y="4554383"/>
          <a:ext cx="4465514" cy="4509631"/>
        </a:xfrm>
        <a:prstGeom prst="ellipse">
          <a:avLst/>
        </a:prstGeom>
        <a:blipFill rotWithShape="0">
          <a:blip xmlns:r="http://schemas.openxmlformats.org/officeDocument/2006/relationships" r:embed="rId2">
            <a:duotone>
              <a:schemeClr val="accent3">
                <a:alpha val="50000"/>
                <a:hueOff val="0"/>
                <a:satOff val="0"/>
                <a:lumOff val="0"/>
                <a:alphaOff val="0"/>
                <a:shade val="20000"/>
                <a:satMod val="200000"/>
              </a:schemeClr>
              <a:schemeClr val="accent3">
                <a:alpha val="50000"/>
                <a:hueOff val="0"/>
                <a:satOff val="0"/>
                <a:lumOff val="0"/>
                <a:alphaOff val="0"/>
                <a:tint val="12000"/>
                <a:satMod val="190000"/>
              </a:schemeClr>
            </a:duotone>
          </a:blip>
          <a:stretch>
            <a:fillRect/>
          </a:stretch>
        </a:blipFill>
        <a:ln>
          <a:noFill/>
        </a:ln>
        <a:effectLst/>
      </dsp:spPr>
      <dsp:style>
        <a:lnRef idx="0">
          <a:scrgbClr r="0" g="0" b="0"/>
        </a:lnRef>
        <a:fillRef idx="3">
          <a:scrgbClr r="0" g="0" b="0"/>
        </a:fillRef>
        <a:effectRef idx="0">
          <a:scrgbClr r="0" g="0" b="0"/>
        </a:effectRef>
        <a:fontRef idx="minor">
          <a:schemeClr val="tx1"/>
        </a:fontRef>
      </dsp:style>
    </dsp:sp>
    <dsp:sp modelId="{EF046178-86A0-4630-94F0-2DE0A521C9E3}">
      <dsp:nvSpPr>
        <dsp:cNvPr id="0" name=""/>
        <dsp:cNvSpPr/>
      </dsp:nvSpPr>
      <dsp:spPr>
        <a:xfrm>
          <a:off x="4475320" y="6590874"/>
          <a:ext cx="6705785" cy="2934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83820" numCol="1" spcCol="1270" anchor="ctr" anchorCtr="0">
          <a:noAutofit/>
        </a:bodyPr>
        <a:lstStyle/>
        <a:p>
          <a:pPr lvl="0" algn="l" defTabSz="2933700">
            <a:lnSpc>
              <a:spcPct val="90000"/>
            </a:lnSpc>
            <a:spcBef>
              <a:spcPct val="0"/>
            </a:spcBef>
            <a:spcAft>
              <a:spcPct val="35000"/>
            </a:spcAft>
          </a:pPr>
          <a:r>
            <a:rPr lang="en-US" sz="6600" kern="1200" dirty="0" smtClean="0">
              <a:solidFill>
                <a:srgbClr val="2C3E50"/>
              </a:solidFill>
              <a:latin typeface="Calibri"/>
              <a:ea typeface="+mn-ea"/>
              <a:cs typeface="+mn-cs"/>
            </a:rPr>
            <a:t>6 </a:t>
          </a:r>
          <a:r>
            <a:rPr lang="ru-RU" sz="6600" kern="1200" dirty="0" smtClean="0">
              <a:solidFill>
                <a:srgbClr val="2C3E50"/>
              </a:solidFill>
              <a:latin typeface="Calibri"/>
              <a:ea typeface="+mn-ea"/>
              <a:cs typeface="+mn-cs"/>
            </a:rPr>
            <a:t>Индивидуаль-ных заданий</a:t>
          </a:r>
          <a:endParaRPr lang="en-US" sz="6600" kern="1200" dirty="0">
            <a:solidFill>
              <a:srgbClr val="2C3E50"/>
            </a:solidFill>
            <a:latin typeface="Calibri"/>
            <a:ea typeface="+mn-ea"/>
            <a:cs typeface="+mn-cs"/>
          </a:endParaRPr>
        </a:p>
      </dsp:txBody>
      <dsp:txXfrm>
        <a:off x="4475320" y="6590874"/>
        <a:ext cx="6705785" cy="2934801"/>
      </dsp:txXfrm>
    </dsp:sp>
    <dsp:sp modelId="{B9519415-69B1-4BF2-A774-59C3E796CC71}">
      <dsp:nvSpPr>
        <dsp:cNvPr id="0" name=""/>
        <dsp:cNvSpPr/>
      </dsp:nvSpPr>
      <dsp:spPr>
        <a:xfrm>
          <a:off x="285886" y="9027291"/>
          <a:ext cx="4465514" cy="4509631"/>
        </a:xfrm>
        <a:prstGeom prst="ellipse">
          <a:avLst/>
        </a:prstGeom>
        <a:blipFill rotWithShape="0">
          <a:blip xmlns:r="http://schemas.openxmlformats.org/officeDocument/2006/relationships" r:embed="rId3">
            <a:duotone>
              <a:schemeClr val="accent4">
                <a:alpha val="50000"/>
                <a:hueOff val="0"/>
                <a:satOff val="0"/>
                <a:lumOff val="0"/>
                <a:alphaOff val="0"/>
                <a:shade val="20000"/>
                <a:satMod val="200000"/>
              </a:schemeClr>
              <a:schemeClr val="accent4">
                <a:alpha val="50000"/>
                <a:hueOff val="0"/>
                <a:satOff val="0"/>
                <a:lumOff val="0"/>
                <a:alphaOff val="0"/>
                <a:tint val="12000"/>
                <a:satMod val="190000"/>
              </a:schemeClr>
            </a:duotone>
          </a:blip>
          <a:stretch>
            <a:fillRect/>
          </a:stretch>
        </a:blipFill>
        <a:ln>
          <a:noFill/>
        </a:ln>
        <a:effectLst/>
      </dsp:spPr>
      <dsp:style>
        <a:lnRef idx="0">
          <a:scrgbClr r="0" g="0" b="0"/>
        </a:lnRef>
        <a:fillRef idx="3">
          <a:scrgbClr r="0" g="0" b="0"/>
        </a:fillRef>
        <a:effectRef idx="0">
          <a:scrgbClr r="0" g="0" b="0"/>
        </a:effectRef>
        <a:fontRef idx="minor">
          <a:schemeClr val="tx1"/>
        </a:fontRef>
      </dsp:style>
    </dsp:sp>
    <dsp:sp modelId="{6D538A5C-7B3A-4D13-9F31-6B160B0E4FB9}">
      <dsp:nvSpPr>
        <dsp:cNvPr id="0" name=""/>
        <dsp:cNvSpPr/>
      </dsp:nvSpPr>
      <dsp:spPr>
        <a:xfrm>
          <a:off x="4656456" y="10968192"/>
          <a:ext cx="6524649" cy="2068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83820" numCol="1" spcCol="1270" anchor="ctr" anchorCtr="0">
          <a:noAutofit/>
        </a:bodyPr>
        <a:lstStyle/>
        <a:p>
          <a:pPr lvl="0" algn="l" defTabSz="2933700">
            <a:lnSpc>
              <a:spcPct val="90000"/>
            </a:lnSpc>
            <a:spcBef>
              <a:spcPct val="0"/>
            </a:spcBef>
            <a:spcAft>
              <a:spcPct val="35000"/>
            </a:spcAft>
          </a:pPr>
          <a:r>
            <a:rPr lang="en-US" sz="6600" kern="1200" dirty="0" smtClean="0">
              <a:solidFill>
                <a:srgbClr val="2C3E50"/>
              </a:solidFill>
              <a:latin typeface="Calibri"/>
              <a:ea typeface="+mn-ea"/>
              <a:cs typeface="+mn-cs"/>
            </a:rPr>
            <a:t>6</a:t>
          </a:r>
          <a:r>
            <a:rPr lang="ru-RU" sz="6600" kern="1200" dirty="0" smtClean="0">
              <a:solidFill>
                <a:srgbClr val="2C3E50"/>
              </a:solidFill>
              <a:latin typeface="Calibri"/>
              <a:ea typeface="+mn-ea"/>
              <a:cs typeface="+mn-cs"/>
            </a:rPr>
            <a:t> Практических упражнений</a:t>
          </a:r>
          <a:endParaRPr lang="en-US" sz="6600" kern="1200" dirty="0">
            <a:solidFill>
              <a:srgbClr val="2C3E50"/>
            </a:solidFill>
            <a:latin typeface="Calibri"/>
            <a:ea typeface="+mn-ea"/>
            <a:cs typeface="+mn-cs"/>
          </a:endParaRPr>
        </a:p>
      </dsp:txBody>
      <dsp:txXfrm>
        <a:off x="4656456" y="10968192"/>
        <a:ext cx="6524649" cy="2068622"/>
      </dsp:txXfrm>
    </dsp:sp>
  </dsp:spTree>
</dsp:drawing>
</file>

<file path=ppt/diagrams/layout1.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12/15/2020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12/15/2020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buFont typeface="Arial" panose="020B0604020202020204" pitchFamily="34" charset="0"/>
              <a:buNone/>
            </a:pPr>
            <a:r>
              <a:rPr lang="en-US" b="1" dirty="0"/>
              <a:t>Read me:</a:t>
            </a:r>
          </a:p>
          <a:p>
            <a:pPr marL="0" indent="0">
              <a:buFont typeface="Arial" panose="020B0604020202020204" pitchFamily="34" charset="0"/>
              <a:buNone/>
            </a:pPr>
            <a:endParaRPr lang="en-US" b="1" dirty="0"/>
          </a:p>
          <a:p>
            <a:pPr marL="0" indent="0">
              <a:buFont typeface="Arial" panose="020B0604020202020204" pitchFamily="34" charset="0"/>
              <a:buNone/>
            </a:pPr>
            <a:r>
              <a:rPr lang="en-US" dirty="0"/>
              <a:t>*Adopt this template accordingly. </a:t>
            </a:r>
          </a:p>
          <a:p>
            <a:pPr marL="857250" indent="-857250">
              <a:buFont typeface="Arial" panose="020B0604020202020204" pitchFamily="34" charset="0"/>
              <a:buChar char="•"/>
            </a:pPr>
            <a:endParaRPr lang="en-US" dirty="0"/>
          </a:p>
          <a:p>
            <a:r>
              <a:rPr lang="en-US" dirty="0"/>
              <a:t>* The headings many be change depending on the type of your study. Please maintain the Font type and Font size as this would affect its appearance on Zoom.  ( </a:t>
            </a:r>
            <a:r>
              <a:rPr lang="en-US" b="1" dirty="0"/>
              <a:t>Title</a:t>
            </a:r>
            <a:r>
              <a:rPr lang="en-US" dirty="0"/>
              <a:t>, Calibri, bold, 80; </a:t>
            </a:r>
            <a:r>
              <a:rPr lang="en-US" b="1" dirty="0"/>
              <a:t>Author</a:t>
            </a:r>
            <a:r>
              <a:rPr lang="en-US" dirty="0"/>
              <a:t>, Calibri, 66; </a:t>
            </a:r>
            <a:r>
              <a:rPr lang="en-US" b="1" dirty="0"/>
              <a:t>Affiliation</a:t>
            </a:r>
            <a:r>
              <a:rPr lang="en-US" dirty="0"/>
              <a:t>, Calibri, 44; </a:t>
            </a:r>
            <a:r>
              <a:rPr lang="en-US" b="1" dirty="0"/>
              <a:t>Subheading</a:t>
            </a:r>
            <a:r>
              <a:rPr lang="en-US" dirty="0"/>
              <a:t>, Calibri, capitalized all, bold, underline, 60; </a:t>
            </a:r>
            <a:r>
              <a:rPr lang="en-US" b="1" dirty="0"/>
              <a:t>Text</a:t>
            </a:r>
            <a:r>
              <a:rPr lang="en-US" dirty="0"/>
              <a:t>, Calibri body, 54; </a:t>
            </a:r>
            <a:r>
              <a:rPr lang="en-US" b="1" dirty="0"/>
              <a:t>Contacts</a:t>
            </a:r>
            <a:r>
              <a:rPr lang="en-US" dirty="0"/>
              <a:t>, Calibri, underline, 40, text is Calibri, 40)		</a:t>
            </a:r>
          </a:p>
          <a:p>
            <a:r>
              <a:rPr lang="en-US" dirty="0"/>
              <a:t>*It is recommended that during the presentation be your </a:t>
            </a:r>
            <a:r>
              <a:rPr lang="en-US" b="1" dirty="0"/>
              <a:t>poster and </a:t>
            </a:r>
            <a:r>
              <a:rPr lang="en-US" dirty="0"/>
              <a:t> </a:t>
            </a:r>
            <a:r>
              <a:rPr lang="en-US" b="1" dirty="0"/>
              <a:t>Zoom</a:t>
            </a:r>
            <a:r>
              <a:rPr lang="en-US" dirty="0"/>
              <a:t> on </a:t>
            </a:r>
            <a:r>
              <a:rPr lang="en-US" b="1" dirty="0"/>
              <a:t>FULL SCREEN. </a:t>
            </a:r>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0.svg"/><Relationship Id="rId13" Type="http://schemas.microsoft.com/office/2007/relationships/diagramDrawing" Target="../diagrams/drawing1.xml"/><Relationship Id="rId3" Type="http://schemas.openxmlformats.org/officeDocument/2006/relationships/image" Target="../media/image1.jpg"/><Relationship Id="rId12" Type="http://schemas.openxmlformats.org/officeDocument/2006/relationships/diagramColors" Target="../diagrams/colors1.xml"/><Relationship Id="rId2" Type="http://schemas.openxmlformats.org/officeDocument/2006/relationships/notesSlide" Target="../notesSlides/notesSlide1.xml"/><Relationship Id="rId16" Type="http://schemas.openxmlformats.org/officeDocument/2006/relationships/hyperlink" Target="https://course.nursekz.com/" TargetMode="External"/><Relationship Id="rId1" Type="http://schemas.openxmlformats.org/officeDocument/2006/relationships/slideLayout" Target="../slideLayouts/slideLayout1.xml"/><Relationship Id="rId11" Type="http://schemas.openxmlformats.org/officeDocument/2006/relationships/diagramQuickStyle" Target="../diagrams/quickStyle1.xml"/><Relationship Id="rId5" Type="http://schemas.openxmlformats.org/officeDocument/2006/relationships/image" Target="../media/image3.png"/><Relationship Id="rId15" Type="http://schemas.openxmlformats.org/officeDocument/2006/relationships/hyperlink" Target="https://nursekz.com/" TargetMode="External"/><Relationship Id="rId10" Type="http://schemas.openxmlformats.org/officeDocument/2006/relationships/diagramLayout" Target="../diagrams/layout1.xml"/><Relationship Id="rId4" Type="http://schemas.openxmlformats.org/officeDocument/2006/relationships/image" Target="../media/image2.jpg"/><Relationship Id="rId9" Type="http://schemas.openxmlformats.org/officeDocument/2006/relationships/diagramData" Target="../diagrams/data1.xml"/><Relationship Id="rId14" Type="http://schemas.openxmlformats.org/officeDocument/2006/relationships/hyperlink" Target="http://proinca-nursing.k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10969013" y="3166516"/>
            <a:ext cx="21850991" cy="802884"/>
          </a:xfrm>
        </p:spPr>
        <p:txBody>
          <a:bodyPr>
            <a:normAutofit fontScale="85000" lnSpcReduction="10000"/>
          </a:bodyPr>
          <a:lstStyle/>
          <a:p>
            <a:r>
              <a:rPr lang="ru-RU" sz="4000" dirty="0" smtClean="0"/>
              <a:t>Университет прикладных наук </a:t>
            </a:r>
            <a:r>
              <a:rPr lang="en-US" sz="4000" dirty="0" smtClean="0"/>
              <a:t>JAMK, </a:t>
            </a:r>
            <a:r>
              <a:rPr lang="ru-RU" sz="4000" dirty="0" smtClean="0"/>
              <a:t>Университет прикладных наук </a:t>
            </a:r>
            <a:r>
              <a:rPr lang="en-US" sz="4000" dirty="0" err="1" smtClean="0"/>
              <a:t>Hanze</a:t>
            </a:r>
            <a:r>
              <a:rPr lang="en-US" sz="4000" dirty="0" smtClean="0"/>
              <a:t>, </a:t>
            </a:r>
            <a:r>
              <a:rPr lang="ru-RU" sz="4000" dirty="0" smtClean="0"/>
              <a:t>Медицинский университет Караганды</a:t>
            </a:r>
            <a:endParaRPr lang="en-US" sz="4000"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11460664" y="2174671"/>
            <a:ext cx="21359340" cy="794171"/>
          </a:xfrm>
        </p:spPr>
        <p:txBody>
          <a:bodyPr>
            <a:noAutofit/>
          </a:bodyPr>
          <a:lstStyle/>
          <a:p>
            <a:r>
              <a:rPr lang="ru-RU" sz="4800" dirty="0"/>
              <a:t>Ханна </a:t>
            </a:r>
            <a:r>
              <a:rPr lang="ru-RU" sz="4800" dirty="0" err="1"/>
              <a:t>Хопиа</a:t>
            </a:r>
            <a:r>
              <a:rPr lang="ru-RU" sz="4800" dirty="0"/>
              <a:t>, Бетти </a:t>
            </a:r>
            <a:r>
              <a:rPr lang="ru-RU" sz="4800" dirty="0" err="1"/>
              <a:t>Остерхофф</a:t>
            </a:r>
            <a:r>
              <a:rPr lang="ru-RU" sz="4800" dirty="0"/>
              <a:t>, Жулдыз </a:t>
            </a:r>
            <a:r>
              <a:rPr lang="ru-RU" sz="4800" dirty="0" err="1"/>
              <a:t>Куаныш</a:t>
            </a:r>
            <a:r>
              <a:rPr lang="ru-RU" sz="4800" dirty="0"/>
              <a:t>, Инеш </a:t>
            </a:r>
            <a:r>
              <a:rPr lang="ru-RU" sz="4800" dirty="0" smtClean="0"/>
              <a:t>Меерманова</a:t>
            </a:r>
            <a:endParaRPr lang="en-US" sz="48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10969013" y="221044"/>
            <a:ext cx="21926127" cy="1519118"/>
          </a:xfrm>
        </p:spPr>
        <p:txBody>
          <a:bodyPr>
            <a:noAutofit/>
          </a:bodyPr>
          <a:lstStyle/>
          <a:p>
            <a:r>
              <a:rPr lang="ru-RU" sz="6600" dirty="0"/>
              <a:t>Учебные и обучающие материалы по качественным исследованиям в </a:t>
            </a:r>
            <a:r>
              <a:rPr lang="ru-RU" sz="6600" dirty="0" err="1"/>
              <a:t>Moodle</a:t>
            </a:r>
            <a:r>
              <a:rPr lang="ru-RU" sz="6600" dirty="0"/>
              <a:t> для сестринского образования</a:t>
            </a:r>
          </a:p>
        </p:txBody>
      </p:sp>
      <p:pic>
        <p:nvPicPr>
          <p:cNvPr id="14" name="Рисунок 13"/>
          <p:cNvPicPr>
            <a:picLocks noChangeAspect="1"/>
          </p:cNvPicPr>
          <p:nvPr/>
        </p:nvPicPr>
        <p:blipFill rotWithShape="1">
          <a:blip r:embed="rId3">
            <a:extLst>
              <a:ext uri="{28A0092B-C50C-407E-A947-70E740481C1C}">
                <a14:useLocalDpi xmlns:a14="http://schemas.microsoft.com/office/drawing/2010/main" val="0"/>
              </a:ext>
            </a:extLst>
          </a:blip>
          <a:srcRect t="30008" b="31398"/>
          <a:stretch/>
        </p:blipFill>
        <p:spPr>
          <a:xfrm>
            <a:off x="33848978" y="395434"/>
            <a:ext cx="9319260" cy="3596640"/>
          </a:xfrm>
          <a:prstGeom prst="rect">
            <a:avLst/>
          </a:prstGeom>
        </p:spPr>
      </p:pic>
      <p:pic>
        <p:nvPicPr>
          <p:cNvPr id="19" name="Рисунок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836" y="501570"/>
            <a:ext cx="9613853" cy="3557960"/>
          </a:xfrm>
          <a:prstGeom prst="rect">
            <a:avLst/>
          </a:prstGeom>
        </p:spPr>
      </p:pic>
      <p:sp>
        <p:nvSpPr>
          <p:cNvPr id="82" name="AutoShape 4" descr="eLIBRARY.RU - НАУЧНАЯ ЭЛЕКТРОННАЯ БИБЛИОТЕКА"/>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3" name="AutoShape 6" descr="eLIBRARY.RU - НАУЧНАЯ ЭЛЕКТРОННАЯ БИБЛИОТЕКА"/>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cxnSp>
        <p:nvCxnSpPr>
          <p:cNvPr id="298" name="Straight Connector 41">
            <a:extLst>
              <a:ext uri="{FF2B5EF4-FFF2-40B4-BE49-F238E27FC236}">
                <a16:creationId xmlns:a16="http://schemas.microsoft.com/office/drawing/2014/main" xmlns="" id="{15B1DB1A-A91E-4F62-B11A-F1D8D031194A}"/>
              </a:ext>
            </a:extLst>
          </p:cNvPr>
          <p:cNvCxnSpPr>
            <a:stCxn id="303" idx="3"/>
            <a:endCxn id="300" idx="0"/>
          </p:cNvCxnSpPr>
          <p:nvPr/>
        </p:nvCxnSpPr>
        <p:spPr>
          <a:xfrm>
            <a:off x="25799329" y="24119874"/>
            <a:ext cx="2663176" cy="1856568"/>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299" name="Straight Connector 45">
            <a:extLst>
              <a:ext uri="{FF2B5EF4-FFF2-40B4-BE49-F238E27FC236}">
                <a16:creationId xmlns:a16="http://schemas.microsoft.com/office/drawing/2014/main" xmlns="" id="{F04EA2DB-6D15-42AD-BFC5-2B1A13954020}"/>
              </a:ext>
            </a:extLst>
          </p:cNvPr>
          <p:cNvCxnSpPr/>
          <p:nvPr/>
        </p:nvCxnSpPr>
        <p:spPr>
          <a:xfrm>
            <a:off x="17835829" y="27049953"/>
            <a:ext cx="1236804" cy="947972"/>
          </a:xfrm>
          <a:prstGeom prst="line">
            <a:avLst/>
          </a:prstGeom>
          <a:noFill/>
          <a:ln w="38100" cap="flat" cmpd="sng" algn="ctr">
            <a:solidFill>
              <a:srgbClr val="95A5A6"/>
            </a:solidFill>
            <a:prstDash val="sysDash"/>
          </a:ln>
          <a:effectLst/>
        </p:spPr>
      </p:cxnSp>
      <p:sp>
        <p:nvSpPr>
          <p:cNvPr id="300" name="Oval 5">
            <a:extLst>
              <a:ext uri="{FF2B5EF4-FFF2-40B4-BE49-F238E27FC236}">
                <a16:creationId xmlns:a16="http://schemas.microsoft.com/office/drawing/2014/main" xmlns="" id="{D7575220-7EAC-4E0F-82E2-4C494901DD3B}"/>
              </a:ext>
            </a:extLst>
          </p:cNvPr>
          <p:cNvSpPr>
            <a:spLocks noChangeArrowheads="1"/>
          </p:cNvSpPr>
          <p:nvPr/>
        </p:nvSpPr>
        <p:spPr bwMode="auto">
          <a:xfrm>
            <a:off x="25625053" y="25976442"/>
            <a:ext cx="5674904" cy="3729136"/>
          </a:xfrm>
          <a:prstGeom prst="ellipse">
            <a:avLst/>
          </a:prstGeom>
          <a:solidFill>
            <a:srgbClr val="9BBB59"/>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smtClean="0">
              <a:ln>
                <a:noFill/>
              </a:ln>
              <a:solidFill>
                <a:srgbClr val="95A5A6"/>
              </a:solidFill>
              <a:effectLst/>
              <a:uLnTx/>
              <a:uFillTx/>
            </a:endParaRPr>
          </a:p>
        </p:txBody>
      </p:sp>
      <p:sp>
        <p:nvSpPr>
          <p:cNvPr id="301" name="Oval 8">
            <a:extLst>
              <a:ext uri="{FF2B5EF4-FFF2-40B4-BE49-F238E27FC236}">
                <a16:creationId xmlns:a16="http://schemas.microsoft.com/office/drawing/2014/main" xmlns="" id="{0EFF13C7-8E83-4BF7-8500-920F7F5A01F6}"/>
              </a:ext>
            </a:extLst>
          </p:cNvPr>
          <p:cNvSpPr>
            <a:spLocks noChangeArrowheads="1"/>
          </p:cNvSpPr>
          <p:nvPr/>
        </p:nvSpPr>
        <p:spPr bwMode="auto">
          <a:xfrm>
            <a:off x="20293485" y="28122728"/>
            <a:ext cx="5030912" cy="3435122"/>
          </a:xfrm>
          <a:prstGeom prst="ellipse">
            <a:avLst/>
          </a:prstGeom>
          <a:solidFill>
            <a:srgbClr val="16A085"/>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smtClean="0">
              <a:ln>
                <a:noFill/>
              </a:ln>
              <a:solidFill>
                <a:srgbClr val="95A5A6"/>
              </a:solidFill>
              <a:effectLst/>
              <a:uLnTx/>
              <a:uFillTx/>
            </a:endParaRPr>
          </a:p>
        </p:txBody>
      </p:sp>
      <p:sp>
        <p:nvSpPr>
          <p:cNvPr id="302" name="Oval 11">
            <a:extLst>
              <a:ext uri="{FF2B5EF4-FFF2-40B4-BE49-F238E27FC236}">
                <a16:creationId xmlns:a16="http://schemas.microsoft.com/office/drawing/2014/main" xmlns="" id="{73BB1C9B-C0C3-42C2-8547-A5E1D00E70C8}"/>
              </a:ext>
            </a:extLst>
          </p:cNvPr>
          <p:cNvSpPr>
            <a:spLocks noChangeArrowheads="1"/>
          </p:cNvSpPr>
          <p:nvPr/>
        </p:nvSpPr>
        <p:spPr bwMode="auto">
          <a:xfrm>
            <a:off x="14766026" y="26315120"/>
            <a:ext cx="5242637" cy="3615217"/>
          </a:xfrm>
          <a:prstGeom prst="ellipse">
            <a:avLst/>
          </a:prstGeom>
          <a:solidFill>
            <a:srgbClr val="2980B9"/>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smtClean="0">
              <a:ln>
                <a:noFill/>
              </a:ln>
              <a:solidFill>
                <a:srgbClr val="95A5A6"/>
              </a:solidFill>
              <a:effectLst/>
              <a:uLnTx/>
              <a:uFillTx/>
            </a:endParaRPr>
          </a:p>
        </p:txBody>
      </p:sp>
      <p:sp>
        <p:nvSpPr>
          <p:cNvPr id="303" name="Freeform: Shape 51">
            <a:extLst>
              <a:ext uri="{FF2B5EF4-FFF2-40B4-BE49-F238E27FC236}">
                <a16:creationId xmlns:a16="http://schemas.microsoft.com/office/drawing/2014/main" xmlns="" id="{85E020B0-DABE-4ADD-8295-ADD51D962F6E}"/>
              </a:ext>
            </a:extLst>
          </p:cNvPr>
          <p:cNvSpPr>
            <a:spLocks noChangeArrowheads="1"/>
          </p:cNvSpPr>
          <p:nvPr/>
        </p:nvSpPr>
        <p:spPr bwMode="auto">
          <a:xfrm rot="10800000">
            <a:off x="19811443" y="22482558"/>
            <a:ext cx="5987886" cy="4567395"/>
          </a:xfrm>
          <a:custGeom>
            <a:avLst/>
            <a:gdLst>
              <a:gd name="connsiteX0" fmla="*/ 2829886 w 3093776"/>
              <a:gd name="connsiteY0" fmla="*/ 2397997 h 2397997"/>
              <a:gd name="connsiteX1" fmla="*/ 263889 w 3093776"/>
              <a:gd name="connsiteY1" fmla="*/ 2397997 h 2397997"/>
              <a:gd name="connsiteX2" fmla="*/ 186701 w 3093776"/>
              <a:gd name="connsiteY2" fmla="*/ 2271641 h 2397997"/>
              <a:gd name="connsiteX3" fmla="*/ 0 w 3093776"/>
              <a:gd name="connsiteY3" fmla="*/ 1538365 h 2397997"/>
              <a:gd name="connsiteX4" fmla="*/ 1546888 w 3093776"/>
              <a:gd name="connsiteY4" fmla="*/ 0 h 2397997"/>
              <a:gd name="connsiteX5" fmla="*/ 3093776 w 3093776"/>
              <a:gd name="connsiteY5" fmla="*/ 1538365 h 2397997"/>
              <a:gd name="connsiteX6" fmla="*/ 2907075 w 3093776"/>
              <a:gd name="connsiteY6" fmla="*/ 2271641 h 239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3776" h="2397997">
                <a:moveTo>
                  <a:pt x="2829886" y="2397997"/>
                </a:moveTo>
                <a:lnTo>
                  <a:pt x="263889" y="2397997"/>
                </a:lnTo>
                <a:lnTo>
                  <a:pt x="186701" y="2271641"/>
                </a:lnTo>
                <a:cubicBezTo>
                  <a:pt x="67633" y="2053665"/>
                  <a:pt x="0" y="1803870"/>
                  <a:pt x="0" y="1538365"/>
                </a:cubicBezTo>
                <a:cubicBezTo>
                  <a:pt x="0" y="688749"/>
                  <a:pt x="692565" y="0"/>
                  <a:pt x="1546888" y="0"/>
                </a:cubicBezTo>
                <a:cubicBezTo>
                  <a:pt x="2401211" y="0"/>
                  <a:pt x="3093776" y="688749"/>
                  <a:pt x="3093776" y="1538365"/>
                </a:cubicBezTo>
                <a:cubicBezTo>
                  <a:pt x="3093776" y="1803870"/>
                  <a:pt x="3026142" y="2053665"/>
                  <a:pt x="2907075" y="2271641"/>
                </a:cubicBezTo>
                <a:close/>
              </a:path>
            </a:pathLst>
          </a:custGeom>
          <a:solidFill>
            <a:srgbClr val="2C3E50"/>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smtClean="0">
              <a:ln>
                <a:noFill/>
              </a:ln>
              <a:solidFill>
                <a:srgbClr val="95A5A6"/>
              </a:solidFill>
              <a:effectLst/>
              <a:uLnTx/>
              <a:uFillTx/>
            </a:endParaRPr>
          </a:p>
        </p:txBody>
      </p:sp>
      <p:pic>
        <p:nvPicPr>
          <p:cNvPr id="304" name="Graphic 3" descr="Users">
            <a:extLst>
              <a:ext uri="{FF2B5EF4-FFF2-40B4-BE49-F238E27FC236}">
                <a16:creationId xmlns:a16="http://schemas.microsoft.com/office/drawing/2014/main" xmlns="" id="{B06B3DBD-CB18-4035-81D6-2767A6E2AB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21322165" y="22372162"/>
            <a:ext cx="3178288" cy="3178288"/>
          </a:xfrm>
          <a:prstGeom prst="rect">
            <a:avLst/>
          </a:prstGeom>
        </p:spPr>
      </p:pic>
      <p:sp>
        <p:nvSpPr>
          <p:cNvPr id="305" name="TextBox 304">
            <a:extLst>
              <a:ext uri="{FF2B5EF4-FFF2-40B4-BE49-F238E27FC236}">
                <a16:creationId xmlns:a16="http://schemas.microsoft.com/office/drawing/2014/main" xmlns="" id="{8D56C49F-45E0-4971-A6D4-89CAD9DE938E}"/>
              </a:ext>
            </a:extLst>
          </p:cNvPr>
          <p:cNvSpPr txBox="1"/>
          <p:nvPr/>
        </p:nvSpPr>
        <p:spPr>
          <a:xfrm>
            <a:off x="14920415" y="27581865"/>
            <a:ext cx="4891027" cy="1754326"/>
          </a:xfrm>
          <a:prstGeom prst="rect">
            <a:avLst/>
          </a:prstGeom>
          <a:noFill/>
        </p:spPr>
        <p:txBody>
          <a:bodyPr wrap="square" rtlCol="0" anchor="ctr">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ru-RU" sz="54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rPr>
              <a:t>Преподаватели МУ</a:t>
            </a:r>
            <a:endParaRPr kumimoji="0" lang="en-US" sz="48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endParaRPr>
          </a:p>
        </p:txBody>
      </p:sp>
      <p:sp>
        <p:nvSpPr>
          <p:cNvPr id="306" name="TextBox 305">
            <a:extLst>
              <a:ext uri="{FF2B5EF4-FFF2-40B4-BE49-F238E27FC236}">
                <a16:creationId xmlns:a16="http://schemas.microsoft.com/office/drawing/2014/main" xmlns="" id="{C3AD8EE5-37BB-4BC1-B17B-74FDB0445A22}"/>
              </a:ext>
            </a:extLst>
          </p:cNvPr>
          <p:cNvSpPr txBox="1"/>
          <p:nvPr/>
        </p:nvSpPr>
        <p:spPr>
          <a:xfrm>
            <a:off x="25681039" y="26369943"/>
            <a:ext cx="5399435" cy="3046988"/>
          </a:xfrm>
          <a:prstGeom prst="rect">
            <a:avLst/>
          </a:prstGeom>
          <a:noFill/>
        </p:spPr>
        <p:txBody>
          <a:bodyPr wrap="square" rtlCol="0" anchor="ctr">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lang="ru-RU" sz="4800" kern="0" dirty="0" smtClean="0">
                <a:solidFill>
                  <a:prstClr val="white"/>
                </a:solidFill>
                <a:latin typeface="Calibri" panose="020F0502020204030204" pitchFamily="34" charset="0"/>
                <a:cs typeface="Calibri" panose="020F0502020204030204" pitchFamily="34" charset="0"/>
              </a:rPr>
              <a:t>Преподаватели высших медицинских колледжей</a:t>
            </a:r>
            <a:endParaRPr kumimoji="0" lang="en-US" sz="48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endParaRPr>
          </a:p>
        </p:txBody>
      </p:sp>
      <p:sp>
        <p:nvSpPr>
          <p:cNvPr id="307" name="TextBox 306">
            <a:extLst>
              <a:ext uri="{FF2B5EF4-FFF2-40B4-BE49-F238E27FC236}">
                <a16:creationId xmlns:a16="http://schemas.microsoft.com/office/drawing/2014/main" xmlns="" id="{E9831A01-4B16-4738-8309-D8761E9937D1}"/>
              </a:ext>
            </a:extLst>
          </p:cNvPr>
          <p:cNvSpPr txBox="1"/>
          <p:nvPr/>
        </p:nvSpPr>
        <p:spPr>
          <a:xfrm>
            <a:off x="20152613" y="29131772"/>
            <a:ext cx="5263379" cy="1446550"/>
          </a:xfrm>
          <a:prstGeom prst="rect">
            <a:avLst/>
          </a:prstGeom>
          <a:noFill/>
        </p:spPr>
        <p:txBody>
          <a:bodyPr wrap="square" rtlCol="0" anchor="ctr">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lang="kk-KZ" sz="4400" kern="0" noProof="0" dirty="0" smtClean="0">
                <a:solidFill>
                  <a:prstClr val="white"/>
                </a:solidFill>
                <a:latin typeface="Calibri" panose="020F0502020204030204" pitchFamily="34" charset="0"/>
                <a:cs typeface="Calibri" panose="020F0502020204030204" pitchFamily="34" charset="0"/>
              </a:rPr>
              <a:t>Медицинские сестры </a:t>
            </a:r>
            <a:endParaRPr kumimoji="0" lang="en-US" sz="44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endParaRPr>
          </a:p>
        </p:txBody>
      </p:sp>
      <p:sp>
        <p:nvSpPr>
          <p:cNvPr id="308" name="TextBox 307">
            <a:extLst>
              <a:ext uri="{FF2B5EF4-FFF2-40B4-BE49-F238E27FC236}">
                <a16:creationId xmlns:a16="http://schemas.microsoft.com/office/drawing/2014/main" xmlns="" id="{8C048997-0A3B-4BAB-B3CD-841920A7BAD4}"/>
              </a:ext>
            </a:extLst>
          </p:cNvPr>
          <p:cNvSpPr txBox="1"/>
          <p:nvPr/>
        </p:nvSpPr>
        <p:spPr>
          <a:xfrm>
            <a:off x="20430644" y="25207001"/>
            <a:ext cx="4428627" cy="769441"/>
          </a:xfrm>
          <a:prstGeom prst="rect">
            <a:avLst/>
          </a:prstGeom>
          <a:noFill/>
        </p:spPr>
        <p:txBody>
          <a:bodyPr wrap="square" rtlCol="0" anchor="ctr">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ru-RU" sz="4400" b="1" i="0" u="none" strike="noStrike" kern="0" cap="all"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rPr>
              <a:t>РАЗРАБОТЧИКИ</a:t>
            </a:r>
            <a:endParaRPr kumimoji="0" lang="en-US" sz="4400" b="1" i="0" u="none" strike="noStrike" kern="0" cap="all"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endParaRPr>
          </a:p>
        </p:txBody>
      </p:sp>
      <p:cxnSp>
        <p:nvCxnSpPr>
          <p:cNvPr id="322" name="Straight Connector 39">
            <a:extLst>
              <a:ext uri="{FF2B5EF4-FFF2-40B4-BE49-F238E27FC236}">
                <a16:creationId xmlns:a16="http://schemas.microsoft.com/office/drawing/2014/main" xmlns="" id="{407D6C43-CCBF-4A43-B5F3-1FB19F960BFF}"/>
              </a:ext>
            </a:extLst>
          </p:cNvPr>
          <p:cNvCxnSpPr>
            <a:stCxn id="303" idx="5"/>
            <a:endCxn id="302" idx="0"/>
          </p:cNvCxnSpPr>
          <p:nvPr/>
        </p:nvCxnSpPr>
        <p:spPr>
          <a:xfrm flipH="1">
            <a:off x="17387345" y="24119874"/>
            <a:ext cx="2424098" cy="2195246"/>
          </a:xfrm>
          <a:prstGeom prst="line">
            <a:avLst/>
          </a:prstGeom>
          <a:ln/>
        </p:spPr>
        <p:style>
          <a:lnRef idx="3">
            <a:schemeClr val="accent3"/>
          </a:lnRef>
          <a:fillRef idx="0">
            <a:schemeClr val="accent3"/>
          </a:fillRef>
          <a:effectRef idx="2">
            <a:schemeClr val="accent3"/>
          </a:effectRef>
          <a:fontRef idx="minor">
            <a:schemeClr val="tx1"/>
          </a:fontRef>
        </p:style>
      </p:cxnSp>
      <p:sp>
        <p:nvSpPr>
          <p:cNvPr id="279" name="AutoShape 2" descr="blob:https://web.whatsapp.com/87730ca4-d6a7-4603-9f20-c7b339edd34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43" name="Diagram 2"/>
          <p:cNvGraphicFramePr/>
          <p:nvPr>
            <p:extLst>
              <p:ext uri="{D42A27DB-BD31-4B8C-83A1-F6EECF244321}">
                <p14:modId xmlns:p14="http://schemas.microsoft.com/office/powerpoint/2010/main" val="2288623014"/>
              </p:ext>
            </p:extLst>
          </p:nvPr>
        </p:nvGraphicFramePr>
        <p:xfrm>
          <a:off x="31987132" y="6924629"/>
          <a:ext cx="11181106" cy="1353692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44"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31334733" y="4442693"/>
            <a:ext cx="10058400" cy="2031317"/>
          </a:xfrm>
        </p:spPr>
        <p:txBody>
          <a:bodyPr/>
          <a:lstStyle/>
          <a:p>
            <a:r>
              <a:rPr lang="ru-RU" sz="6000" dirty="0" smtClean="0"/>
              <a:t>РЕЗУЛЬТАТ – РАЗРАБОТАННЫЕ УЧЕБНЫЕ МАТЕРИАЛЫ</a:t>
            </a:r>
            <a:endParaRPr lang="en-US" sz="6000" dirty="0"/>
          </a:p>
        </p:txBody>
      </p:sp>
      <p:cxnSp>
        <p:nvCxnSpPr>
          <p:cNvPr id="77" name="Straight Connector 41">
            <a:extLst>
              <a:ext uri="{FF2B5EF4-FFF2-40B4-BE49-F238E27FC236}">
                <a16:creationId xmlns:a16="http://schemas.microsoft.com/office/drawing/2014/main" xmlns="" id="{15B1DB1A-A91E-4F62-B11A-F1D8D031194A}"/>
              </a:ext>
            </a:extLst>
          </p:cNvPr>
          <p:cNvCxnSpPr>
            <a:stCxn id="303" idx="4"/>
            <a:endCxn id="301" idx="0"/>
          </p:cNvCxnSpPr>
          <p:nvPr/>
        </p:nvCxnSpPr>
        <p:spPr>
          <a:xfrm>
            <a:off x="22805386" y="27049953"/>
            <a:ext cx="3555" cy="1072775"/>
          </a:xfrm>
          <a:prstGeom prst="line">
            <a:avLst/>
          </a:prstGeom>
          <a:ln/>
        </p:spPr>
        <p:style>
          <a:lnRef idx="3">
            <a:schemeClr val="accent3"/>
          </a:lnRef>
          <a:fillRef idx="0">
            <a:schemeClr val="accent3"/>
          </a:fillRef>
          <a:effectRef idx="2">
            <a:schemeClr val="accent3"/>
          </a:effectRef>
          <a:fontRef idx="minor">
            <a:schemeClr val="tx1"/>
          </a:fontRef>
        </p:style>
      </p:cxnSp>
      <p:sp>
        <p:nvSpPr>
          <p:cNvPr id="105" name="Freeform 6"/>
          <p:cNvSpPr>
            <a:spLocks/>
          </p:cNvSpPr>
          <p:nvPr/>
        </p:nvSpPr>
        <p:spPr bwMode="auto">
          <a:xfrm>
            <a:off x="19019247" y="9485843"/>
            <a:ext cx="6627471" cy="6385150"/>
          </a:xfrm>
          <a:custGeom>
            <a:avLst/>
            <a:gdLst/>
            <a:ahLst/>
            <a:cxnLst>
              <a:cxn ang="0">
                <a:pos x="421" y="329"/>
              </a:cxn>
              <a:cxn ang="0">
                <a:pos x="406" y="331"/>
              </a:cxn>
              <a:cxn ang="0">
                <a:pos x="444" y="251"/>
              </a:cxn>
              <a:cxn ang="0">
                <a:pos x="407" y="173"/>
              </a:cxn>
              <a:cxn ang="0">
                <a:pos x="422" y="175"/>
              </a:cxn>
              <a:cxn ang="0">
                <a:pos x="445" y="125"/>
              </a:cxn>
              <a:cxn ang="0">
                <a:pos x="390" y="123"/>
              </a:cxn>
              <a:cxn ang="0">
                <a:pos x="378" y="136"/>
              </a:cxn>
              <a:cxn ang="0">
                <a:pos x="253" y="64"/>
              </a:cxn>
              <a:cxn ang="0">
                <a:pos x="252" y="58"/>
              </a:cxn>
              <a:cxn ang="0">
                <a:pos x="270" y="28"/>
              </a:cxn>
              <a:cxn ang="0">
                <a:pos x="187" y="28"/>
              </a:cxn>
              <a:cxn ang="0">
                <a:pos x="201" y="48"/>
              </a:cxn>
              <a:cxn ang="0">
                <a:pos x="205" y="64"/>
              </a:cxn>
              <a:cxn ang="0">
                <a:pos x="121" y="64"/>
              </a:cxn>
              <a:cxn ang="0">
                <a:pos x="73" y="134"/>
              </a:cxn>
              <a:cxn ang="0">
                <a:pos x="56" y="103"/>
              </a:cxn>
              <a:cxn ang="0">
                <a:pos x="14" y="175"/>
              </a:cxn>
              <a:cxn ang="0">
                <a:pos x="39" y="174"/>
              </a:cxn>
              <a:cxn ang="0">
                <a:pos x="55" y="179"/>
              </a:cxn>
              <a:cxn ang="0">
                <a:pos x="56" y="325"/>
              </a:cxn>
              <a:cxn ang="0">
                <a:pos x="40" y="330"/>
              </a:cxn>
              <a:cxn ang="0">
                <a:pos x="16" y="329"/>
              </a:cxn>
              <a:cxn ang="0">
                <a:pos x="57" y="401"/>
              </a:cxn>
              <a:cxn ang="0">
                <a:pos x="74" y="370"/>
              </a:cxn>
              <a:cxn ang="0">
                <a:pos x="121" y="437"/>
              </a:cxn>
              <a:cxn ang="0">
                <a:pos x="205" y="438"/>
              </a:cxn>
              <a:cxn ang="0">
                <a:pos x="201" y="453"/>
              </a:cxn>
              <a:cxn ang="0">
                <a:pos x="187" y="474"/>
              </a:cxn>
              <a:cxn ang="0">
                <a:pos x="270" y="474"/>
              </a:cxn>
              <a:cxn ang="0">
                <a:pos x="252" y="444"/>
              </a:cxn>
              <a:cxn ang="0">
                <a:pos x="253" y="437"/>
              </a:cxn>
              <a:cxn ang="0">
                <a:pos x="376" y="368"/>
              </a:cxn>
              <a:cxn ang="0">
                <a:pos x="389" y="381"/>
              </a:cxn>
              <a:cxn ang="0">
                <a:pos x="444" y="379"/>
              </a:cxn>
            </a:cxnLst>
            <a:rect l="0" t="0" r="r" b="b"/>
            <a:pathLst>
              <a:path w="457" h="502">
                <a:moveTo>
                  <a:pt x="441" y="329"/>
                </a:moveTo>
                <a:cubicBezTo>
                  <a:pt x="435" y="326"/>
                  <a:pt x="428" y="326"/>
                  <a:pt x="421" y="329"/>
                </a:cubicBezTo>
                <a:cubicBezTo>
                  <a:pt x="419" y="329"/>
                  <a:pt x="418" y="330"/>
                  <a:pt x="417" y="331"/>
                </a:cubicBezTo>
                <a:cubicBezTo>
                  <a:pt x="414" y="332"/>
                  <a:pt x="409" y="333"/>
                  <a:pt x="406" y="331"/>
                </a:cubicBezTo>
                <a:cubicBezTo>
                  <a:pt x="403" y="329"/>
                  <a:pt x="402" y="328"/>
                  <a:pt x="401" y="326"/>
                </a:cubicBezTo>
                <a:cubicBezTo>
                  <a:pt x="444" y="251"/>
                  <a:pt x="444" y="251"/>
                  <a:pt x="444" y="251"/>
                </a:cubicBezTo>
                <a:cubicBezTo>
                  <a:pt x="402" y="178"/>
                  <a:pt x="402" y="178"/>
                  <a:pt x="402" y="178"/>
                </a:cubicBezTo>
                <a:cubicBezTo>
                  <a:pt x="403" y="176"/>
                  <a:pt x="405" y="175"/>
                  <a:pt x="407" y="173"/>
                </a:cubicBezTo>
                <a:cubicBezTo>
                  <a:pt x="410" y="172"/>
                  <a:pt x="414" y="172"/>
                  <a:pt x="418" y="174"/>
                </a:cubicBezTo>
                <a:cubicBezTo>
                  <a:pt x="419" y="174"/>
                  <a:pt x="420" y="175"/>
                  <a:pt x="422" y="175"/>
                </a:cubicBezTo>
                <a:cubicBezTo>
                  <a:pt x="429" y="178"/>
                  <a:pt x="436" y="179"/>
                  <a:pt x="442" y="175"/>
                </a:cubicBezTo>
                <a:cubicBezTo>
                  <a:pt x="455" y="167"/>
                  <a:pt x="457" y="145"/>
                  <a:pt x="445" y="125"/>
                </a:cubicBezTo>
                <a:cubicBezTo>
                  <a:pt x="434" y="105"/>
                  <a:pt x="414" y="95"/>
                  <a:pt x="401" y="103"/>
                </a:cubicBezTo>
                <a:cubicBezTo>
                  <a:pt x="393" y="107"/>
                  <a:pt x="390" y="120"/>
                  <a:pt x="390" y="123"/>
                </a:cubicBezTo>
                <a:cubicBezTo>
                  <a:pt x="389" y="127"/>
                  <a:pt x="387" y="133"/>
                  <a:pt x="384" y="134"/>
                </a:cubicBezTo>
                <a:cubicBezTo>
                  <a:pt x="382" y="135"/>
                  <a:pt x="380" y="136"/>
                  <a:pt x="378" y="136"/>
                </a:cubicBezTo>
                <a:cubicBezTo>
                  <a:pt x="337" y="64"/>
                  <a:pt x="337" y="64"/>
                  <a:pt x="337" y="64"/>
                </a:cubicBezTo>
                <a:cubicBezTo>
                  <a:pt x="253" y="64"/>
                  <a:pt x="253" y="64"/>
                  <a:pt x="253" y="64"/>
                </a:cubicBezTo>
                <a:cubicBezTo>
                  <a:pt x="253" y="64"/>
                  <a:pt x="253" y="64"/>
                  <a:pt x="253" y="64"/>
                </a:cubicBezTo>
                <a:cubicBezTo>
                  <a:pt x="252" y="62"/>
                  <a:pt x="252" y="61"/>
                  <a:pt x="252" y="58"/>
                </a:cubicBezTo>
                <a:cubicBezTo>
                  <a:pt x="252" y="55"/>
                  <a:pt x="255" y="50"/>
                  <a:pt x="258" y="48"/>
                </a:cubicBezTo>
                <a:cubicBezTo>
                  <a:pt x="261" y="46"/>
                  <a:pt x="270" y="36"/>
                  <a:pt x="270" y="28"/>
                </a:cubicBezTo>
                <a:cubicBezTo>
                  <a:pt x="270" y="13"/>
                  <a:pt x="252" y="0"/>
                  <a:pt x="229" y="0"/>
                </a:cubicBezTo>
                <a:cubicBezTo>
                  <a:pt x="206" y="0"/>
                  <a:pt x="187" y="13"/>
                  <a:pt x="187" y="28"/>
                </a:cubicBezTo>
                <a:cubicBezTo>
                  <a:pt x="187" y="35"/>
                  <a:pt x="191" y="41"/>
                  <a:pt x="197" y="46"/>
                </a:cubicBezTo>
                <a:cubicBezTo>
                  <a:pt x="198" y="47"/>
                  <a:pt x="199" y="48"/>
                  <a:pt x="201" y="48"/>
                </a:cubicBezTo>
                <a:cubicBezTo>
                  <a:pt x="203" y="51"/>
                  <a:pt x="206" y="55"/>
                  <a:pt x="206" y="58"/>
                </a:cubicBezTo>
                <a:cubicBezTo>
                  <a:pt x="206" y="61"/>
                  <a:pt x="206" y="63"/>
                  <a:pt x="205" y="64"/>
                </a:cubicBezTo>
                <a:cubicBezTo>
                  <a:pt x="205" y="64"/>
                  <a:pt x="205" y="64"/>
                  <a:pt x="205" y="64"/>
                </a:cubicBezTo>
                <a:cubicBezTo>
                  <a:pt x="121" y="64"/>
                  <a:pt x="121" y="64"/>
                  <a:pt x="121" y="64"/>
                </a:cubicBezTo>
                <a:cubicBezTo>
                  <a:pt x="80" y="136"/>
                  <a:pt x="80" y="136"/>
                  <a:pt x="80" y="136"/>
                </a:cubicBezTo>
                <a:cubicBezTo>
                  <a:pt x="77" y="136"/>
                  <a:pt x="75" y="136"/>
                  <a:pt x="73" y="134"/>
                </a:cubicBezTo>
                <a:cubicBezTo>
                  <a:pt x="70" y="133"/>
                  <a:pt x="67" y="127"/>
                  <a:pt x="67" y="123"/>
                </a:cubicBezTo>
                <a:cubicBezTo>
                  <a:pt x="66" y="120"/>
                  <a:pt x="63" y="107"/>
                  <a:pt x="56" y="103"/>
                </a:cubicBezTo>
                <a:cubicBezTo>
                  <a:pt x="43" y="95"/>
                  <a:pt x="23" y="105"/>
                  <a:pt x="11" y="125"/>
                </a:cubicBezTo>
                <a:cubicBezTo>
                  <a:pt x="0" y="145"/>
                  <a:pt x="1" y="167"/>
                  <a:pt x="14" y="175"/>
                </a:cubicBezTo>
                <a:cubicBezTo>
                  <a:pt x="20" y="179"/>
                  <a:pt x="28" y="178"/>
                  <a:pt x="35" y="175"/>
                </a:cubicBezTo>
                <a:cubicBezTo>
                  <a:pt x="36" y="175"/>
                  <a:pt x="37" y="174"/>
                  <a:pt x="39" y="174"/>
                </a:cubicBezTo>
                <a:cubicBezTo>
                  <a:pt x="42" y="172"/>
                  <a:pt x="47" y="172"/>
                  <a:pt x="50" y="173"/>
                </a:cubicBezTo>
                <a:cubicBezTo>
                  <a:pt x="53" y="175"/>
                  <a:pt x="54" y="177"/>
                  <a:pt x="55" y="179"/>
                </a:cubicBezTo>
                <a:cubicBezTo>
                  <a:pt x="14" y="251"/>
                  <a:pt x="14" y="251"/>
                  <a:pt x="14" y="251"/>
                </a:cubicBezTo>
                <a:cubicBezTo>
                  <a:pt x="56" y="325"/>
                  <a:pt x="56" y="325"/>
                  <a:pt x="56" y="325"/>
                </a:cubicBezTo>
                <a:cubicBezTo>
                  <a:pt x="56" y="327"/>
                  <a:pt x="54" y="329"/>
                  <a:pt x="51" y="331"/>
                </a:cubicBezTo>
                <a:cubicBezTo>
                  <a:pt x="48" y="332"/>
                  <a:pt x="43" y="331"/>
                  <a:pt x="40" y="330"/>
                </a:cubicBezTo>
                <a:cubicBezTo>
                  <a:pt x="39" y="330"/>
                  <a:pt x="38" y="329"/>
                  <a:pt x="36" y="329"/>
                </a:cubicBezTo>
                <a:cubicBezTo>
                  <a:pt x="29" y="326"/>
                  <a:pt x="22" y="325"/>
                  <a:pt x="16" y="329"/>
                </a:cubicBezTo>
                <a:cubicBezTo>
                  <a:pt x="3" y="337"/>
                  <a:pt x="1" y="359"/>
                  <a:pt x="13" y="379"/>
                </a:cubicBezTo>
                <a:cubicBezTo>
                  <a:pt x="24" y="399"/>
                  <a:pt x="44" y="409"/>
                  <a:pt x="57" y="401"/>
                </a:cubicBezTo>
                <a:cubicBezTo>
                  <a:pt x="65" y="397"/>
                  <a:pt x="68" y="384"/>
                  <a:pt x="68" y="381"/>
                </a:cubicBezTo>
                <a:cubicBezTo>
                  <a:pt x="69" y="377"/>
                  <a:pt x="71" y="371"/>
                  <a:pt x="74" y="370"/>
                </a:cubicBezTo>
                <a:cubicBezTo>
                  <a:pt x="76" y="368"/>
                  <a:pt x="78" y="368"/>
                  <a:pt x="81" y="368"/>
                </a:cubicBezTo>
                <a:cubicBezTo>
                  <a:pt x="121" y="437"/>
                  <a:pt x="121" y="437"/>
                  <a:pt x="121" y="437"/>
                </a:cubicBezTo>
                <a:cubicBezTo>
                  <a:pt x="205" y="437"/>
                  <a:pt x="205" y="437"/>
                  <a:pt x="205" y="437"/>
                </a:cubicBezTo>
                <a:cubicBezTo>
                  <a:pt x="205" y="437"/>
                  <a:pt x="205" y="437"/>
                  <a:pt x="205" y="438"/>
                </a:cubicBezTo>
                <a:cubicBezTo>
                  <a:pt x="206" y="439"/>
                  <a:pt x="206" y="441"/>
                  <a:pt x="206" y="444"/>
                </a:cubicBezTo>
                <a:cubicBezTo>
                  <a:pt x="206" y="447"/>
                  <a:pt x="203" y="451"/>
                  <a:pt x="201" y="453"/>
                </a:cubicBezTo>
                <a:cubicBezTo>
                  <a:pt x="199" y="454"/>
                  <a:pt x="198" y="455"/>
                  <a:pt x="197" y="456"/>
                </a:cubicBezTo>
                <a:cubicBezTo>
                  <a:pt x="191" y="461"/>
                  <a:pt x="187" y="467"/>
                  <a:pt x="187" y="474"/>
                </a:cubicBezTo>
                <a:cubicBezTo>
                  <a:pt x="187" y="489"/>
                  <a:pt x="206" y="502"/>
                  <a:pt x="229" y="502"/>
                </a:cubicBezTo>
                <a:cubicBezTo>
                  <a:pt x="252" y="502"/>
                  <a:pt x="270" y="489"/>
                  <a:pt x="270" y="474"/>
                </a:cubicBezTo>
                <a:cubicBezTo>
                  <a:pt x="270" y="466"/>
                  <a:pt x="261" y="456"/>
                  <a:pt x="258" y="454"/>
                </a:cubicBezTo>
                <a:cubicBezTo>
                  <a:pt x="255" y="452"/>
                  <a:pt x="252" y="447"/>
                  <a:pt x="252" y="444"/>
                </a:cubicBezTo>
                <a:cubicBezTo>
                  <a:pt x="252" y="441"/>
                  <a:pt x="252" y="440"/>
                  <a:pt x="253" y="438"/>
                </a:cubicBezTo>
                <a:cubicBezTo>
                  <a:pt x="253" y="437"/>
                  <a:pt x="253" y="437"/>
                  <a:pt x="253" y="437"/>
                </a:cubicBezTo>
                <a:cubicBezTo>
                  <a:pt x="337" y="437"/>
                  <a:pt x="337" y="437"/>
                  <a:pt x="337" y="437"/>
                </a:cubicBezTo>
                <a:cubicBezTo>
                  <a:pt x="376" y="368"/>
                  <a:pt x="376" y="368"/>
                  <a:pt x="376" y="368"/>
                </a:cubicBezTo>
                <a:cubicBezTo>
                  <a:pt x="379" y="368"/>
                  <a:pt x="381" y="369"/>
                  <a:pt x="383" y="370"/>
                </a:cubicBezTo>
                <a:cubicBezTo>
                  <a:pt x="386" y="372"/>
                  <a:pt x="388" y="377"/>
                  <a:pt x="389" y="381"/>
                </a:cubicBezTo>
                <a:cubicBezTo>
                  <a:pt x="389" y="384"/>
                  <a:pt x="392" y="397"/>
                  <a:pt x="400" y="401"/>
                </a:cubicBezTo>
                <a:cubicBezTo>
                  <a:pt x="413" y="409"/>
                  <a:pt x="433" y="399"/>
                  <a:pt x="444" y="379"/>
                </a:cubicBezTo>
                <a:cubicBezTo>
                  <a:pt x="456" y="359"/>
                  <a:pt x="455" y="337"/>
                  <a:pt x="441" y="329"/>
                </a:cubicBezTo>
                <a:close/>
              </a:path>
            </a:pathLst>
          </a:custGeom>
          <a:gradFill flip="none" rotWithShape="1">
            <a:gsLst>
              <a:gs pos="0">
                <a:sysClr val="window" lastClr="FFFFFF">
                  <a:lumMod val="50000"/>
                  <a:shade val="30000"/>
                  <a:satMod val="115000"/>
                </a:sysClr>
              </a:gs>
              <a:gs pos="50000">
                <a:sysClr val="window" lastClr="FFFFFF">
                  <a:lumMod val="50000"/>
                  <a:shade val="67500"/>
                  <a:satMod val="115000"/>
                </a:sysClr>
              </a:gs>
              <a:gs pos="100000">
                <a:sysClr val="window" lastClr="FFFFFF">
                  <a:lumMod val="50000"/>
                  <a:shade val="100000"/>
                  <a:satMod val="115000"/>
                </a:sysClr>
              </a:gs>
            </a:gsLst>
            <a:lin ang="16200000" scaled="1"/>
            <a:tileRect/>
          </a:gra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Arial" pitchFamily="34" charset="0"/>
            </a:endParaRPr>
          </a:p>
        </p:txBody>
      </p:sp>
      <p:sp>
        <p:nvSpPr>
          <p:cNvPr id="106" name="Freeform 17"/>
          <p:cNvSpPr>
            <a:spLocks/>
          </p:cNvSpPr>
          <p:nvPr/>
        </p:nvSpPr>
        <p:spPr bwMode="auto">
          <a:xfrm>
            <a:off x="12678833" y="7563025"/>
            <a:ext cx="6473913" cy="4743102"/>
          </a:xfrm>
          <a:custGeom>
            <a:avLst/>
            <a:gdLst/>
            <a:ahLst/>
            <a:cxnLst>
              <a:cxn ang="0">
                <a:pos x="435" y="65"/>
              </a:cxn>
              <a:cxn ang="0">
                <a:pos x="390" y="42"/>
              </a:cxn>
              <a:cxn ang="0">
                <a:pos x="379" y="63"/>
              </a:cxn>
              <a:cxn ang="0">
                <a:pos x="373" y="74"/>
              </a:cxn>
              <a:cxn ang="0">
                <a:pos x="367" y="75"/>
              </a:cxn>
              <a:cxn ang="0">
                <a:pos x="323" y="0"/>
              </a:cxn>
              <a:cxn ang="0">
                <a:pos x="108" y="0"/>
              </a:cxn>
              <a:cxn ang="0">
                <a:pos x="0" y="186"/>
              </a:cxn>
              <a:cxn ang="0">
                <a:pos x="108" y="372"/>
              </a:cxn>
              <a:cxn ang="0">
                <a:pos x="108" y="373"/>
              </a:cxn>
              <a:cxn ang="0">
                <a:pos x="190" y="373"/>
              </a:cxn>
              <a:cxn ang="0">
                <a:pos x="191" y="372"/>
              </a:cxn>
              <a:cxn ang="0">
                <a:pos x="191" y="372"/>
              </a:cxn>
              <a:cxn ang="0">
                <a:pos x="191" y="372"/>
              </a:cxn>
              <a:cxn ang="0">
                <a:pos x="193" y="368"/>
              </a:cxn>
              <a:cxn ang="0">
                <a:pos x="193" y="368"/>
              </a:cxn>
              <a:cxn ang="0">
                <a:pos x="193" y="366"/>
              </a:cxn>
              <a:cxn ang="0">
                <a:pos x="193" y="364"/>
              </a:cxn>
              <a:cxn ang="0">
                <a:pos x="188" y="355"/>
              </a:cxn>
              <a:cxn ang="0">
                <a:pos x="184" y="352"/>
              </a:cxn>
              <a:cxn ang="0">
                <a:pos x="174" y="334"/>
              </a:cxn>
              <a:cxn ang="0">
                <a:pos x="216" y="306"/>
              </a:cxn>
              <a:cxn ang="0">
                <a:pos x="257" y="334"/>
              </a:cxn>
              <a:cxn ang="0">
                <a:pos x="245" y="354"/>
              </a:cxn>
              <a:cxn ang="0">
                <a:pos x="239" y="364"/>
              </a:cxn>
              <a:cxn ang="0">
                <a:pos x="239" y="366"/>
              </a:cxn>
              <a:cxn ang="0">
                <a:pos x="239" y="368"/>
              </a:cxn>
              <a:cxn ang="0">
                <a:pos x="239" y="368"/>
              </a:cxn>
              <a:cxn ang="0">
                <a:pos x="240" y="370"/>
              </a:cxn>
              <a:cxn ang="0">
                <a:pos x="240" y="370"/>
              </a:cxn>
              <a:cxn ang="0">
                <a:pos x="241" y="372"/>
              </a:cxn>
              <a:cxn ang="0">
                <a:pos x="242" y="373"/>
              </a:cxn>
              <a:cxn ang="0">
                <a:pos x="323" y="373"/>
              </a:cxn>
              <a:cxn ang="0">
                <a:pos x="324" y="372"/>
              </a:cxn>
              <a:cxn ang="0">
                <a:pos x="365" y="300"/>
              </a:cxn>
              <a:cxn ang="0">
                <a:pos x="360" y="294"/>
              </a:cxn>
              <a:cxn ang="0">
                <a:pos x="349" y="295"/>
              </a:cxn>
              <a:cxn ang="0">
                <a:pos x="345" y="296"/>
              </a:cxn>
              <a:cxn ang="0">
                <a:pos x="324" y="296"/>
              </a:cxn>
              <a:cxn ang="0">
                <a:pos x="321" y="246"/>
              </a:cxn>
              <a:cxn ang="0">
                <a:pos x="366" y="224"/>
              </a:cxn>
              <a:cxn ang="0">
                <a:pos x="377" y="244"/>
              </a:cxn>
              <a:cxn ang="0">
                <a:pos x="383" y="255"/>
              </a:cxn>
              <a:cxn ang="0">
                <a:pos x="390" y="257"/>
              </a:cxn>
              <a:cxn ang="0">
                <a:pos x="431" y="186"/>
              </a:cxn>
              <a:cxn ang="0">
                <a:pos x="391" y="117"/>
              </a:cxn>
              <a:cxn ang="0">
                <a:pos x="396" y="113"/>
              </a:cxn>
              <a:cxn ang="0">
                <a:pos x="407" y="113"/>
              </a:cxn>
              <a:cxn ang="0">
                <a:pos x="411" y="115"/>
              </a:cxn>
              <a:cxn ang="0">
                <a:pos x="431" y="115"/>
              </a:cxn>
              <a:cxn ang="0">
                <a:pos x="435" y="65"/>
              </a:cxn>
            </a:cxnLst>
            <a:rect l="0" t="0" r="r" b="b"/>
            <a:pathLst>
              <a:path w="446" h="373">
                <a:moveTo>
                  <a:pt x="435" y="65"/>
                </a:moveTo>
                <a:cubicBezTo>
                  <a:pt x="423" y="45"/>
                  <a:pt x="403" y="35"/>
                  <a:pt x="390" y="42"/>
                </a:cubicBezTo>
                <a:cubicBezTo>
                  <a:pt x="383" y="47"/>
                  <a:pt x="379" y="60"/>
                  <a:pt x="379" y="63"/>
                </a:cubicBezTo>
                <a:cubicBezTo>
                  <a:pt x="378" y="67"/>
                  <a:pt x="376" y="72"/>
                  <a:pt x="373" y="74"/>
                </a:cubicBezTo>
                <a:cubicBezTo>
                  <a:pt x="371" y="75"/>
                  <a:pt x="369" y="75"/>
                  <a:pt x="367" y="75"/>
                </a:cubicBezTo>
                <a:cubicBezTo>
                  <a:pt x="323" y="0"/>
                  <a:pt x="323" y="0"/>
                  <a:pt x="323" y="0"/>
                </a:cubicBezTo>
                <a:cubicBezTo>
                  <a:pt x="108" y="0"/>
                  <a:pt x="108" y="0"/>
                  <a:pt x="108" y="0"/>
                </a:cubicBezTo>
                <a:cubicBezTo>
                  <a:pt x="0" y="186"/>
                  <a:pt x="0" y="186"/>
                  <a:pt x="0" y="186"/>
                </a:cubicBezTo>
                <a:cubicBezTo>
                  <a:pt x="108" y="372"/>
                  <a:pt x="108" y="372"/>
                  <a:pt x="108" y="372"/>
                </a:cubicBezTo>
                <a:cubicBezTo>
                  <a:pt x="108" y="373"/>
                  <a:pt x="108" y="373"/>
                  <a:pt x="108" y="373"/>
                </a:cubicBezTo>
                <a:cubicBezTo>
                  <a:pt x="190" y="373"/>
                  <a:pt x="190" y="373"/>
                  <a:pt x="190" y="373"/>
                </a:cubicBezTo>
                <a:cubicBezTo>
                  <a:pt x="191" y="372"/>
                  <a:pt x="191" y="372"/>
                  <a:pt x="191" y="372"/>
                </a:cubicBezTo>
                <a:cubicBezTo>
                  <a:pt x="191" y="372"/>
                  <a:pt x="191" y="372"/>
                  <a:pt x="191" y="372"/>
                </a:cubicBezTo>
                <a:cubicBezTo>
                  <a:pt x="191" y="372"/>
                  <a:pt x="191" y="372"/>
                  <a:pt x="191" y="372"/>
                </a:cubicBezTo>
                <a:cubicBezTo>
                  <a:pt x="192" y="371"/>
                  <a:pt x="192" y="370"/>
                  <a:pt x="193" y="368"/>
                </a:cubicBezTo>
                <a:cubicBezTo>
                  <a:pt x="193" y="368"/>
                  <a:pt x="193" y="368"/>
                  <a:pt x="193" y="368"/>
                </a:cubicBezTo>
                <a:cubicBezTo>
                  <a:pt x="193" y="368"/>
                  <a:pt x="193" y="367"/>
                  <a:pt x="193" y="366"/>
                </a:cubicBezTo>
                <a:cubicBezTo>
                  <a:pt x="193" y="366"/>
                  <a:pt x="193" y="365"/>
                  <a:pt x="193" y="364"/>
                </a:cubicBezTo>
                <a:cubicBezTo>
                  <a:pt x="193" y="361"/>
                  <a:pt x="190" y="357"/>
                  <a:pt x="188" y="355"/>
                </a:cubicBezTo>
                <a:cubicBezTo>
                  <a:pt x="186" y="354"/>
                  <a:pt x="185" y="353"/>
                  <a:pt x="184" y="352"/>
                </a:cubicBezTo>
                <a:cubicBezTo>
                  <a:pt x="178" y="347"/>
                  <a:pt x="174" y="341"/>
                  <a:pt x="174" y="334"/>
                </a:cubicBezTo>
                <a:cubicBezTo>
                  <a:pt x="174" y="319"/>
                  <a:pt x="193" y="306"/>
                  <a:pt x="216" y="306"/>
                </a:cubicBezTo>
                <a:cubicBezTo>
                  <a:pt x="239" y="306"/>
                  <a:pt x="257" y="319"/>
                  <a:pt x="257" y="334"/>
                </a:cubicBezTo>
                <a:cubicBezTo>
                  <a:pt x="257" y="342"/>
                  <a:pt x="248" y="352"/>
                  <a:pt x="245" y="354"/>
                </a:cubicBezTo>
                <a:cubicBezTo>
                  <a:pt x="242" y="356"/>
                  <a:pt x="239" y="361"/>
                  <a:pt x="239" y="364"/>
                </a:cubicBezTo>
                <a:cubicBezTo>
                  <a:pt x="239" y="365"/>
                  <a:pt x="239" y="366"/>
                  <a:pt x="239" y="366"/>
                </a:cubicBezTo>
                <a:cubicBezTo>
                  <a:pt x="239" y="367"/>
                  <a:pt x="239" y="367"/>
                  <a:pt x="239" y="368"/>
                </a:cubicBezTo>
                <a:cubicBezTo>
                  <a:pt x="239" y="368"/>
                  <a:pt x="239" y="368"/>
                  <a:pt x="239" y="368"/>
                </a:cubicBezTo>
                <a:cubicBezTo>
                  <a:pt x="239" y="369"/>
                  <a:pt x="240" y="369"/>
                  <a:pt x="240" y="370"/>
                </a:cubicBezTo>
                <a:cubicBezTo>
                  <a:pt x="240" y="370"/>
                  <a:pt x="240" y="370"/>
                  <a:pt x="240" y="370"/>
                </a:cubicBezTo>
                <a:cubicBezTo>
                  <a:pt x="240" y="370"/>
                  <a:pt x="241" y="371"/>
                  <a:pt x="241" y="372"/>
                </a:cubicBezTo>
                <a:cubicBezTo>
                  <a:pt x="242" y="373"/>
                  <a:pt x="242" y="373"/>
                  <a:pt x="242" y="373"/>
                </a:cubicBezTo>
                <a:cubicBezTo>
                  <a:pt x="323" y="373"/>
                  <a:pt x="323" y="373"/>
                  <a:pt x="323" y="373"/>
                </a:cubicBezTo>
                <a:cubicBezTo>
                  <a:pt x="324" y="372"/>
                  <a:pt x="324" y="372"/>
                  <a:pt x="324" y="372"/>
                </a:cubicBezTo>
                <a:cubicBezTo>
                  <a:pt x="365" y="300"/>
                  <a:pt x="365" y="300"/>
                  <a:pt x="365" y="300"/>
                </a:cubicBezTo>
                <a:cubicBezTo>
                  <a:pt x="365" y="298"/>
                  <a:pt x="363" y="296"/>
                  <a:pt x="360" y="294"/>
                </a:cubicBezTo>
                <a:cubicBezTo>
                  <a:pt x="357" y="293"/>
                  <a:pt x="352" y="293"/>
                  <a:pt x="349" y="295"/>
                </a:cubicBezTo>
                <a:cubicBezTo>
                  <a:pt x="347" y="295"/>
                  <a:pt x="346" y="296"/>
                  <a:pt x="345" y="296"/>
                </a:cubicBezTo>
                <a:cubicBezTo>
                  <a:pt x="338" y="299"/>
                  <a:pt x="330" y="300"/>
                  <a:pt x="324" y="296"/>
                </a:cubicBezTo>
                <a:cubicBezTo>
                  <a:pt x="311" y="288"/>
                  <a:pt x="310" y="266"/>
                  <a:pt x="321" y="246"/>
                </a:cubicBezTo>
                <a:cubicBezTo>
                  <a:pt x="333" y="226"/>
                  <a:pt x="353" y="216"/>
                  <a:pt x="366" y="224"/>
                </a:cubicBezTo>
                <a:cubicBezTo>
                  <a:pt x="373" y="228"/>
                  <a:pt x="376" y="241"/>
                  <a:pt x="377" y="244"/>
                </a:cubicBezTo>
                <a:cubicBezTo>
                  <a:pt x="377" y="248"/>
                  <a:pt x="380" y="254"/>
                  <a:pt x="383" y="255"/>
                </a:cubicBezTo>
                <a:cubicBezTo>
                  <a:pt x="385" y="257"/>
                  <a:pt x="387" y="257"/>
                  <a:pt x="390" y="257"/>
                </a:cubicBezTo>
                <a:cubicBezTo>
                  <a:pt x="431" y="186"/>
                  <a:pt x="431" y="186"/>
                  <a:pt x="431" y="186"/>
                </a:cubicBezTo>
                <a:cubicBezTo>
                  <a:pt x="391" y="117"/>
                  <a:pt x="391" y="117"/>
                  <a:pt x="391" y="117"/>
                </a:cubicBezTo>
                <a:cubicBezTo>
                  <a:pt x="392" y="116"/>
                  <a:pt x="394" y="114"/>
                  <a:pt x="396" y="113"/>
                </a:cubicBezTo>
                <a:cubicBezTo>
                  <a:pt x="399" y="111"/>
                  <a:pt x="404" y="112"/>
                  <a:pt x="407" y="113"/>
                </a:cubicBezTo>
                <a:cubicBezTo>
                  <a:pt x="408" y="114"/>
                  <a:pt x="410" y="114"/>
                  <a:pt x="411" y="115"/>
                </a:cubicBezTo>
                <a:cubicBezTo>
                  <a:pt x="418" y="118"/>
                  <a:pt x="425" y="118"/>
                  <a:pt x="431" y="115"/>
                </a:cubicBezTo>
                <a:cubicBezTo>
                  <a:pt x="445" y="107"/>
                  <a:pt x="446" y="85"/>
                  <a:pt x="435" y="6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Arial" pitchFamily="34" charset="0"/>
            </a:endParaRPr>
          </a:p>
        </p:txBody>
      </p:sp>
      <p:sp>
        <p:nvSpPr>
          <p:cNvPr id="107" name="Freeform 18"/>
          <p:cNvSpPr>
            <a:spLocks/>
          </p:cNvSpPr>
          <p:nvPr/>
        </p:nvSpPr>
        <p:spPr bwMode="auto">
          <a:xfrm>
            <a:off x="25231248" y="6600969"/>
            <a:ext cx="6258937" cy="5545281"/>
          </a:xfrm>
          <a:custGeom>
            <a:avLst/>
            <a:gdLst/>
            <a:ahLst/>
            <a:cxnLst>
              <a:cxn ang="0">
                <a:pos x="323" y="0"/>
              </a:cxn>
              <a:cxn ang="0">
                <a:pos x="108" y="0"/>
              </a:cxn>
              <a:cxn ang="0">
                <a:pos x="66" y="74"/>
              </a:cxn>
              <a:cxn ang="0">
                <a:pos x="71" y="79"/>
              </a:cxn>
              <a:cxn ang="0">
                <a:pos x="82" y="79"/>
              </a:cxn>
              <a:cxn ang="0">
                <a:pos x="86" y="77"/>
              </a:cxn>
              <a:cxn ang="0">
                <a:pos x="106" y="77"/>
              </a:cxn>
              <a:cxn ang="0">
                <a:pos x="109" y="127"/>
              </a:cxn>
              <a:cxn ang="0">
                <a:pos x="65" y="149"/>
              </a:cxn>
              <a:cxn ang="0">
                <a:pos x="54" y="129"/>
              </a:cxn>
              <a:cxn ang="0">
                <a:pos x="48" y="118"/>
              </a:cxn>
              <a:cxn ang="0">
                <a:pos x="41" y="116"/>
              </a:cxn>
              <a:cxn ang="0">
                <a:pos x="0" y="186"/>
              </a:cxn>
              <a:cxn ang="0">
                <a:pos x="41" y="257"/>
              </a:cxn>
              <a:cxn ang="0">
                <a:pos x="48" y="255"/>
              </a:cxn>
              <a:cxn ang="0">
                <a:pos x="54" y="244"/>
              </a:cxn>
              <a:cxn ang="0">
                <a:pos x="65" y="224"/>
              </a:cxn>
              <a:cxn ang="0">
                <a:pos x="109" y="246"/>
              </a:cxn>
              <a:cxn ang="0">
                <a:pos x="106" y="296"/>
              </a:cxn>
              <a:cxn ang="0">
                <a:pos x="86" y="296"/>
              </a:cxn>
              <a:cxn ang="0">
                <a:pos x="82" y="295"/>
              </a:cxn>
              <a:cxn ang="0">
                <a:pos x="71" y="294"/>
              </a:cxn>
              <a:cxn ang="0">
                <a:pos x="66" y="299"/>
              </a:cxn>
              <a:cxn ang="0">
                <a:pos x="108" y="372"/>
              </a:cxn>
              <a:cxn ang="0">
                <a:pos x="108" y="373"/>
              </a:cxn>
              <a:cxn ang="0">
                <a:pos x="192" y="373"/>
              </a:cxn>
              <a:cxn ang="0">
                <a:pos x="193" y="375"/>
              </a:cxn>
              <a:cxn ang="0">
                <a:pos x="193" y="375"/>
              </a:cxn>
              <a:cxn ang="0">
                <a:pos x="193" y="378"/>
              </a:cxn>
              <a:cxn ang="0">
                <a:pos x="188" y="388"/>
              </a:cxn>
              <a:cxn ang="0">
                <a:pos x="184" y="390"/>
              </a:cxn>
              <a:cxn ang="0">
                <a:pos x="174" y="408"/>
              </a:cxn>
              <a:cxn ang="0">
                <a:pos x="216" y="436"/>
              </a:cxn>
              <a:cxn ang="0">
                <a:pos x="257" y="408"/>
              </a:cxn>
              <a:cxn ang="0">
                <a:pos x="245" y="388"/>
              </a:cxn>
              <a:cxn ang="0">
                <a:pos x="239" y="378"/>
              </a:cxn>
              <a:cxn ang="0">
                <a:pos x="239" y="375"/>
              </a:cxn>
              <a:cxn ang="0">
                <a:pos x="239" y="375"/>
              </a:cxn>
              <a:cxn ang="0">
                <a:pos x="240" y="373"/>
              </a:cxn>
              <a:cxn ang="0">
                <a:pos x="323" y="373"/>
              </a:cxn>
              <a:cxn ang="0">
                <a:pos x="324" y="372"/>
              </a:cxn>
              <a:cxn ang="0">
                <a:pos x="431" y="186"/>
              </a:cxn>
              <a:cxn ang="0">
                <a:pos x="323" y="0"/>
              </a:cxn>
            </a:cxnLst>
            <a:rect l="0" t="0" r="r" b="b"/>
            <a:pathLst>
              <a:path w="431" h="436">
                <a:moveTo>
                  <a:pt x="323" y="0"/>
                </a:moveTo>
                <a:cubicBezTo>
                  <a:pt x="108" y="0"/>
                  <a:pt x="108" y="0"/>
                  <a:pt x="108" y="0"/>
                </a:cubicBezTo>
                <a:cubicBezTo>
                  <a:pt x="66" y="74"/>
                  <a:pt x="66" y="74"/>
                  <a:pt x="66" y="74"/>
                </a:cubicBezTo>
                <a:cubicBezTo>
                  <a:pt x="66" y="75"/>
                  <a:pt x="68" y="77"/>
                  <a:pt x="71" y="79"/>
                </a:cubicBezTo>
                <a:cubicBezTo>
                  <a:pt x="74" y="80"/>
                  <a:pt x="78" y="80"/>
                  <a:pt x="82" y="79"/>
                </a:cubicBezTo>
                <a:cubicBezTo>
                  <a:pt x="83" y="78"/>
                  <a:pt x="84" y="77"/>
                  <a:pt x="86" y="77"/>
                </a:cubicBezTo>
                <a:cubicBezTo>
                  <a:pt x="93" y="74"/>
                  <a:pt x="100" y="74"/>
                  <a:pt x="106" y="77"/>
                </a:cubicBezTo>
                <a:cubicBezTo>
                  <a:pt x="119" y="85"/>
                  <a:pt x="121" y="107"/>
                  <a:pt x="109" y="127"/>
                </a:cubicBezTo>
                <a:cubicBezTo>
                  <a:pt x="98" y="147"/>
                  <a:pt x="78" y="157"/>
                  <a:pt x="65" y="149"/>
                </a:cubicBezTo>
                <a:cubicBezTo>
                  <a:pt x="57" y="145"/>
                  <a:pt x="54" y="132"/>
                  <a:pt x="54" y="129"/>
                </a:cubicBezTo>
                <a:cubicBezTo>
                  <a:pt x="53" y="125"/>
                  <a:pt x="51" y="120"/>
                  <a:pt x="48" y="118"/>
                </a:cubicBezTo>
                <a:cubicBezTo>
                  <a:pt x="46" y="116"/>
                  <a:pt x="44" y="116"/>
                  <a:pt x="41" y="116"/>
                </a:cubicBezTo>
                <a:cubicBezTo>
                  <a:pt x="0" y="186"/>
                  <a:pt x="0" y="186"/>
                  <a:pt x="0" y="186"/>
                </a:cubicBezTo>
                <a:cubicBezTo>
                  <a:pt x="41" y="257"/>
                  <a:pt x="41" y="257"/>
                  <a:pt x="41" y="257"/>
                </a:cubicBezTo>
                <a:cubicBezTo>
                  <a:pt x="44" y="257"/>
                  <a:pt x="46" y="257"/>
                  <a:pt x="48" y="255"/>
                </a:cubicBezTo>
                <a:cubicBezTo>
                  <a:pt x="51" y="254"/>
                  <a:pt x="53" y="248"/>
                  <a:pt x="54" y="244"/>
                </a:cubicBezTo>
                <a:cubicBezTo>
                  <a:pt x="54" y="241"/>
                  <a:pt x="57" y="228"/>
                  <a:pt x="65" y="224"/>
                </a:cubicBezTo>
                <a:cubicBezTo>
                  <a:pt x="78" y="216"/>
                  <a:pt x="98" y="226"/>
                  <a:pt x="109" y="246"/>
                </a:cubicBezTo>
                <a:cubicBezTo>
                  <a:pt x="121" y="266"/>
                  <a:pt x="119" y="288"/>
                  <a:pt x="106" y="296"/>
                </a:cubicBezTo>
                <a:cubicBezTo>
                  <a:pt x="100" y="300"/>
                  <a:pt x="93" y="299"/>
                  <a:pt x="86" y="296"/>
                </a:cubicBezTo>
                <a:cubicBezTo>
                  <a:pt x="84" y="296"/>
                  <a:pt x="83" y="295"/>
                  <a:pt x="82" y="295"/>
                </a:cubicBezTo>
                <a:cubicBezTo>
                  <a:pt x="78" y="293"/>
                  <a:pt x="74" y="293"/>
                  <a:pt x="71" y="294"/>
                </a:cubicBezTo>
                <a:cubicBezTo>
                  <a:pt x="68" y="296"/>
                  <a:pt x="67" y="298"/>
                  <a:pt x="66" y="299"/>
                </a:cubicBezTo>
                <a:cubicBezTo>
                  <a:pt x="108" y="372"/>
                  <a:pt x="108" y="372"/>
                  <a:pt x="108" y="372"/>
                </a:cubicBezTo>
                <a:cubicBezTo>
                  <a:pt x="108" y="373"/>
                  <a:pt x="108" y="373"/>
                  <a:pt x="108" y="373"/>
                </a:cubicBezTo>
                <a:cubicBezTo>
                  <a:pt x="192" y="373"/>
                  <a:pt x="192" y="373"/>
                  <a:pt x="192" y="373"/>
                </a:cubicBezTo>
                <a:cubicBezTo>
                  <a:pt x="193" y="374"/>
                  <a:pt x="193" y="374"/>
                  <a:pt x="193" y="375"/>
                </a:cubicBezTo>
                <a:cubicBezTo>
                  <a:pt x="193" y="375"/>
                  <a:pt x="193" y="375"/>
                  <a:pt x="193" y="375"/>
                </a:cubicBezTo>
                <a:cubicBezTo>
                  <a:pt x="193" y="376"/>
                  <a:pt x="193" y="377"/>
                  <a:pt x="193" y="378"/>
                </a:cubicBezTo>
                <a:cubicBezTo>
                  <a:pt x="193" y="381"/>
                  <a:pt x="190" y="385"/>
                  <a:pt x="188" y="388"/>
                </a:cubicBezTo>
                <a:cubicBezTo>
                  <a:pt x="186" y="388"/>
                  <a:pt x="185" y="389"/>
                  <a:pt x="184" y="390"/>
                </a:cubicBezTo>
                <a:cubicBezTo>
                  <a:pt x="178" y="395"/>
                  <a:pt x="174" y="401"/>
                  <a:pt x="174" y="408"/>
                </a:cubicBezTo>
                <a:cubicBezTo>
                  <a:pt x="174" y="423"/>
                  <a:pt x="193" y="436"/>
                  <a:pt x="216" y="436"/>
                </a:cubicBezTo>
                <a:cubicBezTo>
                  <a:pt x="239" y="436"/>
                  <a:pt x="257" y="423"/>
                  <a:pt x="257" y="408"/>
                </a:cubicBezTo>
                <a:cubicBezTo>
                  <a:pt x="257" y="400"/>
                  <a:pt x="248" y="390"/>
                  <a:pt x="245" y="388"/>
                </a:cubicBezTo>
                <a:cubicBezTo>
                  <a:pt x="242" y="386"/>
                  <a:pt x="239" y="381"/>
                  <a:pt x="239" y="378"/>
                </a:cubicBezTo>
                <a:cubicBezTo>
                  <a:pt x="239" y="377"/>
                  <a:pt x="239" y="376"/>
                  <a:pt x="239" y="375"/>
                </a:cubicBezTo>
                <a:cubicBezTo>
                  <a:pt x="239" y="375"/>
                  <a:pt x="239" y="375"/>
                  <a:pt x="239" y="375"/>
                </a:cubicBezTo>
                <a:cubicBezTo>
                  <a:pt x="239" y="374"/>
                  <a:pt x="239" y="374"/>
                  <a:pt x="240" y="373"/>
                </a:cubicBezTo>
                <a:cubicBezTo>
                  <a:pt x="323" y="373"/>
                  <a:pt x="323" y="373"/>
                  <a:pt x="323" y="373"/>
                </a:cubicBezTo>
                <a:cubicBezTo>
                  <a:pt x="324" y="372"/>
                  <a:pt x="324" y="372"/>
                  <a:pt x="324" y="372"/>
                </a:cubicBezTo>
                <a:cubicBezTo>
                  <a:pt x="431" y="186"/>
                  <a:pt x="431" y="186"/>
                  <a:pt x="431" y="186"/>
                </a:cubicBezTo>
                <a:lnTo>
                  <a:pt x="323"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Calibri" panose="020F0502020204030204" pitchFamily="34" charset="0"/>
              <a:cs typeface="Calibri" panose="020F0502020204030204" pitchFamily="34" charset="0"/>
            </a:endParaRPr>
          </a:p>
        </p:txBody>
      </p:sp>
      <p:sp>
        <p:nvSpPr>
          <p:cNvPr id="108" name="Freeform 19"/>
          <p:cNvSpPr>
            <a:spLocks/>
          </p:cNvSpPr>
          <p:nvPr/>
        </p:nvSpPr>
        <p:spPr bwMode="auto">
          <a:xfrm>
            <a:off x="19053470" y="4518362"/>
            <a:ext cx="6424776" cy="4726948"/>
          </a:xfrm>
          <a:custGeom>
            <a:avLst/>
            <a:gdLst/>
            <a:ahLst/>
            <a:cxnLst>
              <a:cxn ang="0">
                <a:pos x="376" y="316"/>
              </a:cxn>
              <a:cxn ang="0">
                <a:pos x="387" y="336"/>
              </a:cxn>
              <a:cxn ang="0">
                <a:pos x="431" y="314"/>
              </a:cxn>
              <a:cxn ang="0">
                <a:pos x="428" y="264"/>
              </a:cxn>
              <a:cxn ang="0">
                <a:pos x="408" y="264"/>
              </a:cxn>
              <a:cxn ang="0">
                <a:pos x="404" y="266"/>
              </a:cxn>
              <a:cxn ang="0">
                <a:pos x="393" y="266"/>
              </a:cxn>
              <a:cxn ang="0">
                <a:pos x="388" y="261"/>
              </a:cxn>
              <a:cxn ang="0">
                <a:pos x="387" y="260"/>
              </a:cxn>
              <a:cxn ang="0">
                <a:pos x="430" y="186"/>
              </a:cxn>
              <a:cxn ang="0">
                <a:pos x="323" y="0"/>
              </a:cxn>
              <a:cxn ang="0">
                <a:pos x="107" y="0"/>
              </a:cxn>
              <a:cxn ang="0">
                <a:pos x="0" y="186"/>
              </a:cxn>
              <a:cxn ang="0">
                <a:pos x="44" y="262"/>
              </a:cxn>
              <a:cxn ang="0">
                <a:pos x="49" y="261"/>
              </a:cxn>
              <a:cxn ang="0">
                <a:pos x="55" y="250"/>
              </a:cxn>
              <a:cxn ang="0">
                <a:pos x="66" y="229"/>
              </a:cxn>
              <a:cxn ang="0">
                <a:pos x="111" y="252"/>
              </a:cxn>
              <a:cxn ang="0">
                <a:pos x="107" y="302"/>
              </a:cxn>
              <a:cxn ang="0">
                <a:pos x="87" y="302"/>
              </a:cxn>
              <a:cxn ang="0">
                <a:pos x="83" y="300"/>
              </a:cxn>
              <a:cxn ang="0">
                <a:pos x="72" y="300"/>
              </a:cxn>
              <a:cxn ang="0">
                <a:pos x="68" y="304"/>
              </a:cxn>
              <a:cxn ang="0">
                <a:pos x="107" y="372"/>
              </a:cxn>
              <a:cxn ang="0">
                <a:pos x="191" y="372"/>
              </a:cxn>
              <a:cxn ang="0">
                <a:pos x="191" y="372"/>
              </a:cxn>
              <a:cxn ang="0">
                <a:pos x="192" y="366"/>
              </a:cxn>
              <a:cxn ang="0">
                <a:pos x="187" y="356"/>
              </a:cxn>
              <a:cxn ang="0">
                <a:pos x="183" y="354"/>
              </a:cxn>
              <a:cxn ang="0">
                <a:pos x="173" y="336"/>
              </a:cxn>
              <a:cxn ang="0">
                <a:pos x="215" y="308"/>
              </a:cxn>
              <a:cxn ang="0">
                <a:pos x="256" y="336"/>
              </a:cxn>
              <a:cxn ang="0">
                <a:pos x="244" y="356"/>
              </a:cxn>
              <a:cxn ang="0">
                <a:pos x="238" y="366"/>
              </a:cxn>
              <a:cxn ang="0">
                <a:pos x="239" y="372"/>
              </a:cxn>
              <a:cxn ang="0">
                <a:pos x="239" y="372"/>
              </a:cxn>
              <a:cxn ang="0">
                <a:pos x="323" y="372"/>
              </a:cxn>
              <a:cxn ang="0">
                <a:pos x="363" y="303"/>
              </a:cxn>
              <a:cxn ang="0">
                <a:pos x="363" y="303"/>
              </a:cxn>
              <a:cxn ang="0">
                <a:pos x="370" y="305"/>
              </a:cxn>
              <a:cxn ang="0">
                <a:pos x="376" y="316"/>
              </a:cxn>
            </a:cxnLst>
            <a:rect l="0" t="0" r="r" b="b"/>
            <a:pathLst>
              <a:path w="443" h="372">
                <a:moveTo>
                  <a:pt x="376" y="316"/>
                </a:moveTo>
                <a:cubicBezTo>
                  <a:pt x="376" y="319"/>
                  <a:pt x="379" y="332"/>
                  <a:pt x="387" y="336"/>
                </a:cubicBezTo>
                <a:cubicBezTo>
                  <a:pt x="400" y="344"/>
                  <a:pt x="420" y="334"/>
                  <a:pt x="431" y="314"/>
                </a:cubicBezTo>
                <a:cubicBezTo>
                  <a:pt x="443" y="294"/>
                  <a:pt x="441" y="272"/>
                  <a:pt x="428" y="264"/>
                </a:cubicBezTo>
                <a:cubicBezTo>
                  <a:pt x="422" y="261"/>
                  <a:pt x="415" y="261"/>
                  <a:pt x="408" y="264"/>
                </a:cubicBezTo>
                <a:cubicBezTo>
                  <a:pt x="406" y="264"/>
                  <a:pt x="405" y="265"/>
                  <a:pt x="404" y="266"/>
                </a:cubicBezTo>
                <a:cubicBezTo>
                  <a:pt x="400" y="267"/>
                  <a:pt x="396" y="267"/>
                  <a:pt x="393" y="266"/>
                </a:cubicBezTo>
                <a:cubicBezTo>
                  <a:pt x="390" y="264"/>
                  <a:pt x="388" y="262"/>
                  <a:pt x="388" y="261"/>
                </a:cubicBezTo>
                <a:cubicBezTo>
                  <a:pt x="387" y="260"/>
                  <a:pt x="387" y="260"/>
                  <a:pt x="387" y="260"/>
                </a:cubicBezTo>
                <a:cubicBezTo>
                  <a:pt x="430" y="186"/>
                  <a:pt x="430" y="186"/>
                  <a:pt x="430" y="186"/>
                </a:cubicBezTo>
                <a:cubicBezTo>
                  <a:pt x="323" y="0"/>
                  <a:pt x="323" y="0"/>
                  <a:pt x="323" y="0"/>
                </a:cubicBezTo>
                <a:cubicBezTo>
                  <a:pt x="107" y="0"/>
                  <a:pt x="107" y="0"/>
                  <a:pt x="107" y="0"/>
                </a:cubicBezTo>
                <a:cubicBezTo>
                  <a:pt x="0" y="186"/>
                  <a:pt x="0" y="186"/>
                  <a:pt x="0" y="186"/>
                </a:cubicBezTo>
                <a:cubicBezTo>
                  <a:pt x="44" y="262"/>
                  <a:pt x="44" y="262"/>
                  <a:pt x="44" y="262"/>
                </a:cubicBezTo>
                <a:cubicBezTo>
                  <a:pt x="46" y="262"/>
                  <a:pt x="47" y="262"/>
                  <a:pt x="49" y="261"/>
                </a:cubicBezTo>
                <a:cubicBezTo>
                  <a:pt x="52" y="259"/>
                  <a:pt x="54" y="254"/>
                  <a:pt x="55" y="250"/>
                </a:cubicBezTo>
                <a:cubicBezTo>
                  <a:pt x="55" y="247"/>
                  <a:pt x="59" y="234"/>
                  <a:pt x="66" y="229"/>
                </a:cubicBezTo>
                <a:cubicBezTo>
                  <a:pt x="79" y="222"/>
                  <a:pt x="99" y="232"/>
                  <a:pt x="111" y="252"/>
                </a:cubicBezTo>
                <a:cubicBezTo>
                  <a:pt x="122" y="272"/>
                  <a:pt x="121" y="294"/>
                  <a:pt x="107" y="302"/>
                </a:cubicBezTo>
                <a:cubicBezTo>
                  <a:pt x="101" y="305"/>
                  <a:pt x="94" y="305"/>
                  <a:pt x="87" y="302"/>
                </a:cubicBezTo>
                <a:cubicBezTo>
                  <a:pt x="86" y="301"/>
                  <a:pt x="84" y="301"/>
                  <a:pt x="83" y="300"/>
                </a:cubicBezTo>
                <a:cubicBezTo>
                  <a:pt x="80" y="299"/>
                  <a:pt x="75" y="298"/>
                  <a:pt x="72" y="300"/>
                </a:cubicBezTo>
                <a:cubicBezTo>
                  <a:pt x="70" y="301"/>
                  <a:pt x="69" y="302"/>
                  <a:pt x="68" y="304"/>
                </a:cubicBezTo>
                <a:cubicBezTo>
                  <a:pt x="107" y="372"/>
                  <a:pt x="107" y="372"/>
                  <a:pt x="107" y="372"/>
                </a:cubicBezTo>
                <a:cubicBezTo>
                  <a:pt x="191" y="372"/>
                  <a:pt x="191" y="372"/>
                  <a:pt x="191" y="372"/>
                </a:cubicBezTo>
                <a:cubicBezTo>
                  <a:pt x="191" y="372"/>
                  <a:pt x="191" y="372"/>
                  <a:pt x="191" y="372"/>
                </a:cubicBezTo>
                <a:cubicBezTo>
                  <a:pt x="192" y="371"/>
                  <a:pt x="192" y="369"/>
                  <a:pt x="192" y="366"/>
                </a:cubicBezTo>
                <a:cubicBezTo>
                  <a:pt x="192" y="363"/>
                  <a:pt x="189" y="359"/>
                  <a:pt x="187" y="356"/>
                </a:cubicBezTo>
                <a:cubicBezTo>
                  <a:pt x="185" y="356"/>
                  <a:pt x="184" y="355"/>
                  <a:pt x="183" y="354"/>
                </a:cubicBezTo>
                <a:cubicBezTo>
                  <a:pt x="177" y="349"/>
                  <a:pt x="173" y="343"/>
                  <a:pt x="173" y="336"/>
                </a:cubicBezTo>
                <a:cubicBezTo>
                  <a:pt x="173" y="321"/>
                  <a:pt x="192" y="308"/>
                  <a:pt x="215" y="308"/>
                </a:cubicBezTo>
                <a:cubicBezTo>
                  <a:pt x="238" y="308"/>
                  <a:pt x="256" y="321"/>
                  <a:pt x="256" y="336"/>
                </a:cubicBezTo>
                <a:cubicBezTo>
                  <a:pt x="256" y="344"/>
                  <a:pt x="247" y="354"/>
                  <a:pt x="244" y="356"/>
                </a:cubicBezTo>
                <a:cubicBezTo>
                  <a:pt x="241" y="358"/>
                  <a:pt x="238" y="363"/>
                  <a:pt x="238" y="366"/>
                </a:cubicBezTo>
                <a:cubicBezTo>
                  <a:pt x="238" y="369"/>
                  <a:pt x="238" y="370"/>
                  <a:pt x="239" y="372"/>
                </a:cubicBezTo>
                <a:cubicBezTo>
                  <a:pt x="239" y="372"/>
                  <a:pt x="239" y="372"/>
                  <a:pt x="239" y="372"/>
                </a:cubicBezTo>
                <a:cubicBezTo>
                  <a:pt x="323" y="372"/>
                  <a:pt x="323" y="372"/>
                  <a:pt x="323" y="372"/>
                </a:cubicBezTo>
                <a:cubicBezTo>
                  <a:pt x="363" y="303"/>
                  <a:pt x="363" y="303"/>
                  <a:pt x="363" y="303"/>
                </a:cubicBezTo>
                <a:cubicBezTo>
                  <a:pt x="363" y="303"/>
                  <a:pt x="363" y="303"/>
                  <a:pt x="363" y="303"/>
                </a:cubicBezTo>
                <a:cubicBezTo>
                  <a:pt x="366" y="303"/>
                  <a:pt x="368" y="303"/>
                  <a:pt x="370" y="305"/>
                </a:cubicBezTo>
                <a:cubicBezTo>
                  <a:pt x="373" y="307"/>
                  <a:pt x="375" y="312"/>
                  <a:pt x="376" y="316"/>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Arial" pitchFamily="34" charset="0"/>
            </a:endParaRPr>
          </a:p>
        </p:txBody>
      </p:sp>
      <p:sp>
        <p:nvSpPr>
          <p:cNvPr id="109" name="Freeform 20"/>
          <p:cNvSpPr>
            <a:spLocks/>
          </p:cNvSpPr>
          <p:nvPr/>
        </p:nvSpPr>
        <p:spPr bwMode="auto">
          <a:xfrm>
            <a:off x="13365330" y="12855089"/>
            <a:ext cx="6258937" cy="5582969"/>
          </a:xfrm>
          <a:custGeom>
            <a:avLst/>
            <a:gdLst/>
            <a:ahLst/>
            <a:cxnLst>
              <a:cxn ang="0">
                <a:pos x="359" y="363"/>
              </a:cxn>
              <a:cxn ang="0">
                <a:pos x="348" y="363"/>
              </a:cxn>
              <a:cxn ang="0">
                <a:pos x="345" y="365"/>
              </a:cxn>
              <a:cxn ang="0">
                <a:pos x="324" y="364"/>
              </a:cxn>
              <a:cxn ang="0">
                <a:pos x="321" y="314"/>
              </a:cxn>
              <a:cxn ang="0">
                <a:pos x="366" y="292"/>
              </a:cxn>
              <a:cxn ang="0">
                <a:pos x="376" y="313"/>
              </a:cxn>
              <a:cxn ang="0">
                <a:pos x="382" y="323"/>
              </a:cxn>
              <a:cxn ang="0">
                <a:pos x="389" y="325"/>
              </a:cxn>
              <a:cxn ang="0">
                <a:pos x="431" y="252"/>
              </a:cxn>
              <a:cxn ang="0">
                <a:pos x="391" y="183"/>
              </a:cxn>
              <a:cxn ang="0">
                <a:pos x="384" y="185"/>
              </a:cxn>
              <a:cxn ang="0">
                <a:pos x="378" y="196"/>
              </a:cxn>
              <a:cxn ang="0">
                <a:pos x="367" y="216"/>
              </a:cxn>
              <a:cxn ang="0">
                <a:pos x="323" y="194"/>
              </a:cxn>
              <a:cxn ang="0">
                <a:pos x="326" y="144"/>
              </a:cxn>
              <a:cxn ang="0">
                <a:pos x="346" y="144"/>
              </a:cxn>
              <a:cxn ang="0">
                <a:pos x="350" y="145"/>
              </a:cxn>
              <a:cxn ang="0">
                <a:pos x="361" y="146"/>
              </a:cxn>
              <a:cxn ang="0">
                <a:pos x="366" y="140"/>
              </a:cxn>
              <a:cxn ang="0">
                <a:pos x="324" y="66"/>
              </a:cxn>
              <a:cxn ang="0">
                <a:pos x="323" y="67"/>
              </a:cxn>
              <a:cxn ang="0">
                <a:pos x="242" y="67"/>
              </a:cxn>
              <a:cxn ang="0">
                <a:pos x="241" y="66"/>
              </a:cxn>
              <a:cxn ang="0">
                <a:pos x="240" y="64"/>
              </a:cxn>
              <a:cxn ang="0">
                <a:pos x="240" y="64"/>
              </a:cxn>
              <a:cxn ang="0">
                <a:pos x="239" y="62"/>
              </a:cxn>
              <a:cxn ang="0">
                <a:pos x="239" y="62"/>
              </a:cxn>
              <a:cxn ang="0">
                <a:pos x="239" y="60"/>
              </a:cxn>
              <a:cxn ang="0">
                <a:pos x="239" y="58"/>
              </a:cxn>
              <a:cxn ang="0">
                <a:pos x="245" y="48"/>
              </a:cxn>
              <a:cxn ang="0">
                <a:pos x="257" y="28"/>
              </a:cxn>
              <a:cxn ang="0">
                <a:pos x="216" y="0"/>
              </a:cxn>
              <a:cxn ang="0">
                <a:pos x="174" y="28"/>
              </a:cxn>
              <a:cxn ang="0">
                <a:pos x="184" y="46"/>
              </a:cxn>
              <a:cxn ang="0">
                <a:pos x="188" y="49"/>
              </a:cxn>
              <a:cxn ang="0">
                <a:pos x="193" y="58"/>
              </a:cxn>
              <a:cxn ang="0">
                <a:pos x="193" y="60"/>
              </a:cxn>
              <a:cxn ang="0">
                <a:pos x="193" y="62"/>
              </a:cxn>
              <a:cxn ang="0">
                <a:pos x="193" y="62"/>
              </a:cxn>
              <a:cxn ang="0">
                <a:pos x="191" y="66"/>
              </a:cxn>
              <a:cxn ang="0">
                <a:pos x="191" y="66"/>
              </a:cxn>
              <a:cxn ang="0">
                <a:pos x="191" y="66"/>
              </a:cxn>
              <a:cxn ang="0">
                <a:pos x="190" y="67"/>
              </a:cxn>
              <a:cxn ang="0">
                <a:pos x="108" y="67"/>
              </a:cxn>
              <a:cxn ang="0">
                <a:pos x="108" y="66"/>
              </a:cxn>
              <a:cxn ang="0">
                <a:pos x="0" y="252"/>
              </a:cxn>
              <a:cxn ang="0">
                <a:pos x="108" y="439"/>
              </a:cxn>
              <a:cxn ang="0">
                <a:pos x="323" y="439"/>
              </a:cxn>
              <a:cxn ang="0">
                <a:pos x="364" y="367"/>
              </a:cxn>
              <a:cxn ang="0">
                <a:pos x="359" y="363"/>
              </a:cxn>
            </a:cxnLst>
            <a:rect l="0" t="0" r="r" b="b"/>
            <a:pathLst>
              <a:path w="431" h="439">
                <a:moveTo>
                  <a:pt x="359" y="363"/>
                </a:moveTo>
                <a:cubicBezTo>
                  <a:pt x="356" y="361"/>
                  <a:pt x="352" y="362"/>
                  <a:pt x="348" y="363"/>
                </a:cubicBezTo>
                <a:cubicBezTo>
                  <a:pt x="347" y="363"/>
                  <a:pt x="346" y="364"/>
                  <a:pt x="345" y="365"/>
                </a:cubicBezTo>
                <a:cubicBezTo>
                  <a:pt x="337" y="368"/>
                  <a:pt x="330" y="368"/>
                  <a:pt x="324" y="364"/>
                </a:cubicBezTo>
                <a:cubicBezTo>
                  <a:pt x="311" y="357"/>
                  <a:pt x="309" y="334"/>
                  <a:pt x="321" y="314"/>
                </a:cubicBezTo>
                <a:cubicBezTo>
                  <a:pt x="332" y="295"/>
                  <a:pt x="352" y="285"/>
                  <a:pt x="366" y="292"/>
                </a:cubicBezTo>
                <a:cubicBezTo>
                  <a:pt x="373" y="296"/>
                  <a:pt x="376" y="309"/>
                  <a:pt x="376" y="313"/>
                </a:cubicBezTo>
                <a:cubicBezTo>
                  <a:pt x="377" y="317"/>
                  <a:pt x="379" y="322"/>
                  <a:pt x="382" y="323"/>
                </a:cubicBezTo>
                <a:cubicBezTo>
                  <a:pt x="385" y="325"/>
                  <a:pt x="386" y="325"/>
                  <a:pt x="389" y="325"/>
                </a:cubicBezTo>
                <a:cubicBezTo>
                  <a:pt x="431" y="252"/>
                  <a:pt x="431" y="252"/>
                  <a:pt x="431" y="252"/>
                </a:cubicBezTo>
                <a:cubicBezTo>
                  <a:pt x="391" y="183"/>
                  <a:pt x="391" y="183"/>
                  <a:pt x="391" y="183"/>
                </a:cubicBezTo>
                <a:cubicBezTo>
                  <a:pt x="388" y="183"/>
                  <a:pt x="386" y="183"/>
                  <a:pt x="384" y="185"/>
                </a:cubicBezTo>
                <a:cubicBezTo>
                  <a:pt x="381" y="186"/>
                  <a:pt x="379" y="192"/>
                  <a:pt x="378" y="196"/>
                </a:cubicBezTo>
                <a:cubicBezTo>
                  <a:pt x="378" y="199"/>
                  <a:pt x="375" y="212"/>
                  <a:pt x="367" y="216"/>
                </a:cubicBezTo>
                <a:cubicBezTo>
                  <a:pt x="354" y="224"/>
                  <a:pt x="334" y="214"/>
                  <a:pt x="323" y="194"/>
                </a:cubicBezTo>
                <a:cubicBezTo>
                  <a:pt x="311" y="174"/>
                  <a:pt x="313" y="152"/>
                  <a:pt x="326" y="144"/>
                </a:cubicBezTo>
                <a:cubicBezTo>
                  <a:pt x="332" y="140"/>
                  <a:pt x="339" y="141"/>
                  <a:pt x="346" y="144"/>
                </a:cubicBezTo>
                <a:cubicBezTo>
                  <a:pt x="348" y="144"/>
                  <a:pt x="349" y="145"/>
                  <a:pt x="350" y="145"/>
                </a:cubicBezTo>
                <a:cubicBezTo>
                  <a:pt x="353" y="146"/>
                  <a:pt x="358" y="147"/>
                  <a:pt x="361" y="146"/>
                </a:cubicBezTo>
                <a:cubicBezTo>
                  <a:pt x="364" y="144"/>
                  <a:pt x="366" y="142"/>
                  <a:pt x="366" y="140"/>
                </a:cubicBezTo>
                <a:cubicBezTo>
                  <a:pt x="324" y="66"/>
                  <a:pt x="324" y="66"/>
                  <a:pt x="324" y="66"/>
                </a:cubicBezTo>
                <a:cubicBezTo>
                  <a:pt x="323" y="67"/>
                  <a:pt x="323" y="67"/>
                  <a:pt x="323" y="67"/>
                </a:cubicBezTo>
                <a:cubicBezTo>
                  <a:pt x="242" y="67"/>
                  <a:pt x="242" y="67"/>
                  <a:pt x="242" y="67"/>
                </a:cubicBezTo>
                <a:cubicBezTo>
                  <a:pt x="241" y="66"/>
                  <a:pt x="241" y="66"/>
                  <a:pt x="241" y="66"/>
                </a:cubicBezTo>
                <a:cubicBezTo>
                  <a:pt x="241" y="65"/>
                  <a:pt x="240" y="64"/>
                  <a:pt x="240" y="64"/>
                </a:cubicBezTo>
                <a:cubicBezTo>
                  <a:pt x="240" y="64"/>
                  <a:pt x="240" y="64"/>
                  <a:pt x="240" y="64"/>
                </a:cubicBezTo>
                <a:cubicBezTo>
                  <a:pt x="240" y="63"/>
                  <a:pt x="239" y="63"/>
                  <a:pt x="239" y="62"/>
                </a:cubicBezTo>
                <a:cubicBezTo>
                  <a:pt x="239" y="62"/>
                  <a:pt x="239" y="62"/>
                  <a:pt x="239" y="62"/>
                </a:cubicBezTo>
                <a:cubicBezTo>
                  <a:pt x="239" y="61"/>
                  <a:pt x="239" y="61"/>
                  <a:pt x="239" y="60"/>
                </a:cubicBezTo>
                <a:cubicBezTo>
                  <a:pt x="239" y="60"/>
                  <a:pt x="239" y="59"/>
                  <a:pt x="239" y="58"/>
                </a:cubicBezTo>
                <a:cubicBezTo>
                  <a:pt x="239" y="55"/>
                  <a:pt x="242" y="50"/>
                  <a:pt x="245" y="48"/>
                </a:cubicBezTo>
                <a:cubicBezTo>
                  <a:pt x="248" y="46"/>
                  <a:pt x="257" y="36"/>
                  <a:pt x="257" y="28"/>
                </a:cubicBezTo>
                <a:cubicBezTo>
                  <a:pt x="257" y="13"/>
                  <a:pt x="239" y="0"/>
                  <a:pt x="216" y="0"/>
                </a:cubicBezTo>
                <a:cubicBezTo>
                  <a:pt x="193" y="0"/>
                  <a:pt x="174" y="13"/>
                  <a:pt x="174" y="28"/>
                </a:cubicBezTo>
                <a:cubicBezTo>
                  <a:pt x="174" y="35"/>
                  <a:pt x="178" y="41"/>
                  <a:pt x="184" y="46"/>
                </a:cubicBezTo>
                <a:cubicBezTo>
                  <a:pt x="185" y="47"/>
                  <a:pt x="186" y="48"/>
                  <a:pt x="188" y="49"/>
                </a:cubicBezTo>
                <a:cubicBezTo>
                  <a:pt x="190" y="51"/>
                  <a:pt x="193" y="55"/>
                  <a:pt x="193" y="58"/>
                </a:cubicBezTo>
                <a:cubicBezTo>
                  <a:pt x="193" y="59"/>
                  <a:pt x="193" y="60"/>
                  <a:pt x="193" y="60"/>
                </a:cubicBezTo>
                <a:cubicBezTo>
                  <a:pt x="193" y="61"/>
                  <a:pt x="193" y="62"/>
                  <a:pt x="193" y="62"/>
                </a:cubicBezTo>
                <a:cubicBezTo>
                  <a:pt x="193" y="62"/>
                  <a:pt x="193" y="62"/>
                  <a:pt x="193" y="62"/>
                </a:cubicBezTo>
                <a:cubicBezTo>
                  <a:pt x="192" y="64"/>
                  <a:pt x="192" y="65"/>
                  <a:pt x="191" y="66"/>
                </a:cubicBezTo>
                <a:cubicBezTo>
                  <a:pt x="191" y="66"/>
                  <a:pt x="191" y="66"/>
                  <a:pt x="191" y="66"/>
                </a:cubicBezTo>
                <a:cubicBezTo>
                  <a:pt x="191" y="66"/>
                  <a:pt x="191" y="66"/>
                  <a:pt x="191" y="66"/>
                </a:cubicBezTo>
                <a:cubicBezTo>
                  <a:pt x="190" y="67"/>
                  <a:pt x="190" y="67"/>
                  <a:pt x="190" y="67"/>
                </a:cubicBezTo>
                <a:cubicBezTo>
                  <a:pt x="108" y="67"/>
                  <a:pt x="108" y="67"/>
                  <a:pt x="108" y="67"/>
                </a:cubicBezTo>
                <a:cubicBezTo>
                  <a:pt x="108" y="66"/>
                  <a:pt x="108" y="66"/>
                  <a:pt x="108" y="66"/>
                </a:cubicBezTo>
                <a:cubicBezTo>
                  <a:pt x="0" y="252"/>
                  <a:pt x="0" y="252"/>
                  <a:pt x="0" y="252"/>
                </a:cubicBezTo>
                <a:cubicBezTo>
                  <a:pt x="108" y="439"/>
                  <a:pt x="108" y="439"/>
                  <a:pt x="108" y="439"/>
                </a:cubicBezTo>
                <a:cubicBezTo>
                  <a:pt x="323" y="439"/>
                  <a:pt x="323" y="439"/>
                  <a:pt x="323" y="439"/>
                </a:cubicBezTo>
                <a:cubicBezTo>
                  <a:pt x="364" y="367"/>
                  <a:pt x="364" y="367"/>
                  <a:pt x="364" y="367"/>
                </a:cubicBezTo>
                <a:cubicBezTo>
                  <a:pt x="364" y="366"/>
                  <a:pt x="362" y="364"/>
                  <a:pt x="359" y="363"/>
                </a:cubicBezTo>
                <a:close/>
              </a:path>
            </a:pathLst>
          </a:custGeom>
          <a:gradFill flip="none" rotWithShape="1">
            <a:gsLst>
              <a:gs pos="0">
                <a:srgbClr val="00B0F0">
                  <a:lumMod val="75000"/>
                  <a:shade val="30000"/>
                  <a:satMod val="115000"/>
                </a:srgbClr>
              </a:gs>
              <a:gs pos="50000">
                <a:srgbClr val="00B0F0">
                  <a:lumMod val="75000"/>
                  <a:shade val="67500"/>
                  <a:satMod val="115000"/>
                </a:srgbClr>
              </a:gs>
              <a:gs pos="100000">
                <a:srgbClr val="00B0F0">
                  <a:lumMod val="75000"/>
                  <a:shade val="100000"/>
                  <a:satMod val="115000"/>
                </a:srgbClr>
              </a:gs>
            </a:gsLst>
            <a:lin ang="5400000" scaled="1"/>
            <a:tileRect/>
          </a:gra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Calibri" panose="020F0502020204030204" pitchFamily="34" charset="0"/>
              <a:cs typeface="Calibri" panose="020F0502020204030204" pitchFamily="34" charset="0"/>
            </a:endParaRPr>
          </a:p>
        </p:txBody>
      </p:sp>
      <p:sp>
        <p:nvSpPr>
          <p:cNvPr id="110" name="Freeform 21"/>
          <p:cNvSpPr>
            <a:spLocks/>
          </p:cNvSpPr>
          <p:nvPr/>
        </p:nvSpPr>
        <p:spPr bwMode="auto">
          <a:xfrm>
            <a:off x="19254469" y="16555581"/>
            <a:ext cx="6461628" cy="4743102"/>
          </a:xfrm>
          <a:custGeom>
            <a:avLst/>
            <a:gdLst/>
            <a:ahLst/>
            <a:cxnLst>
              <a:cxn ang="0">
                <a:pos x="445" y="187"/>
              </a:cxn>
              <a:cxn ang="0">
                <a:pos x="445" y="187"/>
              </a:cxn>
              <a:cxn ang="0">
                <a:pos x="407" y="120"/>
              </a:cxn>
              <a:cxn ang="0">
                <a:pos x="400" y="122"/>
              </a:cxn>
              <a:cxn ang="0">
                <a:pos x="394" y="133"/>
              </a:cxn>
              <a:cxn ang="0">
                <a:pos x="384" y="153"/>
              </a:cxn>
              <a:cxn ang="0">
                <a:pos x="339" y="131"/>
              </a:cxn>
              <a:cxn ang="0">
                <a:pos x="342" y="81"/>
              </a:cxn>
              <a:cxn ang="0">
                <a:pos x="362" y="81"/>
              </a:cxn>
              <a:cxn ang="0">
                <a:pos x="366" y="82"/>
              </a:cxn>
              <a:cxn ang="0">
                <a:pos x="377" y="83"/>
              </a:cxn>
              <a:cxn ang="0">
                <a:pos x="382" y="78"/>
              </a:cxn>
              <a:cxn ang="0">
                <a:pos x="338" y="0"/>
              </a:cxn>
              <a:cxn ang="0">
                <a:pos x="254" y="0"/>
              </a:cxn>
              <a:cxn ang="0">
                <a:pos x="254" y="1"/>
              </a:cxn>
              <a:cxn ang="0">
                <a:pos x="253" y="7"/>
              </a:cxn>
              <a:cxn ang="0">
                <a:pos x="259" y="17"/>
              </a:cxn>
              <a:cxn ang="0">
                <a:pos x="271" y="37"/>
              </a:cxn>
              <a:cxn ang="0">
                <a:pos x="230" y="65"/>
              </a:cxn>
              <a:cxn ang="0">
                <a:pos x="188" y="37"/>
              </a:cxn>
              <a:cxn ang="0">
                <a:pos x="198" y="19"/>
              </a:cxn>
              <a:cxn ang="0">
                <a:pos x="202" y="16"/>
              </a:cxn>
              <a:cxn ang="0">
                <a:pos x="207" y="7"/>
              </a:cxn>
              <a:cxn ang="0">
                <a:pos x="206" y="1"/>
              </a:cxn>
              <a:cxn ang="0">
                <a:pos x="206" y="0"/>
              </a:cxn>
              <a:cxn ang="0">
                <a:pos x="122" y="0"/>
              </a:cxn>
              <a:cxn ang="0">
                <a:pos x="80" y="73"/>
              </a:cxn>
              <a:cxn ang="0">
                <a:pos x="80" y="73"/>
              </a:cxn>
              <a:cxn ang="0">
                <a:pos x="73" y="71"/>
              </a:cxn>
              <a:cxn ang="0">
                <a:pos x="67" y="61"/>
              </a:cxn>
              <a:cxn ang="0">
                <a:pos x="57" y="40"/>
              </a:cxn>
              <a:cxn ang="0">
                <a:pos x="12" y="62"/>
              </a:cxn>
              <a:cxn ang="0">
                <a:pos x="15" y="112"/>
              </a:cxn>
              <a:cxn ang="0">
                <a:pos x="36" y="113"/>
              </a:cxn>
              <a:cxn ang="0">
                <a:pos x="39" y="111"/>
              </a:cxn>
              <a:cxn ang="0">
                <a:pos x="50" y="111"/>
              </a:cxn>
              <a:cxn ang="0">
                <a:pos x="55" y="115"/>
              </a:cxn>
              <a:cxn ang="0">
                <a:pos x="56" y="116"/>
              </a:cxn>
              <a:cxn ang="0">
                <a:pos x="15" y="187"/>
              </a:cxn>
              <a:cxn ang="0">
                <a:pos x="122" y="373"/>
              </a:cxn>
              <a:cxn ang="0">
                <a:pos x="338" y="373"/>
              </a:cxn>
              <a:cxn ang="0">
                <a:pos x="445" y="187"/>
              </a:cxn>
            </a:cxnLst>
            <a:rect l="0" t="0" r="r" b="b"/>
            <a:pathLst>
              <a:path w="445" h="373">
                <a:moveTo>
                  <a:pt x="445" y="187"/>
                </a:moveTo>
                <a:cubicBezTo>
                  <a:pt x="445" y="187"/>
                  <a:pt x="445" y="187"/>
                  <a:pt x="445" y="187"/>
                </a:cubicBezTo>
                <a:cubicBezTo>
                  <a:pt x="407" y="120"/>
                  <a:pt x="407" y="120"/>
                  <a:pt x="407" y="120"/>
                </a:cubicBezTo>
                <a:cubicBezTo>
                  <a:pt x="404" y="120"/>
                  <a:pt x="402" y="120"/>
                  <a:pt x="400" y="122"/>
                </a:cubicBezTo>
                <a:cubicBezTo>
                  <a:pt x="397" y="124"/>
                  <a:pt x="395" y="129"/>
                  <a:pt x="394" y="133"/>
                </a:cubicBezTo>
                <a:cubicBezTo>
                  <a:pt x="394" y="136"/>
                  <a:pt x="391" y="149"/>
                  <a:pt x="384" y="153"/>
                </a:cubicBezTo>
                <a:cubicBezTo>
                  <a:pt x="370" y="161"/>
                  <a:pt x="350" y="151"/>
                  <a:pt x="339" y="131"/>
                </a:cubicBezTo>
                <a:cubicBezTo>
                  <a:pt x="327" y="111"/>
                  <a:pt x="329" y="89"/>
                  <a:pt x="342" y="81"/>
                </a:cubicBezTo>
                <a:cubicBezTo>
                  <a:pt x="348" y="78"/>
                  <a:pt x="355" y="78"/>
                  <a:pt x="362" y="81"/>
                </a:cubicBezTo>
                <a:cubicBezTo>
                  <a:pt x="364" y="81"/>
                  <a:pt x="365" y="82"/>
                  <a:pt x="366" y="82"/>
                </a:cubicBezTo>
                <a:cubicBezTo>
                  <a:pt x="370" y="84"/>
                  <a:pt x="374" y="84"/>
                  <a:pt x="377" y="83"/>
                </a:cubicBezTo>
                <a:cubicBezTo>
                  <a:pt x="380" y="81"/>
                  <a:pt x="381" y="80"/>
                  <a:pt x="382" y="78"/>
                </a:cubicBezTo>
                <a:cubicBezTo>
                  <a:pt x="338" y="0"/>
                  <a:pt x="338" y="0"/>
                  <a:pt x="338" y="0"/>
                </a:cubicBezTo>
                <a:cubicBezTo>
                  <a:pt x="254" y="0"/>
                  <a:pt x="254" y="0"/>
                  <a:pt x="254" y="0"/>
                </a:cubicBezTo>
                <a:cubicBezTo>
                  <a:pt x="254" y="0"/>
                  <a:pt x="254" y="0"/>
                  <a:pt x="254" y="1"/>
                </a:cubicBezTo>
                <a:cubicBezTo>
                  <a:pt x="253" y="3"/>
                  <a:pt x="253" y="4"/>
                  <a:pt x="253" y="7"/>
                </a:cubicBezTo>
                <a:cubicBezTo>
                  <a:pt x="253" y="10"/>
                  <a:pt x="256" y="15"/>
                  <a:pt x="259" y="17"/>
                </a:cubicBezTo>
                <a:cubicBezTo>
                  <a:pt x="262" y="19"/>
                  <a:pt x="271" y="29"/>
                  <a:pt x="271" y="37"/>
                </a:cubicBezTo>
                <a:cubicBezTo>
                  <a:pt x="271" y="52"/>
                  <a:pt x="253" y="65"/>
                  <a:pt x="230" y="65"/>
                </a:cubicBezTo>
                <a:cubicBezTo>
                  <a:pt x="207" y="65"/>
                  <a:pt x="188" y="52"/>
                  <a:pt x="188" y="37"/>
                </a:cubicBezTo>
                <a:cubicBezTo>
                  <a:pt x="188" y="30"/>
                  <a:pt x="192" y="24"/>
                  <a:pt x="198" y="19"/>
                </a:cubicBezTo>
                <a:cubicBezTo>
                  <a:pt x="199" y="18"/>
                  <a:pt x="200" y="17"/>
                  <a:pt x="202" y="16"/>
                </a:cubicBezTo>
                <a:cubicBezTo>
                  <a:pt x="204" y="14"/>
                  <a:pt x="207" y="10"/>
                  <a:pt x="207" y="7"/>
                </a:cubicBezTo>
                <a:cubicBezTo>
                  <a:pt x="207" y="4"/>
                  <a:pt x="207" y="2"/>
                  <a:pt x="206" y="1"/>
                </a:cubicBezTo>
                <a:cubicBezTo>
                  <a:pt x="206" y="0"/>
                  <a:pt x="206" y="0"/>
                  <a:pt x="206" y="0"/>
                </a:cubicBezTo>
                <a:cubicBezTo>
                  <a:pt x="122" y="0"/>
                  <a:pt x="122" y="0"/>
                  <a:pt x="122" y="0"/>
                </a:cubicBezTo>
                <a:cubicBezTo>
                  <a:pt x="80" y="73"/>
                  <a:pt x="80" y="73"/>
                  <a:pt x="80" y="73"/>
                </a:cubicBezTo>
                <a:cubicBezTo>
                  <a:pt x="80" y="73"/>
                  <a:pt x="80" y="73"/>
                  <a:pt x="80" y="73"/>
                </a:cubicBezTo>
                <a:cubicBezTo>
                  <a:pt x="77" y="73"/>
                  <a:pt x="76" y="73"/>
                  <a:pt x="73" y="71"/>
                </a:cubicBezTo>
                <a:cubicBezTo>
                  <a:pt x="70" y="70"/>
                  <a:pt x="68" y="65"/>
                  <a:pt x="67" y="61"/>
                </a:cubicBezTo>
                <a:cubicBezTo>
                  <a:pt x="67" y="57"/>
                  <a:pt x="64" y="44"/>
                  <a:pt x="57" y="40"/>
                </a:cubicBezTo>
                <a:cubicBezTo>
                  <a:pt x="43" y="33"/>
                  <a:pt x="23" y="43"/>
                  <a:pt x="12" y="62"/>
                </a:cubicBezTo>
                <a:cubicBezTo>
                  <a:pt x="0" y="82"/>
                  <a:pt x="2" y="105"/>
                  <a:pt x="15" y="112"/>
                </a:cubicBezTo>
                <a:cubicBezTo>
                  <a:pt x="21" y="116"/>
                  <a:pt x="28" y="116"/>
                  <a:pt x="36" y="113"/>
                </a:cubicBezTo>
                <a:cubicBezTo>
                  <a:pt x="37" y="112"/>
                  <a:pt x="38" y="111"/>
                  <a:pt x="39" y="111"/>
                </a:cubicBezTo>
                <a:cubicBezTo>
                  <a:pt x="43" y="110"/>
                  <a:pt x="47" y="109"/>
                  <a:pt x="50" y="111"/>
                </a:cubicBezTo>
                <a:cubicBezTo>
                  <a:pt x="53" y="112"/>
                  <a:pt x="55" y="114"/>
                  <a:pt x="55" y="115"/>
                </a:cubicBezTo>
                <a:cubicBezTo>
                  <a:pt x="56" y="116"/>
                  <a:pt x="56" y="116"/>
                  <a:pt x="56" y="116"/>
                </a:cubicBezTo>
                <a:cubicBezTo>
                  <a:pt x="15" y="187"/>
                  <a:pt x="15" y="187"/>
                  <a:pt x="15" y="187"/>
                </a:cubicBezTo>
                <a:cubicBezTo>
                  <a:pt x="122" y="373"/>
                  <a:pt x="122" y="373"/>
                  <a:pt x="122" y="373"/>
                </a:cubicBezTo>
                <a:cubicBezTo>
                  <a:pt x="338" y="373"/>
                  <a:pt x="338" y="373"/>
                  <a:pt x="338" y="373"/>
                </a:cubicBezTo>
                <a:cubicBezTo>
                  <a:pt x="445" y="187"/>
                  <a:pt x="445" y="187"/>
                  <a:pt x="445" y="187"/>
                </a:cubicBezTo>
                <a:close/>
              </a:path>
            </a:pathLst>
          </a:custGeom>
          <a:solidFill>
            <a:schemeClr val="accent6">
              <a:lumMod val="75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Arial" pitchFamily="34" charset="0"/>
            </a:endParaRPr>
          </a:p>
        </p:txBody>
      </p:sp>
      <p:sp>
        <p:nvSpPr>
          <p:cNvPr id="111" name="Freeform 22"/>
          <p:cNvSpPr>
            <a:spLocks/>
          </p:cNvSpPr>
          <p:nvPr/>
        </p:nvSpPr>
        <p:spPr bwMode="auto">
          <a:xfrm>
            <a:off x="25225684" y="13795993"/>
            <a:ext cx="6400206" cy="4743102"/>
          </a:xfrm>
          <a:custGeom>
            <a:avLst/>
            <a:gdLst/>
            <a:ahLst/>
            <a:cxnLst>
              <a:cxn ang="0">
                <a:pos x="441" y="186"/>
              </a:cxn>
              <a:cxn ang="0">
                <a:pos x="334" y="0"/>
              </a:cxn>
              <a:cxn ang="0">
                <a:pos x="333" y="1"/>
              </a:cxn>
              <a:cxn ang="0">
                <a:pos x="250" y="1"/>
              </a:cxn>
              <a:cxn ang="0">
                <a:pos x="249" y="3"/>
              </a:cxn>
              <a:cxn ang="0">
                <a:pos x="249" y="3"/>
              </a:cxn>
              <a:cxn ang="0">
                <a:pos x="249" y="6"/>
              </a:cxn>
              <a:cxn ang="0">
                <a:pos x="255" y="16"/>
              </a:cxn>
              <a:cxn ang="0">
                <a:pos x="267" y="36"/>
              </a:cxn>
              <a:cxn ang="0">
                <a:pos x="226" y="64"/>
              </a:cxn>
              <a:cxn ang="0">
                <a:pos x="184" y="36"/>
              </a:cxn>
              <a:cxn ang="0">
                <a:pos x="194" y="18"/>
              </a:cxn>
              <a:cxn ang="0">
                <a:pos x="198" y="16"/>
              </a:cxn>
              <a:cxn ang="0">
                <a:pos x="203" y="6"/>
              </a:cxn>
              <a:cxn ang="0">
                <a:pos x="203" y="3"/>
              </a:cxn>
              <a:cxn ang="0">
                <a:pos x="203" y="3"/>
              </a:cxn>
              <a:cxn ang="0">
                <a:pos x="202" y="1"/>
              </a:cxn>
              <a:cxn ang="0">
                <a:pos x="118" y="1"/>
              </a:cxn>
              <a:cxn ang="0">
                <a:pos x="118" y="0"/>
              </a:cxn>
              <a:cxn ang="0">
                <a:pos x="75" y="75"/>
              </a:cxn>
              <a:cxn ang="0">
                <a:pos x="80" y="80"/>
              </a:cxn>
              <a:cxn ang="0">
                <a:pos x="91" y="80"/>
              </a:cxn>
              <a:cxn ang="0">
                <a:pos x="95" y="78"/>
              </a:cxn>
              <a:cxn ang="0">
                <a:pos x="115" y="78"/>
              </a:cxn>
              <a:cxn ang="0">
                <a:pos x="118" y="128"/>
              </a:cxn>
              <a:cxn ang="0">
                <a:pos x="74" y="150"/>
              </a:cxn>
              <a:cxn ang="0">
                <a:pos x="63" y="130"/>
              </a:cxn>
              <a:cxn ang="0">
                <a:pos x="57" y="119"/>
              </a:cxn>
              <a:cxn ang="0">
                <a:pos x="50" y="117"/>
              </a:cxn>
              <a:cxn ang="0">
                <a:pos x="10" y="186"/>
              </a:cxn>
              <a:cxn ang="0">
                <a:pos x="11" y="186"/>
              </a:cxn>
              <a:cxn ang="0">
                <a:pos x="55" y="264"/>
              </a:cxn>
              <a:cxn ang="0">
                <a:pos x="50" y="269"/>
              </a:cxn>
              <a:cxn ang="0">
                <a:pos x="39" y="268"/>
              </a:cxn>
              <a:cxn ang="0">
                <a:pos x="35" y="267"/>
              </a:cxn>
              <a:cxn ang="0">
                <a:pos x="15" y="267"/>
              </a:cxn>
              <a:cxn ang="0">
                <a:pos x="12" y="317"/>
              </a:cxn>
              <a:cxn ang="0">
                <a:pos x="57" y="339"/>
              </a:cxn>
              <a:cxn ang="0">
                <a:pos x="67" y="319"/>
              </a:cxn>
              <a:cxn ang="0">
                <a:pos x="73" y="308"/>
              </a:cxn>
              <a:cxn ang="0">
                <a:pos x="80" y="306"/>
              </a:cxn>
              <a:cxn ang="0">
                <a:pos x="118" y="373"/>
              </a:cxn>
              <a:cxn ang="0">
                <a:pos x="118" y="373"/>
              </a:cxn>
              <a:cxn ang="0">
                <a:pos x="333" y="373"/>
              </a:cxn>
              <a:cxn ang="0">
                <a:pos x="441" y="186"/>
              </a:cxn>
            </a:cxnLst>
            <a:rect l="0" t="0" r="r" b="b"/>
            <a:pathLst>
              <a:path w="441" h="373">
                <a:moveTo>
                  <a:pt x="441" y="186"/>
                </a:moveTo>
                <a:cubicBezTo>
                  <a:pt x="334" y="0"/>
                  <a:pt x="334" y="0"/>
                  <a:pt x="334" y="0"/>
                </a:cubicBezTo>
                <a:cubicBezTo>
                  <a:pt x="333" y="1"/>
                  <a:pt x="333" y="1"/>
                  <a:pt x="333" y="1"/>
                </a:cubicBezTo>
                <a:cubicBezTo>
                  <a:pt x="250" y="1"/>
                  <a:pt x="250" y="1"/>
                  <a:pt x="250" y="1"/>
                </a:cubicBezTo>
                <a:cubicBezTo>
                  <a:pt x="249" y="2"/>
                  <a:pt x="249" y="2"/>
                  <a:pt x="249" y="3"/>
                </a:cubicBezTo>
                <a:cubicBezTo>
                  <a:pt x="249" y="3"/>
                  <a:pt x="249" y="3"/>
                  <a:pt x="249" y="3"/>
                </a:cubicBezTo>
                <a:cubicBezTo>
                  <a:pt x="249" y="4"/>
                  <a:pt x="249" y="5"/>
                  <a:pt x="249" y="6"/>
                </a:cubicBezTo>
                <a:cubicBezTo>
                  <a:pt x="249" y="9"/>
                  <a:pt x="252" y="14"/>
                  <a:pt x="255" y="16"/>
                </a:cubicBezTo>
                <a:cubicBezTo>
                  <a:pt x="258" y="18"/>
                  <a:pt x="267" y="28"/>
                  <a:pt x="267" y="36"/>
                </a:cubicBezTo>
                <a:cubicBezTo>
                  <a:pt x="267" y="51"/>
                  <a:pt x="249" y="64"/>
                  <a:pt x="226" y="64"/>
                </a:cubicBezTo>
                <a:cubicBezTo>
                  <a:pt x="203" y="64"/>
                  <a:pt x="184" y="51"/>
                  <a:pt x="184" y="36"/>
                </a:cubicBezTo>
                <a:cubicBezTo>
                  <a:pt x="184" y="29"/>
                  <a:pt x="188" y="23"/>
                  <a:pt x="194" y="18"/>
                </a:cubicBezTo>
                <a:cubicBezTo>
                  <a:pt x="195" y="17"/>
                  <a:pt x="196" y="16"/>
                  <a:pt x="198" y="16"/>
                </a:cubicBezTo>
                <a:cubicBezTo>
                  <a:pt x="200" y="13"/>
                  <a:pt x="203" y="9"/>
                  <a:pt x="203" y="6"/>
                </a:cubicBezTo>
                <a:cubicBezTo>
                  <a:pt x="203" y="5"/>
                  <a:pt x="203" y="4"/>
                  <a:pt x="203" y="3"/>
                </a:cubicBezTo>
                <a:cubicBezTo>
                  <a:pt x="203" y="3"/>
                  <a:pt x="203" y="3"/>
                  <a:pt x="203" y="3"/>
                </a:cubicBezTo>
                <a:cubicBezTo>
                  <a:pt x="203" y="2"/>
                  <a:pt x="203" y="2"/>
                  <a:pt x="202" y="1"/>
                </a:cubicBezTo>
                <a:cubicBezTo>
                  <a:pt x="118" y="1"/>
                  <a:pt x="118" y="1"/>
                  <a:pt x="118" y="1"/>
                </a:cubicBezTo>
                <a:cubicBezTo>
                  <a:pt x="118" y="0"/>
                  <a:pt x="118" y="0"/>
                  <a:pt x="118" y="0"/>
                </a:cubicBezTo>
                <a:cubicBezTo>
                  <a:pt x="75" y="75"/>
                  <a:pt x="75" y="75"/>
                  <a:pt x="75" y="75"/>
                </a:cubicBezTo>
                <a:cubicBezTo>
                  <a:pt x="76" y="77"/>
                  <a:pt x="77" y="78"/>
                  <a:pt x="80" y="80"/>
                </a:cubicBezTo>
                <a:cubicBezTo>
                  <a:pt x="83" y="82"/>
                  <a:pt x="88" y="81"/>
                  <a:pt x="91" y="80"/>
                </a:cubicBezTo>
                <a:cubicBezTo>
                  <a:pt x="92" y="79"/>
                  <a:pt x="93" y="78"/>
                  <a:pt x="95" y="78"/>
                </a:cubicBezTo>
                <a:cubicBezTo>
                  <a:pt x="102" y="75"/>
                  <a:pt x="109" y="75"/>
                  <a:pt x="115" y="78"/>
                </a:cubicBezTo>
                <a:cubicBezTo>
                  <a:pt x="129" y="86"/>
                  <a:pt x="130" y="108"/>
                  <a:pt x="118" y="128"/>
                </a:cubicBezTo>
                <a:cubicBezTo>
                  <a:pt x="107" y="148"/>
                  <a:pt x="87" y="158"/>
                  <a:pt x="74" y="150"/>
                </a:cubicBezTo>
                <a:cubicBezTo>
                  <a:pt x="66" y="146"/>
                  <a:pt x="63" y="133"/>
                  <a:pt x="63" y="130"/>
                </a:cubicBezTo>
                <a:cubicBezTo>
                  <a:pt x="62" y="126"/>
                  <a:pt x="60" y="121"/>
                  <a:pt x="57" y="119"/>
                </a:cubicBezTo>
                <a:cubicBezTo>
                  <a:pt x="55" y="118"/>
                  <a:pt x="53" y="117"/>
                  <a:pt x="50" y="117"/>
                </a:cubicBezTo>
                <a:cubicBezTo>
                  <a:pt x="10" y="186"/>
                  <a:pt x="10" y="186"/>
                  <a:pt x="10" y="186"/>
                </a:cubicBezTo>
                <a:cubicBezTo>
                  <a:pt x="11" y="186"/>
                  <a:pt x="11" y="186"/>
                  <a:pt x="11" y="186"/>
                </a:cubicBezTo>
                <a:cubicBezTo>
                  <a:pt x="55" y="264"/>
                  <a:pt x="55" y="264"/>
                  <a:pt x="55" y="264"/>
                </a:cubicBezTo>
                <a:cubicBezTo>
                  <a:pt x="54" y="266"/>
                  <a:pt x="53" y="267"/>
                  <a:pt x="50" y="269"/>
                </a:cubicBezTo>
                <a:cubicBezTo>
                  <a:pt x="47" y="270"/>
                  <a:pt x="43" y="270"/>
                  <a:pt x="39" y="268"/>
                </a:cubicBezTo>
                <a:cubicBezTo>
                  <a:pt x="38" y="268"/>
                  <a:pt x="37" y="267"/>
                  <a:pt x="35" y="267"/>
                </a:cubicBezTo>
                <a:cubicBezTo>
                  <a:pt x="28" y="264"/>
                  <a:pt x="21" y="264"/>
                  <a:pt x="15" y="267"/>
                </a:cubicBezTo>
                <a:cubicBezTo>
                  <a:pt x="2" y="275"/>
                  <a:pt x="0" y="297"/>
                  <a:pt x="12" y="317"/>
                </a:cubicBezTo>
                <a:cubicBezTo>
                  <a:pt x="23" y="337"/>
                  <a:pt x="43" y="347"/>
                  <a:pt x="57" y="339"/>
                </a:cubicBezTo>
                <a:cubicBezTo>
                  <a:pt x="64" y="335"/>
                  <a:pt x="67" y="322"/>
                  <a:pt x="67" y="319"/>
                </a:cubicBezTo>
                <a:cubicBezTo>
                  <a:pt x="68" y="315"/>
                  <a:pt x="70" y="310"/>
                  <a:pt x="73" y="308"/>
                </a:cubicBezTo>
                <a:cubicBezTo>
                  <a:pt x="75" y="306"/>
                  <a:pt x="77" y="306"/>
                  <a:pt x="80" y="306"/>
                </a:cubicBezTo>
                <a:cubicBezTo>
                  <a:pt x="118" y="373"/>
                  <a:pt x="118" y="373"/>
                  <a:pt x="118" y="373"/>
                </a:cubicBezTo>
                <a:cubicBezTo>
                  <a:pt x="118" y="373"/>
                  <a:pt x="118" y="373"/>
                  <a:pt x="118" y="373"/>
                </a:cubicBezTo>
                <a:cubicBezTo>
                  <a:pt x="333" y="373"/>
                  <a:pt x="333" y="373"/>
                  <a:pt x="333" y="373"/>
                </a:cubicBezTo>
                <a:lnTo>
                  <a:pt x="441" y="18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5400" b="0" i="0" u="none" strike="noStrike" kern="0" cap="none" spc="0" normalizeH="0" baseline="0" noProof="0" smtClean="0">
              <a:ln>
                <a:noFill/>
              </a:ln>
              <a:solidFill>
                <a:srgbClr val="383838"/>
              </a:solidFill>
              <a:effectLst/>
              <a:uLnTx/>
              <a:uFillTx/>
              <a:latin typeface="Arial" pitchFamily="34" charset="0"/>
            </a:endParaRPr>
          </a:p>
        </p:txBody>
      </p:sp>
      <p:sp>
        <p:nvSpPr>
          <p:cNvPr id="112" name="Rectangle 12"/>
          <p:cNvSpPr/>
          <p:nvPr/>
        </p:nvSpPr>
        <p:spPr>
          <a:xfrm>
            <a:off x="19734073" y="10845904"/>
            <a:ext cx="5310990" cy="3785652"/>
          </a:xfrm>
          <a:prstGeom prst="rect">
            <a:avLst/>
          </a:prstGeom>
        </p:spPr>
        <p:txBody>
          <a:bodyPr wrap="square">
            <a:spAutoFit/>
          </a:bodyPr>
          <a:lstStyle/>
          <a:p>
            <a:pPr lvl="0" algn="ctr" defTabSz="914354">
              <a:defRPr/>
            </a:pPr>
            <a:r>
              <a:rPr lang="ru-RU" sz="4800" kern="0" dirty="0" smtClean="0">
                <a:solidFill>
                  <a:prstClr val="white"/>
                </a:solidFill>
                <a:latin typeface="Calibri" panose="020F0502020204030204" pitchFamily="34" charset="0"/>
                <a:cs typeface="Calibri" panose="020F0502020204030204" pitchFamily="34" charset="0"/>
              </a:rPr>
              <a:t>РАЗРАБОТАНЫ </a:t>
            </a:r>
            <a:r>
              <a:rPr lang="ru-RU" sz="4800" kern="0" dirty="0">
                <a:solidFill>
                  <a:prstClr val="white"/>
                </a:solidFill>
                <a:latin typeface="Calibri" panose="020F0502020204030204" pitchFamily="34" charset="0"/>
                <a:cs typeface="Calibri" panose="020F0502020204030204" pitchFamily="34" charset="0"/>
              </a:rPr>
              <a:t>НАБОРЫ УЧЕБНЫХ МАТЕРИАЛОВ ДЛЯ ТЕМАТИЧЕСКИХ ОБЛАСТЕЙ</a:t>
            </a:r>
          </a:p>
        </p:txBody>
      </p:sp>
      <p:sp>
        <p:nvSpPr>
          <p:cNvPr id="113" name="Rectangle 13"/>
          <p:cNvSpPr/>
          <p:nvPr/>
        </p:nvSpPr>
        <p:spPr>
          <a:xfrm>
            <a:off x="20093183" y="5593160"/>
            <a:ext cx="4187737" cy="1754326"/>
          </a:xfrm>
          <a:prstGeom prst="rect">
            <a:avLst/>
          </a:prstGeom>
        </p:spPr>
        <p:txBody>
          <a:bodyPr wrap="square">
            <a:spAutoFit/>
          </a:bodyPr>
          <a:lstStyle/>
          <a:p>
            <a:pPr lvl="0" algn="ctr" defTabSz="914354">
              <a:defRPr/>
            </a:pPr>
            <a:r>
              <a:rPr lang="ru-RU" sz="5400" kern="0" dirty="0" smtClean="0">
                <a:solidFill>
                  <a:prstClr val="white"/>
                </a:solidFill>
                <a:latin typeface="Calibri" panose="020F0502020204030204" pitchFamily="34" charset="0"/>
                <a:cs typeface="Calibri" panose="020F0502020204030204" pitchFamily="34" charset="0"/>
              </a:rPr>
              <a:t>Философские </a:t>
            </a:r>
            <a:r>
              <a:rPr lang="ru-RU" sz="5400" kern="0" dirty="0">
                <a:solidFill>
                  <a:prstClr val="white"/>
                </a:solidFill>
                <a:latin typeface="Calibri" panose="020F0502020204030204" pitchFamily="34" charset="0"/>
                <a:cs typeface="Calibri" panose="020F0502020204030204" pitchFamily="34" charset="0"/>
              </a:rPr>
              <a:t>основы </a:t>
            </a:r>
            <a:endParaRPr kumimoji="0" lang="en-US" sz="5400" b="0"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14" name="Rectangle 14"/>
          <p:cNvSpPr/>
          <p:nvPr/>
        </p:nvSpPr>
        <p:spPr>
          <a:xfrm>
            <a:off x="19896546" y="18707227"/>
            <a:ext cx="4997153" cy="1754326"/>
          </a:xfrm>
          <a:prstGeom prst="rect">
            <a:avLst/>
          </a:prstGeom>
        </p:spPr>
        <p:txBody>
          <a:bodyPr wrap="square">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ru-RU" sz="54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rPr>
              <a:t>Документация/отчетность</a:t>
            </a:r>
            <a:endParaRPr kumimoji="0" lang="en-US" sz="5400" b="0"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15" name="Rectangle 15"/>
          <p:cNvSpPr/>
          <p:nvPr/>
        </p:nvSpPr>
        <p:spPr>
          <a:xfrm>
            <a:off x="12789865" y="9245310"/>
            <a:ext cx="5909367" cy="1754326"/>
          </a:xfrm>
          <a:prstGeom prst="rect">
            <a:avLst/>
          </a:prstGeom>
        </p:spPr>
        <p:txBody>
          <a:bodyPr wrap="square">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ru-RU" sz="54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rPr>
              <a:t>Исследовательская этика</a:t>
            </a:r>
            <a:endParaRPr kumimoji="0" lang="en-US" sz="5400" b="0"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16" name="Rectangle 16"/>
          <p:cNvSpPr/>
          <p:nvPr/>
        </p:nvSpPr>
        <p:spPr>
          <a:xfrm>
            <a:off x="26768874" y="8368147"/>
            <a:ext cx="3598083" cy="1754326"/>
          </a:xfrm>
          <a:prstGeom prst="rect">
            <a:avLst/>
          </a:prstGeom>
        </p:spPr>
        <p:txBody>
          <a:bodyPr wrap="square">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ru-RU" sz="54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rPr>
              <a:t>Сбор данных</a:t>
            </a:r>
            <a:endParaRPr kumimoji="0" lang="en-US" sz="5400" b="0"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17" name="Rectangle 17"/>
          <p:cNvSpPr/>
          <p:nvPr/>
        </p:nvSpPr>
        <p:spPr>
          <a:xfrm>
            <a:off x="26484711" y="15344554"/>
            <a:ext cx="4233807" cy="1754326"/>
          </a:xfrm>
          <a:prstGeom prst="rect">
            <a:avLst/>
          </a:prstGeom>
        </p:spPr>
        <p:txBody>
          <a:bodyPr wrap="square">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lang="ru-RU" sz="5400" kern="0" dirty="0" smtClean="0">
                <a:solidFill>
                  <a:prstClr val="white"/>
                </a:solidFill>
                <a:latin typeface="Calibri" panose="020F0502020204030204" pitchFamily="34" charset="0"/>
                <a:cs typeface="Calibri" panose="020F0502020204030204" pitchFamily="34" charset="0"/>
              </a:rPr>
              <a:t>Анализ данных</a:t>
            </a:r>
            <a:endParaRPr kumimoji="0" lang="en-US" sz="5400" b="0"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18" name="Rectangle 18"/>
          <p:cNvSpPr/>
          <p:nvPr/>
        </p:nvSpPr>
        <p:spPr>
          <a:xfrm>
            <a:off x="13650485" y="15526980"/>
            <a:ext cx="4937715" cy="923330"/>
          </a:xfrm>
          <a:prstGeom prst="rect">
            <a:avLst/>
          </a:prstGeom>
        </p:spPr>
        <p:txBody>
          <a:bodyPr wrap="square">
            <a:spAutoFit/>
          </a:bodyP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ru-RU" sz="5400" b="0" i="0" u="none" strike="noStrike" kern="0" cap="none" spc="0" normalizeH="0" baseline="0" noProof="0" dirty="0" smtClean="0">
                <a:ln>
                  <a:noFill/>
                </a:ln>
                <a:solidFill>
                  <a:prstClr val="white"/>
                </a:solidFill>
                <a:effectLst/>
                <a:uLnTx/>
                <a:uFillTx/>
                <a:latin typeface="Calibri" panose="020F0502020204030204" pitchFamily="34" charset="0"/>
                <a:cs typeface="Calibri" panose="020F0502020204030204" pitchFamily="34" charset="0"/>
              </a:rPr>
              <a:t>Достоверность</a:t>
            </a:r>
            <a:endParaRPr kumimoji="0" lang="en-US" sz="5400" b="0" i="0" u="none" strike="noStrike" kern="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119"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403851" y="5844506"/>
            <a:ext cx="11165176" cy="21698225"/>
          </a:xfrm>
          <a:ln>
            <a:noFill/>
          </a:ln>
        </p:spPr>
        <p:txBody>
          <a:bodyPr/>
          <a:lstStyle/>
          <a:p>
            <a:pPr marL="857250" indent="-857250" algn="just">
              <a:buFont typeface="Wingdings" panose="05000000000000000000" pitchFamily="2" charset="2"/>
              <a:buChar char="ü"/>
            </a:pPr>
            <a:r>
              <a:rPr lang="ru-RU" sz="6000" dirty="0"/>
              <a:t>Парадигма качественного исследования и различия между двумя типами исследований</a:t>
            </a:r>
          </a:p>
          <a:p>
            <a:pPr marL="857250" indent="-857250" algn="just">
              <a:buFont typeface="Wingdings" panose="05000000000000000000" pitchFamily="2" charset="2"/>
              <a:buChar char="ü"/>
            </a:pPr>
            <a:r>
              <a:rPr lang="ru-RU" sz="6000" dirty="0"/>
              <a:t>Методы сбора информации в качественных сестринских исследованиях и особенности этих методов</a:t>
            </a:r>
          </a:p>
          <a:p>
            <a:pPr marL="857250" indent="-857250" algn="just">
              <a:buFont typeface="Wingdings" panose="05000000000000000000" pitchFamily="2" charset="2"/>
              <a:buChar char="ü"/>
            </a:pPr>
            <a:r>
              <a:rPr lang="ru-RU" sz="6000" dirty="0"/>
              <a:t>Метод контент-анализа, индуктивный и дедуктивный подходы, кодирование</a:t>
            </a:r>
          </a:p>
          <a:p>
            <a:pPr marL="857250" indent="-857250" algn="just">
              <a:buFont typeface="Wingdings" panose="05000000000000000000" pitchFamily="2" charset="2"/>
              <a:buChar char="ü"/>
            </a:pPr>
            <a:r>
              <a:rPr lang="ru-RU" sz="6000" dirty="0"/>
              <a:t>Правильное структурирование, ознакомление с методами исследования.</a:t>
            </a:r>
          </a:p>
          <a:p>
            <a:pPr marL="857250" indent="-857250" algn="just">
              <a:buFont typeface="Wingdings" panose="05000000000000000000" pitchFamily="2" charset="2"/>
              <a:buChar char="ü"/>
            </a:pPr>
            <a:r>
              <a:rPr lang="ru-RU" sz="6000" dirty="0"/>
              <a:t>Методология оценки достоверности качественных исследований.</a:t>
            </a:r>
          </a:p>
          <a:p>
            <a:pPr marL="857250" indent="-857250" algn="just">
              <a:buFont typeface="Wingdings" panose="05000000000000000000" pitchFamily="2" charset="2"/>
              <a:buChar char="ü"/>
            </a:pPr>
            <a:r>
              <a:rPr lang="ru-RU" sz="6000" dirty="0"/>
              <a:t>Этические нормы и правила в качественных исследованиях, </a:t>
            </a:r>
            <a:r>
              <a:rPr lang="ru-RU" sz="6000" dirty="0" smtClean="0"/>
              <a:t>ИС, </a:t>
            </a:r>
            <a:r>
              <a:rPr lang="ru-RU" sz="6000" dirty="0"/>
              <a:t>автономия, избежание вреда</a:t>
            </a:r>
            <a:endParaRPr lang="en-US" sz="6000" dirty="0"/>
          </a:p>
        </p:txBody>
      </p:sp>
      <p:sp>
        <p:nvSpPr>
          <p:cNvPr id="120"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44075" y="4566163"/>
            <a:ext cx="10048875" cy="1200321"/>
          </a:xfrm>
        </p:spPr>
        <p:txBody>
          <a:bodyPr/>
          <a:lstStyle/>
          <a:p>
            <a:r>
              <a:rPr lang="ru-RU" sz="6600" dirty="0"/>
              <a:t>СОДЕРЖАНИЕ ТЕМ</a:t>
            </a:r>
            <a:endParaRPr lang="en-US" sz="6600" dirty="0"/>
          </a:p>
        </p:txBody>
      </p:sp>
      <p:sp>
        <p:nvSpPr>
          <p:cNvPr id="55"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32471719" y="27581865"/>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Подписывайтесь на нас:</a:t>
            </a:r>
            <a:endParaRPr lang="en-US" sz="3600" dirty="0">
              <a:solidFill>
                <a:schemeClr val="bg1"/>
              </a:solidFill>
            </a:endParaRPr>
          </a:p>
        </p:txBody>
      </p:sp>
      <p:sp>
        <p:nvSpPr>
          <p:cNvPr id="56" name="TextBox 55">
            <a:extLst>
              <a:ext uri="{FF2B5EF4-FFF2-40B4-BE49-F238E27FC236}">
                <a16:creationId xmlns:a16="http://schemas.microsoft.com/office/drawing/2014/main" xmlns="" id="{2C6E9F3E-3183-4639-8BD4-4D30DDD1A58D}"/>
              </a:ext>
            </a:extLst>
          </p:cNvPr>
          <p:cNvSpPr txBox="1"/>
          <p:nvPr/>
        </p:nvSpPr>
        <p:spPr>
          <a:xfrm>
            <a:off x="32572401" y="28812945"/>
            <a:ext cx="9857035" cy="2554545"/>
          </a:xfrm>
          <a:prstGeom prst="rect">
            <a:avLst/>
          </a:prstGeom>
          <a:noFill/>
        </p:spPr>
        <p:txBody>
          <a:bodyPr wrap="square" rtlCol="0">
            <a:spAutoFit/>
          </a:bodyPr>
          <a:lstStyle>
            <a:defPPr>
              <a:defRPr kern="1200" smtId="4294967295"/>
            </a:defPPr>
          </a:lstStyle>
          <a:p>
            <a:r>
              <a:rPr lang="en-US" sz="3200" dirty="0"/>
              <a:t>Project website: </a:t>
            </a:r>
            <a:r>
              <a:rPr lang="en-US" sz="3200" u="sng" dirty="0">
                <a:hlinkClick r:id="rId14"/>
              </a:rPr>
              <a:t>http://proinca-nursing.kz/</a:t>
            </a:r>
            <a:endParaRPr lang="en-US" sz="3200" u="sng" dirty="0"/>
          </a:p>
          <a:p>
            <a:r>
              <a:rPr lang="en-US" sz="3200" dirty="0"/>
              <a:t>CNE</a:t>
            </a:r>
            <a:r>
              <a:rPr lang="en-US" sz="3200" u="sng" dirty="0"/>
              <a:t>: </a:t>
            </a:r>
            <a:r>
              <a:rPr lang="en-US" sz="3200" u="sng" dirty="0">
                <a:hlinkClick r:id="rId15"/>
              </a:rPr>
              <a:t>https://nursekz.com</a:t>
            </a:r>
            <a:r>
              <a:rPr lang="en-US" sz="3200" u="sng" dirty="0"/>
              <a:t> </a:t>
            </a:r>
            <a:endParaRPr lang="ru-RU" sz="3200" dirty="0"/>
          </a:p>
          <a:p>
            <a:r>
              <a:rPr lang="en-US" sz="3200" dirty="0"/>
              <a:t>Twitter: </a:t>
            </a:r>
            <a:r>
              <a:rPr lang="en-US" sz="3200" dirty="0" err="1"/>
              <a:t>ProInCa_Nursing</a:t>
            </a:r>
            <a:endParaRPr lang="ru-RU" sz="3200" dirty="0"/>
          </a:p>
          <a:p>
            <a:r>
              <a:rPr lang="en-US" sz="3200" dirty="0"/>
              <a:t>Facebook: </a:t>
            </a:r>
            <a:r>
              <a:rPr lang="en-US" sz="3200" dirty="0" err="1"/>
              <a:t>Proincanursing</a:t>
            </a:r>
            <a:endParaRPr lang="en-US" sz="3200" dirty="0"/>
          </a:p>
          <a:p>
            <a:r>
              <a:rPr lang="en-US" sz="3200" dirty="0"/>
              <a:t>Instagram: </a:t>
            </a:r>
            <a:r>
              <a:rPr lang="en-US" sz="3200" dirty="0" err="1"/>
              <a:t>Proinca_kz</a:t>
            </a:r>
            <a:endParaRPr lang="ru-RU" sz="3200" dirty="0"/>
          </a:p>
        </p:txBody>
      </p:sp>
      <p:sp>
        <p:nvSpPr>
          <p:cNvPr id="57" name="Rectangle 5">
            <a:extLst>
              <a:ext uri="{FF2B5EF4-FFF2-40B4-BE49-F238E27FC236}">
                <a16:creationId xmlns:a16="http://schemas.microsoft.com/office/drawing/2014/main" xmlns="" id="{88D57C6D-9B7C-4799-9EEF-AD493DF30EC4}"/>
              </a:ext>
            </a:extLst>
          </p:cNvPr>
          <p:cNvSpPr>
            <a:spLocks noChangeArrowheads="1"/>
          </p:cNvSpPr>
          <p:nvPr/>
        </p:nvSpPr>
        <p:spPr bwMode="auto">
          <a:xfrm>
            <a:off x="1864198" y="27780370"/>
            <a:ext cx="10058400" cy="784225"/>
          </a:xfrm>
          <a:prstGeom prst="rect">
            <a:avLst/>
          </a:prstGeom>
          <a:solidFill>
            <a:schemeClr val="tx2"/>
          </a:solidFill>
          <a:ln>
            <a:noFill/>
          </a:ln>
          <a:effectLst/>
        </p:spPr>
        <p:txBody>
          <a:bodyPr wrap="none" lIns="274320" tIns="68580" rIns="274320" bIns="68580" anchor="ctr"/>
          <a:lstStyle>
            <a:defPPr>
              <a:defRPr kern="1200" smtId="4294967295"/>
            </a:defPPr>
          </a:lstStyle>
          <a:p>
            <a:pPr defTabSz="4703763"/>
            <a:r>
              <a:rPr lang="ru-RU" sz="3600" dirty="0">
                <a:solidFill>
                  <a:schemeClr val="bg1"/>
                </a:solidFill>
              </a:rPr>
              <a:t>Дальнейшая информация:</a:t>
            </a:r>
            <a:endParaRPr lang="en-US" sz="3600" dirty="0">
              <a:solidFill>
                <a:schemeClr val="bg1"/>
              </a:solidFill>
            </a:endParaRPr>
          </a:p>
        </p:txBody>
      </p:sp>
      <p:sp>
        <p:nvSpPr>
          <p:cNvPr id="58" name="TextBox 57">
            <a:extLst>
              <a:ext uri="{FF2B5EF4-FFF2-40B4-BE49-F238E27FC236}">
                <a16:creationId xmlns:a16="http://schemas.microsoft.com/office/drawing/2014/main" xmlns="" id="{2C6E9F3E-3183-4639-8BD4-4D30DDD1A58D}"/>
              </a:ext>
            </a:extLst>
          </p:cNvPr>
          <p:cNvSpPr txBox="1"/>
          <p:nvPr/>
        </p:nvSpPr>
        <p:spPr>
          <a:xfrm>
            <a:off x="1864198" y="28929996"/>
            <a:ext cx="9857035" cy="2062103"/>
          </a:xfrm>
          <a:prstGeom prst="rect">
            <a:avLst/>
          </a:prstGeom>
          <a:noFill/>
        </p:spPr>
        <p:txBody>
          <a:bodyPr wrap="square" rtlCol="0">
            <a:spAutoFit/>
          </a:bodyPr>
          <a:lstStyle>
            <a:defPPr>
              <a:defRPr kern="1200" smtId="4294967295"/>
            </a:defPPr>
          </a:lstStyle>
          <a:p>
            <a:pPr>
              <a:tabLst>
                <a:tab pos="635000" algn="l"/>
              </a:tabLst>
            </a:pPr>
            <a:r>
              <a:rPr lang="ru-RU" sz="3200" dirty="0" err="1"/>
              <a:t>Йоханна</a:t>
            </a:r>
            <a:r>
              <a:rPr lang="ru-RU" sz="3200" dirty="0"/>
              <a:t> </a:t>
            </a:r>
            <a:r>
              <a:rPr lang="ru-RU" sz="3200" dirty="0" err="1"/>
              <a:t>Хейккиля</a:t>
            </a:r>
            <a:r>
              <a:rPr lang="ru-RU" sz="3200" dirty="0"/>
              <a:t>, </a:t>
            </a:r>
            <a:r>
              <a:rPr lang="ru-RU" sz="3200" dirty="0" err="1"/>
              <a:t>PhD</a:t>
            </a:r>
            <a:r>
              <a:rPr lang="ru-RU" sz="3200" dirty="0"/>
              <a:t>, старший советник-координатор и научный руководитель CBHE </a:t>
            </a:r>
            <a:r>
              <a:rPr lang="ru-RU" sz="3200" dirty="0" err="1"/>
              <a:t>ProInCa</a:t>
            </a:r>
            <a:r>
              <a:rPr lang="en-US" sz="3200" dirty="0"/>
              <a:t/>
            </a:r>
            <a:br>
              <a:rPr lang="en-US" sz="3200" dirty="0"/>
            </a:br>
            <a:r>
              <a:rPr lang="en-US" sz="3200" dirty="0"/>
              <a:t>Tel. +358 40 8488 623 ; +77079488623</a:t>
            </a:r>
            <a:br>
              <a:rPr lang="en-US" sz="3200" dirty="0"/>
            </a:br>
            <a:r>
              <a:rPr lang="en-US" sz="3200" dirty="0"/>
              <a:t>E-mail: </a:t>
            </a:r>
            <a:r>
              <a:rPr lang="en-US" sz="3200" dirty="0" err="1"/>
              <a:t>johanna.heikkila</a:t>
            </a:r>
            <a:r>
              <a:rPr lang="en-US" sz="3200" dirty="0"/>
              <a:t>(at)jamk.fi</a:t>
            </a:r>
          </a:p>
        </p:txBody>
      </p:sp>
      <p:sp>
        <p:nvSpPr>
          <p:cNvPr id="59"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32273011" y="21739619"/>
            <a:ext cx="10620627" cy="5447623"/>
          </a:xfrm>
          <a:ln>
            <a:noFill/>
          </a:ln>
        </p:spPr>
        <p:txBody>
          <a:bodyPr/>
          <a:lstStyle/>
          <a:p>
            <a:pPr algn="just"/>
            <a:r>
              <a:rPr lang="ru-RU" sz="5400" dirty="0" smtClean="0"/>
              <a:t>Материалы </a:t>
            </a:r>
            <a:r>
              <a:rPr lang="ru-RU" sz="5400" dirty="0"/>
              <a:t>в БЕСПЛАТНОМ доступе на двух языках (EN и RU) расположены на электронной платформе </a:t>
            </a:r>
            <a:r>
              <a:rPr lang="ru-RU" sz="5400" dirty="0" err="1"/>
              <a:t>Moodle</a:t>
            </a:r>
            <a:r>
              <a:rPr lang="ru-RU" sz="5400" dirty="0"/>
              <a:t> </a:t>
            </a:r>
            <a:r>
              <a:rPr lang="ru-RU" sz="5400" dirty="0" smtClean="0"/>
              <a:t>Центра совершенствования сестринского </a:t>
            </a:r>
            <a:r>
              <a:rPr lang="ru-RU" sz="5400" dirty="0"/>
              <a:t>дела: </a:t>
            </a:r>
            <a:r>
              <a:rPr lang="ru-RU" sz="5400" dirty="0">
                <a:hlinkClick r:id="rId16"/>
              </a:rPr>
              <a:t>https://</a:t>
            </a:r>
            <a:r>
              <a:rPr lang="ru-RU" sz="5400" dirty="0" smtClean="0">
                <a:hlinkClick r:id="rId16"/>
              </a:rPr>
              <a:t>course.nursekz.com</a:t>
            </a:r>
            <a:r>
              <a:rPr lang="ru-RU" sz="5400" dirty="0" smtClean="0"/>
              <a:t>.</a:t>
            </a:r>
            <a:endParaRPr lang="en-US" sz="5400" dirty="0"/>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1822</TotalTime>
  <Words>296</Words>
  <Application>Microsoft Office PowerPoint</Application>
  <PresentationFormat>Произвольный</PresentationFormat>
  <Paragraphs>41</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Trebuchet MS</vt:lpstr>
      <vt:lpstr>Wingdings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112</cp:revision>
  <dcterms:created xsi:type="dcterms:W3CDTF">2012-02-03T19:11:35Z</dcterms:created>
  <dcterms:modified xsi:type="dcterms:W3CDTF">2020-12-15T08:00:46Z</dcterms:modified>
  <cp:category>Research poster templates</cp:category>
</cp:coreProperties>
</file>