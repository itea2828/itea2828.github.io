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
  </p:notesMasterIdLst>
  <p:handoutMasterIdLst>
    <p:handoutMasterId r:id="rId4"/>
  </p:handoutMasterIdLst>
  <p:sldIdLst>
    <p:sldId id="258" r:id="rId2"/>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6" userDrawn="1">
          <p15:clr>
            <a:srgbClr val="A4A3A4"/>
          </p15:clr>
        </p15:guide>
        <p15:guide id="2" orient="horz" pos="288">
          <p15:clr>
            <a:srgbClr val="A4A3A4"/>
          </p15:clr>
        </p15:guide>
        <p15:guide id="3" orient="horz" pos="19656" userDrawn="1">
          <p15:clr>
            <a:srgbClr val="A4A3A4"/>
          </p15:clr>
        </p15:guide>
        <p15:guide id="4" orient="horz">
          <p15:clr>
            <a:srgbClr val="A4A3A4"/>
          </p15:clr>
        </p15:guide>
        <p15:guide id="5" pos="744" userDrawn="1">
          <p15:clr>
            <a:srgbClr val="A4A3A4"/>
          </p15:clr>
        </p15:guide>
        <p15:guide id="6" pos="270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7868" autoAdjust="0"/>
    <p:restoredTop sz="93979" autoAdjust="0"/>
  </p:normalViewPr>
  <p:slideViewPr>
    <p:cSldViewPr snapToGrid="0" snapToObjects="1" showGuides="1">
      <p:cViewPr varScale="1">
        <p:scale>
          <a:sx n="24" d="100"/>
          <a:sy n="24" d="100"/>
        </p:scale>
        <p:origin x="2058" y="126"/>
      </p:cViewPr>
      <p:guideLst>
        <p:guide orient="horz" pos="2976"/>
        <p:guide orient="horz" pos="288"/>
        <p:guide orient="horz" pos="19656"/>
        <p:guide orient="horz"/>
        <p:guide pos="744"/>
        <p:guide pos="2700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FB7D96-C066-4184-96DE-9099E9652116}" type="doc">
      <dgm:prSet loTypeId="urn:microsoft.com/office/officeart/2005/8/layout/process2" loCatId="process" qsTypeId="urn:microsoft.com/office/officeart/2005/8/quickstyle/simple1" qsCatId="simple" csTypeId="urn:microsoft.com/office/officeart/2005/8/colors/accent3_2" csCatId="accent3" phldr="1"/>
      <dgm:spPr/>
      <dgm:t>
        <a:bodyPr/>
        <a:lstStyle/>
        <a:p>
          <a:endParaRPr lang="ru-RU"/>
        </a:p>
      </dgm:t>
    </dgm:pt>
    <dgm:pt modelId="{86D545A9-73AC-45F8-A1CE-A3AA88CFA9EE}">
      <dgm:prSet phldrT="[Текст]"/>
      <dgm:spPr/>
      <dgm:t>
        <a:bodyPr/>
        <a:lstStyle/>
        <a:p>
          <a:r>
            <a:rPr lang="ru-RU" dirty="0" smtClean="0"/>
            <a:t>Анкета была разработана совместно казахстанскими и европейскими университетами с целью выявления возможных улучшений и потребностей в развитии инфраструктуры сестринских исследований.</a:t>
          </a:r>
          <a:endParaRPr lang="ru-RU" dirty="0"/>
        </a:p>
      </dgm:t>
    </dgm:pt>
    <dgm:pt modelId="{29641374-EB6F-420F-B51F-BB543C272565}" type="parTrans" cxnId="{AE977E0F-0646-4CAF-955D-67C628347CCD}">
      <dgm:prSet/>
      <dgm:spPr/>
      <dgm:t>
        <a:bodyPr/>
        <a:lstStyle/>
        <a:p>
          <a:endParaRPr lang="ru-RU"/>
        </a:p>
      </dgm:t>
    </dgm:pt>
    <dgm:pt modelId="{01059EDD-8A94-4C2A-98C2-4023555734A6}" type="sibTrans" cxnId="{AE977E0F-0646-4CAF-955D-67C628347CCD}">
      <dgm:prSet/>
      <dgm:spPr/>
      <dgm:t>
        <a:bodyPr/>
        <a:lstStyle/>
        <a:p>
          <a:endParaRPr lang="ru-RU" dirty="0"/>
        </a:p>
      </dgm:t>
    </dgm:pt>
    <dgm:pt modelId="{89CD0C55-FFC1-4BBC-AB4B-60061AA2B8B9}">
      <dgm:prSet custT="1"/>
      <dgm:spPr/>
      <dgm:t>
        <a:bodyPr/>
        <a:lstStyle/>
        <a:p>
          <a:pPr algn="just"/>
          <a:r>
            <a:rPr lang="ru-RU" sz="5100" dirty="0" smtClean="0"/>
            <a:t>Было найдено пять рекомендаций по развитию исследовательской инфраструктуры сестринского дела в медицинских университетах Казахстана.</a:t>
          </a:r>
          <a:endParaRPr lang="ru-RU" sz="5100" dirty="0"/>
        </a:p>
      </dgm:t>
    </dgm:pt>
    <dgm:pt modelId="{5DB4A77C-4E99-41A9-82D1-514F87AD8A97}" type="parTrans" cxnId="{CCC1377A-564D-4722-86B8-94E174DC2B86}">
      <dgm:prSet/>
      <dgm:spPr/>
      <dgm:t>
        <a:bodyPr/>
        <a:lstStyle/>
        <a:p>
          <a:endParaRPr lang="ru-RU"/>
        </a:p>
      </dgm:t>
    </dgm:pt>
    <dgm:pt modelId="{1526BAC4-D319-420B-BD86-8570EF5E2454}" type="sibTrans" cxnId="{CCC1377A-564D-4722-86B8-94E174DC2B86}">
      <dgm:prSet/>
      <dgm:spPr/>
      <dgm:t>
        <a:bodyPr/>
        <a:lstStyle/>
        <a:p>
          <a:endParaRPr lang="ru-RU"/>
        </a:p>
      </dgm:t>
    </dgm:pt>
    <dgm:pt modelId="{F42078A6-436A-4FAA-945B-F3FDD9503642}" type="pres">
      <dgm:prSet presAssocID="{C6FB7D96-C066-4184-96DE-9099E9652116}" presName="linearFlow" presStyleCnt="0">
        <dgm:presLayoutVars>
          <dgm:resizeHandles val="exact"/>
        </dgm:presLayoutVars>
      </dgm:prSet>
      <dgm:spPr/>
      <dgm:t>
        <a:bodyPr/>
        <a:lstStyle/>
        <a:p>
          <a:endParaRPr lang="en-US"/>
        </a:p>
      </dgm:t>
    </dgm:pt>
    <dgm:pt modelId="{93E2F26D-F01D-4ABB-A2C4-E81CCFA3F73E}" type="pres">
      <dgm:prSet presAssocID="{86D545A9-73AC-45F8-A1CE-A3AA88CFA9EE}" presName="node" presStyleLbl="node1" presStyleIdx="0" presStyleCnt="2" custScaleX="125186">
        <dgm:presLayoutVars>
          <dgm:bulletEnabled val="1"/>
        </dgm:presLayoutVars>
      </dgm:prSet>
      <dgm:spPr/>
      <dgm:t>
        <a:bodyPr/>
        <a:lstStyle/>
        <a:p>
          <a:endParaRPr lang="en-US"/>
        </a:p>
      </dgm:t>
    </dgm:pt>
    <dgm:pt modelId="{FFE76F8A-FDE8-4BB7-B7D7-B5DFA45D7832}" type="pres">
      <dgm:prSet presAssocID="{01059EDD-8A94-4C2A-98C2-4023555734A6}" presName="sibTrans" presStyleLbl="sibTrans2D1" presStyleIdx="0" presStyleCnt="1"/>
      <dgm:spPr/>
      <dgm:t>
        <a:bodyPr/>
        <a:lstStyle/>
        <a:p>
          <a:endParaRPr lang="en-US"/>
        </a:p>
      </dgm:t>
    </dgm:pt>
    <dgm:pt modelId="{BFED73BC-6CCB-4246-8DC0-24ADF1174F4F}" type="pres">
      <dgm:prSet presAssocID="{01059EDD-8A94-4C2A-98C2-4023555734A6}" presName="connectorText" presStyleLbl="sibTrans2D1" presStyleIdx="0" presStyleCnt="1"/>
      <dgm:spPr/>
      <dgm:t>
        <a:bodyPr/>
        <a:lstStyle/>
        <a:p>
          <a:endParaRPr lang="en-US"/>
        </a:p>
      </dgm:t>
    </dgm:pt>
    <dgm:pt modelId="{7615767A-97A2-4B66-AB3F-8BC36CE36789}" type="pres">
      <dgm:prSet presAssocID="{89CD0C55-FFC1-4BBC-AB4B-60061AA2B8B9}" presName="node" presStyleLbl="node1" presStyleIdx="1" presStyleCnt="2" custScaleX="128290">
        <dgm:presLayoutVars>
          <dgm:bulletEnabled val="1"/>
        </dgm:presLayoutVars>
      </dgm:prSet>
      <dgm:spPr/>
      <dgm:t>
        <a:bodyPr/>
        <a:lstStyle/>
        <a:p>
          <a:endParaRPr lang="en-US"/>
        </a:p>
      </dgm:t>
    </dgm:pt>
  </dgm:ptLst>
  <dgm:cxnLst>
    <dgm:cxn modelId="{4FDD1375-F6DA-4A86-B341-D57C5C88863D}" type="presOf" srcId="{C6FB7D96-C066-4184-96DE-9099E9652116}" destId="{F42078A6-436A-4FAA-945B-F3FDD9503642}" srcOrd="0" destOrd="0" presId="urn:microsoft.com/office/officeart/2005/8/layout/process2"/>
    <dgm:cxn modelId="{AE977E0F-0646-4CAF-955D-67C628347CCD}" srcId="{C6FB7D96-C066-4184-96DE-9099E9652116}" destId="{86D545A9-73AC-45F8-A1CE-A3AA88CFA9EE}" srcOrd="0" destOrd="0" parTransId="{29641374-EB6F-420F-B51F-BB543C272565}" sibTransId="{01059EDD-8A94-4C2A-98C2-4023555734A6}"/>
    <dgm:cxn modelId="{2CFBF436-C42F-400F-8C5A-B99D0A2CA57D}" type="presOf" srcId="{01059EDD-8A94-4C2A-98C2-4023555734A6}" destId="{BFED73BC-6CCB-4246-8DC0-24ADF1174F4F}" srcOrd="1" destOrd="0" presId="urn:microsoft.com/office/officeart/2005/8/layout/process2"/>
    <dgm:cxn modelId="{CCC1377A-564D-4722-86B8-94E174DC2B86}" srcId="{C6FB7D96-C066-4184-96DE-9099E9652116}" destId="{89CD0C55-FFC1-4BBC-AB4B-60061AA2B8B9}" srcOrd="1" destOrd="0" parTransId="{5DB4A77C-4E99-41A9-82D1-514F87AD8A97}" sibTransId="{1526BAC4-D319-420B-BD86-8570EF5E2454}"/>
    <dgm:cxn modelId="{0061D1EE-ED99-45E3-A297-7F49AB8E6571}" type="presOf" srcId="{89CD0C55-FFC1-4BBC-AB4B-60061AA2B8B9}" destId="{7615767A-97A2-4B66-AB3F-8BC36CE36789}" srcOrd="0" destOrd="0" presId="urn:microsoft.com/office/officeart/2005/8/layout/process2"/>
    <dgm:cxn modelId="{20ECEF4C-C947-486C-A1A6-719A00838CD3}" type="presOf" srcId="{01059EDD-8A94-4C2A-98C2-4023555734A6}" destId="{FFE76F8A-FDE8-4BB7-B7D7-B5DFA45D7832}" srcOrd="0" destOrd="0" presId="urn:microsoft.com/office/officeart/2005/8/layout/process2"/>
    <dgm:cxn modelId="{82316D9A-0EAD-43C2-8427-3C3198981813}" type="presOf" srcId="{86D545A9-73AC-45F8-A1CE-A3AA88CFA9EE}" destId="{93E2F26D-F01D-4ABB-A2C4-E81CCFA3F73E}" srcOrd="0" destOrd="0" presId="urn:microsoft.com/office/officeart/2005/8/layout/process2"/>
    <dgm:cxn modelId="{EC237C84-C2FD-4A67-8F3A-D9F00FBAD047}" type="presParOf" srcId="{F42078A6-436A-4FAA-945B-F3FDD9503642}" destId="{93E2F26D-F01D-4ABB-A2C4-E81CCFA3F73E}" srcOrd="0" destOrd="0" presId="urn:microsoft.com/office/officeart/2005/8/layout/process2"/>
    <dgm:cxn modelId="{671CC7C5-9931-4298-ADDF-06200FFF2F37}" type="presParOf" srcId="{F42078A6-436A-4FAA-945B-F3FDD9503642}" destId="{FFE76F8A-FDE8-4BB7-B7D7-B5DFA45D7832}" srcOrd="1" destOrd="0" presId="urn:microsoft.com/office/officeart/2005/8/layout/process2"/>
    <dgm:cxn modelId="{38A9A0EC-27CC-469F-A842-517388004D84}" type="presParOf" srcId="{FFE76F8A-FDE8-4BB7-B7D7-B5DFA45D7832}" destId="{BFED73BC-6CCB-4246-8DC0-24ADF1174F4F}" srcOrd="0" destOrd="0" presId="urn:microsoft.com/office/officeart/2005/8/layout/process2"/>
    <dgm:cxn modelId="{3D6FFFB7-1CC1-44BD-AAB1-F95A36E3E9A1}" type="presParOf" srcId="{F42078A6-436A-4FAA-945B-F3FDD9503642}" destId="{7615767A-97A2-4B66-AB3F-8BC36CE36789}" srcOrd="2" destOrd="0" presId="urn:microsoft.com/office/officeart/2005/8/layout/process2"/>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2F26D-F01D-4ABB-A2C4-E81CCFA3F73E}">
      <dsp:nvSpPr>
        <dsp:cNvPr id="0" name=""/>
        <dsp:cNvSpPr/>
      </dsp:nvSpPr>
      <dsp:spPr>
        <a:xfrm>
          <a:off x="142372" y="7167"/>
          <a:ext cx="11483934" cy="4692638"/>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ctr" defTabSz="1955800">
            <a:lnSpc>
              <a:spcPct val="90000"/>
            </a:lnSpc>
            <a:spcBef>
              <a:spcPct val="0"/>
            </a:spcBef>
            <a:spcAft>
              <a:spcPct val="35000"/>
            </a:spcAft>
          </a:pPr>
          <a:r>
            <a:rPr lang="ru-RU" sz="4400" kern="1200" dirty="0" smtClean="0"/>
            <a:t>Анкета была разработана совместно казахстанскими и европейскими университетами с целью выявления возможных улучшений и потребностей в развитии инфраструктуры сестринских исследований.</a:t>
          </a:r>
          <a:endParaRPr lang="ru-RU" sz="4400" kern="1200" dirty="0"/>
        </a:p>
      </dsp:txBody>
      <dsp:txXfrm>
        <a:off x="279815" y="144610"/>
        <a:ext cx="11209048" cy="4417752"/>
      </dsp:txXfrm>
    </dsp:sp>
    <dsp:sp modelId="{FFE76F8A-FDE8-4BB7-B7D7-B5DFA45D7832}">
      <dsp:nvSpPr>
        <dsp:cNvPr id="0" name=""/>
        <dsp:cNvSpPr/>
      </dsp:nvSpPr>
      <dsp:spPr>
        <a:xfrm rot="5400000">
          <a:off x="5004470" y="4817122"/>
          <a:ext cx="1759739" cy="2111687"/>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555750">
            <a:lnSpc>
              <a:spcPct val="90000"/>
            </a:lnSpc>
            <a:spcBef>
              <a:spcPct val="0"/>
            </a:spcBef>
            <a:spcAft>
              <a:spcPct val="35000"/>
            </a:spcAft>
          </a:pPr>
          <a:endParaRPr lang="ru-RU" sz="3500" kern="1200" dirty="0"/>
        </a:p>
      </dsp:txBody>
      <dsp:txXfrm rot="-5400000">
        <a:off x="5250833" y="4993096"/>
        <a:ext cx="1267013" cy="1231817"/>
      </dsp:txXfrm>
    </dsp:sp>
    <dsp:sp modelId="{7615767A-97A2-4B66-AB3F-8BC36CE36789}">
      <dsp:nvSpPr>
        <dsp:cNvPr id="0" name=""/>
        <dsp:cNvSpPr/>
      </dsp:nvSpPr>
      <dsp:spPr>
        <a:xfrm>
          <a:off x="0" y="7046125"/>
          <a:ext cx="11768680" cy="4692638"/>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lvl="0" algn="just" defTabSz="2266950">
            <a:lnSpc>
              <a:spcPct val="90000"/>
            </a:lnSpc>
            <a:spcBef>
              <a:spcPct val="0"/>
            </a:spcBef>
            <a:spcAft>
              <a:spcPct val="35000"/>
            </a:spcAft>
          </a:pPr>
          <a:r>
            <a:rPr lang="ru-RU" sz="5100" kern="1200" dirty="0" smtClean="0"/>
            <a:t>Было найдено пять рекомендаций по развитию исследовательской инфраструктуры сестринского дела в медицинских университетах Казахстана.</a:t>
          </a:r>
          <a:endParaRPr lang="ru-RU" sz="5100" kern="1200" dirty="0"/>
        </a:p>
      </dsp:txBody>
      <dsp:txXfrm>
        <a:off x="137443" y="7183568"/>
        <a:ext cx="11493794" cy="4417752"/>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12/15/2020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12/15/2020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marL="0" indent="0">
              <a:buFont typeface="Arial" panose="020B0604020202020204" pitchFamily="34" charset="0"/>
              <a:buNone/>
            </a:pPr>
            <a:r>
              <a:rPr lang="en-US" b="1" dirty="0"/>
              <a:t>Read me:</a:t>
            </a:r>
          </a:p>
          <a:p>
            <a:pPr marL="0" indent="0">
              <a:buFont typeface="Arial" panose="020B0604020202020204" pitchFamily="34" charset="0"/>
              <a:buNone/>
            </a:pPr>
            <a:endParaRPr lang="en-US" b="1" dirty="0"/>
          </a:p>
          <a:p>
            <a:pPr marL="0" indent="0">
              <a:buFont typeface="Arial" panose="020B0604020202020204" pitchFamily="34" charset="0"/>
              <a:buNone/>
            </a:pPr>
            <a:r>
              <a:rPr lang="en-US" dirty="0"/>
              <a:t>*Adopt this template accordingly. </a:t>
            </a:r>
          </a:p>
          <a:p>
            <a:pPr marL="857250" indent="-857250">
              <a:buFont typeface="Arial" panose="020B0604020202020204" pitchFamily="34" charset="0"/>
              <a:buChar char="•"/>
            </a:pPr>
            <a:endParaRPr lang="en-US" dirty="0"/>
          </a:p>
          <a:p>
            <a:r>
              <a:rPr lang="en-US" dirty="0"/>
              <a:t>* The headings many be change depending on the type of your study. Please maintain the Font type and Font size as this would affect its appearance on Zoom.  ( </a:t>
            </a:r>
            <a:r>
              <a:rPr lang="en-US" b="1" dirty="0"/>
              <a:t>Title</a:t>
            </a:r>
            <a:r>
              <a:rPr lang="en-US" dirty="0"/>
              <a:t>, Calibri, bold, 80; </a:t>
            </a:r>
            <a:r>
              <a:rPr lang="en-US" b="1" dirty="0"/>
              <a:t>Author</a:t>
            </a:r>
            <a:r>
              <a:rPr lang="en-US" dirty="0"/>
              <a:t>, Calibri, 66; </a:t>
            </a:r>
            <a:r>
              <a:rPr lang="en-US" b="1" dirty="0"/>
              <a:t>Affiliation</a:t>
            </a:r>
            <a:r>
              <a:rPr lang="en-US" dirty="0"/>
              <a:t>, Calibri, 44; </a:t>
            </a:r>
            <a:r>
              <a:rPr lang="en-US" b="1" dirty="0"/>
              <a:t>Subheading</a:t>
            </a:r>
            <a:r>
              <a:rPr lang="en-US" dirty="0"/>
              <a:t>, Calibri, capitalized all, bold, underline, 60; </a:t>
            </a:r>
            <a:r>
              <a:rPr lang="en-US" b="1" dirty="0"/>
              <a:t>Text</a:t>
            </a:r>
            <a:r>
              <a:rPr lang="en-US" dirty="0"/>
              <a:t>, Calibri body, 54; </a:t>
            </a:r>
            <a:r>
              <a:rPr lang="en-US" b="1" dirty="0"/>
              <a:t>Contacts</a:t>
            </a:r>
            <a:r>
              <a:rPr lang="en-US" dirty="0"/>
              <a:t>, Calibri, underline, 40, text is Calibri, 40)		</a:t>
            </a:r>
          </a:p>
          <a:p>
            <a:r>
              <a:rPr lang="en-US" dirty="0"/>
              <a:t>*It is recommended that during the presentation be your </a:t>
            </a:r>
            <a:r>
              <a:rPr lang="en-US" b="1" dirty="0"/>
              <a:t>poster and </a:t>
            </a:r>
            <a:r>
              <a:rPr lang="en-US" dirty="0"/>
              <a:t> </a:t>
            </a:r>
            <a:r>
              <a:rPr lang="en-US" b="1" dirty="0"/>
              <a:t>Zoom</a:t>
            </a:r>
            <a:r>
              <a:rPr lang="en-US" dirty="0"/>
              <a:t> on </a:t>
            </a:r>
            <a:r>
              <a:rPr lang="en-US" b="1" dirty="0"/>
              <a:t>FULL SCREEN. </a:t>
            </a:r>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006920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148074" y="5966815"/>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1148074" y="510983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1090242" y="14181956"/>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681570"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681569" y="5146225"/>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07127"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15064" y="5146225"/>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2763535" y="514622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763535" y="5966815"/>
            <a:ext cx="10047018"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763535" y="1426545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2761019" y="1506797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763535"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761019" y="2643344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1083891" y="14995183"/>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947817"/>
            <a:ext cx="31998968" cy="1280160"/>
          </a:xfrm>
          <a:prstGeom prst="rect">
            <a:avLst/>
          </a:prstGeom>
        </p:spPr>
        <p:txBody>
          <a:bodyPr>
            <a:normAutofit/>
          </a:bodyPr>
          <a:lstStyle>
            <a:lvl1pPr marL="0" indent="0" algn="ctr">
              <a:buFontTx/>
              <a:buNone/>
              <a:defRPr sz="44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628358"/>
            <a:ext cx="31998968" cy="1280160"/>
          </a:xfrm>
          <a:prstGeom prst="rect">
            <a:avLst/>
          </a:prstGeom>
        </p:spPr>
        <p:txBody>
          <a:bodyPr anchor="t" anchorCtr="1">
            <a:normAutofit/>
          </a:bodyPr>
          <a:lstStyle>
            <a:lvl1pPr marL="0" indent="0" algn="ctr">
              <a:buFontTx/>
              <a:buNone/>
              <a:defRPr sz="66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2"/>
            <a:ext cx="31998968" cy="1359394"/>
          </a:xfrm>
          <a:prstGeom prst="rect">
            <a:avLst/>
          </a:prstGeom>
        </p:spPr>
        <p:txBody>
          <a:bodyPr anchor="t" anchorCtr="1">
            <a:normAutofit/>
          </a:bodyPr>
          <a:lstStyle>
            <a:lvl1pPr marL="0" indent="0" algn="ctr">
              <a:buFontTx/>
              <a:buNone/>
              <a:defRPr sz="8000" b="1">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545458512"/>
      </p:ext>
    </p:extLst>
  </p:cSld>
  <p:clrMapOvr>
    <a:masterClrMapping/>
  </p:clrMapOvr>
  <p:extLst>
    <p:ext uri="{DCECCB84-F9BA-43D5-87BE-67443E8EF086}">
      <p15:sldGuideLst xmlns:p15="http://schemas.microsoft.com/office/powerpoint/2012/main">
        <p15:guide id="1" orient="horz" pos="3216">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3" name="Rectangle 36">
            <a:extLst>
              <a:ext uri="{FF2B5EF4-FFF2-40B4-BE49-F238E27FC236}">
                <a16:creationId xmlns:a16="http://schemas.microsoft.com/office/drawing/2014/main" xmlns="" id="{946E5B6B-C0EB-774F-84E6-DB70C1B05BBB}"/>
              </a:ext>
            </a:extLst>
          </p:cNvPr>
          <p:cNvSpPr>
            <a:spLocks noChangeArrowheads="1"/>
          </p:cNvSpPr>
          <p:nvPr userDrawn="1"/>
        </p:nvSpPr>
        <p:spPr bwMode="auto">
          <a:xfrm>
            <a:off x="0" y="31191530"/>
            <a:ext cx="43891200" cy="1726870"/>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4" name="Rectangle 36">
            <a:extLst>
              <a:ext uri="{FF2B5EF4-FFF2-40B4-BE49-F238E27FC236}">
                <a16:creationId xmlns:a16="http://schemas.microsoft.com/office/drawing/2014/main" xmlns="" id="{630A12C4-97F8-4F40-B1A5-92179D7A776E}"/>
              </a:ext>
            </a:extLst>
          </p:cNvPr>
          <p:cNvSpPr>
            <a:spLocks noChangeArrowheads="1"/>
          </p:cNvSpPr>
          <p:nvPr userDrawn="1"/>
        </p:nvSpPr>
        <p:spPr bwMode="auto">
          <a:xfrm>
            <a:off x="0" y="-15834"/>
            <a:ext cx="43891200" cy="5186922"/>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5" name="Rounded Rectangle 4">
            <a:extLst>
              <a:ext uri="{FF2B5EF4-FFF2-40B4-BE49-F238E27FC236}">
                <a16:creationId xmlns:a16="http://schemas.microsoft.com/office/drawing/2014/main" xmlns="" id="{F0E3A844-C1E6-A44D-8098-DA3E856EA7D8}"/>
              </a:ext>
            </a:extLst>
          </p:cNvPr>
          <p:cNvSpPr/>
          <p:nvPr userDrawn="1"/>
        </p:nvSpPr>
        <p:spPr>
          <a:xfrm>
            <a:off x="731517" y="4135663"/>
            <a:ext cx="42428163" cy="27683945"/>
          </a:xfrm>
          <a:prstGeom prst="roundRect">
            <a:avLst>
              <a:gd name="adj" fmla="val 0"/>
            </a:avLst>
          </a:prstGeom>
          <a:solidFill>
            <a:schemeClr val="bg1"/>
          </a:solidFill>
          <a:ln w="19050">
            <a:solidFill>
              <a:schemeClr val="accent1">
                <a:lumMod val="50000"/>
              </a:schemeClr>
            </a:solidFill>
          </a:ln>
          <a:effectLst>
            <a:outerShdw blurRad="355600" sx="101000" sy="101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6" name="Text Box 14">
            <a:extLst>
              <a:ext uri="{FF2B5EF4-FFF2-40B4-BE49-F238E27FC236}">
                <a16:creationId xmlns:a16="http://schemas.microsoft.com/office/drawing/2014/main" xmlns="" id="{D39F7EEB-85E1-AB4C-AFD9-37B035A830F0}"/>
              </a:ext>
            </a:extLst>
          </p:cNvPr>
          <p:cNvSpPr txBox="1">
            <a:spLocks noChangeArrowheads="1"/>
          </p:cNvSpPr>
          <p:nvPr userDrawn="1"/>
        </p:nvSpPr>
        <p:spPr bwMode="auto">
          <a:xfrm>
            <a:off x="731517" y="32054965"/>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8.jpeg"/><Relationship Id="rId18" Type="http://schemas.microsoft.com/office/2007/relationships/diagramDrawing" Target="../diagrams/drawing1.xml"/><Relationship Id="rId3" Type="http://schemas.openxmlformats.org/officeDocument/2006/relationships/image" Target="../media/image1.jpg"/><Relationship Id="rId7" Type="http://schemas.openxmlformats.org/officeDocument/2006/relationships/image" Target="../media/image5.png"/><Relationship Id="rId12" Type="http://schemas.openxmlformats.org/officeDocument/2006/relationships/image" Target="../media/image8.svg"/><Relationship Id="rId17" Type="http://schemas.openxmlformats.org/officeDocument/2006/relationships/diagramColors" Target="../diagrams/colors1.xml"/><Relationship Id="rId2" Type="http://schemas.openxmlformats.org/officeDocument/2006/relationships/notesSlide" Target="../notesSlides/notesSlide1.xml"/><Relationship Id="rId16" Type="http://schemas.openxmlformats.org/officeDocument/2006/relationships/diagramQuickStyle" Target="../diagrams/quickStyle1.xml"/><Relationship Id="rId20" Type="http://schemas.openxmlformats.org/officeDocument/2006/relationships/hyperlink" Target="https://nursekz.com/" TargetMode="Externa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15" Type="http://schemas.openxmlformats.org/officeDocument/2006/relationships/diagramLayout" Target="../diagrams/layout1.xml"/><Relationship Id="rId19" Type="http://schemas.openxmlformats.org/officeDocument/2006/relationships/hyperlink" Target="http://proinca-nursing.kz/" TargetMode="External"/><Relationship Id="rId4" Type="http://schemas.openxmlformats.org/officeDocument/2006/relationships/image" Target="../media/image2.jpg"/><Relationship Id="rId9" Type="http://schemas.openxmlformats.org/officeDocument/2006/relationships/image" Target="../media/image7.png"/><Relationship Id="rId14" Type="http://schemas.openxmlformats.org/officeDocument/2006/relationships/diagramData" Target="../diagrams/data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Rounded Corners 7">
            <a:extLst>
              <a:ext uri="{FF2B5EF4-FFF2-40B4-BE49-F238E27FC236}">
                <a16:creationId xmlns:a16="http://schemas.microsoft.com/office/drawing/2014/main" xmlns="" id="{21AF0B1C-E357-4EAB-A2A9-61A703DE2BB3}"/>
              </a:ext>
            </a:extLst>
          </p:cNvPr>
          <p:cNvSpPr/>
          <p:nvPr/>
        </p:nvSpPr>
        <p:spPr>
          <a:xfrm>
            <a:off x="14633966" y="11532243"/>
            <a:ext cx="5835617" cy="3756925"/>
          </a:xfrm>
          <a:prstGeom prst="roundRect">
            <a:avLst>
              <a:gd name="adj" fmla="val 9276"/>
            </a:avLst>
          </a:prstGeom>
          <a:solidFill>
            <a:schemeClr val="accent5"/>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spcAft>
                <a:spcPts val="600"/>
              </a:spcAft>
            </a:pPr>
            <a:endParaRPr lang="en-US" sz="2000" b="1" cap="all" dirty="0">
              <a:solidFill>
                <a:schemeClr val="bg1"/>
              </a:solidFill>
            </a:endParaRPr>
          </a:p>
        </p:txBody>
      </p:sp>
      <p:sp>
        <p:nvSpPr>
          <p:cNvPr id="43" name="Rectangle: Rounded Corners 8">
            <a:extLst>
              <a:ext uri="{FF2B5EF4-FFF2-40B4-BE49-F238E27FC236}">
                <a16:creationId xmlns:a16="http://schemas.microsoft.com/office/drawing/2014/main" xmlns="" id="{BF51B01A-CCC2-44B1-B0C0-7719FEFE7FBD}"/>
              </a:ext>
            </a:extLst>
          </p:cNvPr>
          <p:cNvSpPr/>
          <p:nvPr/>
        </p:nvSpPr>
        <p:spPr>
          <a:xfrm>
            <a:off x="14682296" y="15416803"/>
            <a:ext cx="5787287" cy="3517076"/>
          </a:xfrm>
          <a:prstGeom prst="roundRect">
            <a:avLst>
              <a:gd name="adj" fmla="val 7633"/>
            </a:avLst>
          </a:prstGeom>
          <a:solidFill>
            <a:schemeClr val="accent3"/>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spcAft>
                <a:spcPts val="600"/>
              </a:spcAft>
            </a:pPr>
            <a:endParaRPr lang="en-US" sz="2000" b="1" cap="all" dirty="0">
              <a:solidFill>
                <a:schemeClr val="bg1"/>
              </a:solidFill>
            </a:endParaRPr>
          </a:p>
        </p:txBody>
      </p:sp>
      <p:sp>
        <p:nvSpPr>
          <p:cNvPr id="44" name="Rectangle: Rounded Corners 9">
            <a:extLst>
              <a:ext uri="{FF2B5EF4-FFF2-40B4-BE49-F238E27FC236}">
                <a16:creationId xmlns:a16="http://schemas.microsoft.com/office/drawing/2014/main" xmlns="" id="{409E913C-7CC5-4AFD-9113-C5464329C55A}"/>
              </a:ext>
            </a:extLst>
          </p:cNvPr>
          <p:cNvSpPr/>
          <p:nvPr/>
        </p:nvSpPr>
        <p:spPr>
          <a:xfrm>
            <a:off x="20648957" y="11559542"/>
            <a:ext cx="5816777" cy="3760020"/>
          </a:xfrm>
          <a:prstGeom prst="roundRect">
            <a:avLst>
              <a:gd name="adj" fmla="val 7633"/>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spcAft>
                <a:spcPts val="600"/>
              </a:spcAft>
            </a:pPr>
            <a:endParaRPr lang="en-US" sz="2000" b="1" cap="all" dirty="0">
              <a:solidFill>
                <a:schemeClr val="bg1"/>
              </a:solidFill>
            </a:endParaRPr>
          </a:p>
        </p:txBody>
      </p:sp>
      <p:sp>
        <p:nvSpPr>
          <p:cNvPr id="45" name="Rectangle: Rounded Corners 10">
            <a:extLst>
              <a:ext uri="{FF2B5EF4-FFF2-40B4-BE49-F238E27FC236}">
                <a16:creationId xmlns:a16="http://schemas.microsoft.com/office/drawing/2014/main" xmlns="" id="{ECCA6CE7-1766-4DDF-80A0-45158CAA9522}"/>
              </a:ext>
            </a:extLst>
          </p:cNvPr>
          <p:cNvSpPr/>
          <p:nvPr/>
        </p:nvSpPr>
        <p:spPr>
          <a:xfrm>
            <a:off x="20625267" y="15516157"/>
            <a:ext cx="5864153" cy="3468812"/>
          </a:xfrm>
          <a:prstGeom prst="roundRect">
            <a:avLst>
              <a:gd name="adj" fmla="val 7633"/>
            </a:avLst>
          </a:prstGeom>
          <a:solidFill>
            <a:schemeClr val="accent6">
              <a:lumMod val="40000"/>
              <a:lumOff val="6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spcAft>
                <a:spcPts val="600"/>
              </a:spcAft>
            </a:pPr>
            <a:endParaRPr lang="en-US" sz="2000" b="1" cap="all" dirty="0">
              <a:solidFill>
                <a:schemeClr val="bg1"/>
              </a:solidFill>
            </a:endParaRPr>
          </a:p>
        </p:txBody>
      </p:sp>
      <p:sp>
        <p:nvSpPr>
          <p:cNvPr id="3" name="Text Placeholder 2">
            <a:extLst>
              <a:ext uri="{FF2B5EF4-FFF2-40B4-BE49-F238E27FC236}">
                <a16:creationId xmlns:a16="http://schemas.microsoft.com/office/drawing/2014/main" xmlns="" id="{5670D40C-5BD0-FC47-BDCE-BDE48A160F35}"/>
              </a:ext>
            </a:extLst>
          </p:cNvPr>
          <p:cNvSpPr>
            <a:spLocks noGrp="1"/>
          </p:cNvSpPr>
          <p:nvPr>
            <p:ph type="body" sz="quarter" idx="11"/>
          </p:nvPr>
        </p:nvSpPr>
        <p:spPr>
          <a:xfrm>
            <a:off x="2347187" y="4511042"/>
            <a:ext cx="10048875" cy="1107988"/>
          </a:xfrm>
        </p:spPr>
        <p:txBody>
          <a:bodyPr/>
          <a:lstStyle/>
          <a:p>
            <a:r>
              <a:rPr lang="kk-KZ" sz="6000" dirty="0" smtClean="0"/>
              <a:t>Актуальность:</a:t>
            </a:r>
            <a:endParaRPr lang="en-US" sz="6000" dirty="0"/>
          </a:p>
        </p:txBody>
      </p:sp>
      <p:sp>
        <p:nvSpPr>
          <p:cNvPr id="5" name="Text Placeholder 4">
            <a:extLst>
              <a:ext uri="{FF2B5EF4-FFF2-40B4-BE49-F238E27FC236}">
                <a16:creationId xmlns:a16="http://schemas.microsoft.com/office/drawing/2014/main" xmlns="" id="{37463DA4-FC08-CE4D-9DCC-0E2B3981D8B6}"/>
              </a:ext>
            </a:extLst>
          </p:cNvPr>
          <p:cNvSpPr>
            <a:spLocks noGrp="1"/>
          </p:cNvSpPr>
          <p:nvPr>
            <p:ph type="body" sz="quarter" idx="21"/>
          </p:nvPr>
        </p:nvSpPr>
        <p:spPr>
          <a:xfrm>
            <a:off x="1658542" y="20026183"/>
            <a:ext cx="8485228" cy="2954633"/>
          </a:xfrm>
          <a:ln>
            <a:noFill/>
          </a:ln>
        </p:spPr>
        <p:txBody>
          <a:bodyPr/>
          <a:lstStyle/>
          <a:p>
            <a:pPr algn="r"/>
            <a:r>
              <a:rPr lang="ru-RU" sz="5400" dirty="0"/>
              <a:t>Выявить изменения в </a:t>
            </a:r>
            <a:r>
              <a:rPr lang="ru-RU" sz="5400" dirty="0" smtClean="0"/>
              <a:t>состоянии инфраструктуры сестринских исследований</a:t>
            </a:r>
            <a:endParaRPr lang="en-US" sz="5400" strike="sngStrike" dirty="0"/>
          </a:p>
        </p:txBody>
      </p:sp>
      <p:sp>
        <p:nvSpPr>
          <p:cNvPr id="6" name="Text Placeholder 5">
            <a:extLst>
              <a:ext uri="{FF2B5EF4-FFF2-40B4-BE49-F238E27FC236}">
                <a16:creationId xmlns:a16="http://schemas.microsoft.com/office/drawing/2014/main" xmlns="" id="{46B6BEA9-4297-E841-A5DF-3FC5A8689F40}"/>
              </a:ext>
            </a:extLst>
          </p:cNvPr>
          <p:cNvSpPr>
            <a:spLocks noGrp="1"/>
          </p:cNvSpPr>
          <p:nvPr>
            <p:ph type="body" sz="quarter" idx="22"/>
          </p:nvPr>
        </p:nvSpPr>
        <p:spPr>
          <a:xfrm>
            <a:off x="3729754" y="19049596"/>
            <a:ext cx="10048875" cy="1107988"/>
          </a:xfrm>
        </p:spPr>
        <p:txBody>
          <a:bodyPr/>
          <a:lstStyle/>
          <a:p>
            <a:r>
              <a:rPr lang="kk-KZ" sz="6000" dirty="0" smtClean="0"/>
              <a:t>ЦЕЛЬ</a:t>
            </a:r>
            <a:r>
              <a:rPr lang="en-US" sz="6000" dirty="0" smtClean="0"/>
              <a:t>:</a:t>
            </a:r>
            <a:endParaRPr lang="en-US" sz="6000" dirty="0"/>
          </a:p>
        </p:txBody>
      </p:sp>
      <p:sp>
        <p:nvSpPr>
          <p:cNvPr id="7" name="Text Placeholder 6">
            <a:extLst>
              <a:ext uri="{FF2B5EF4-FFF2-40B4-BE49-F238E27FC236}">
                <a16:creationId xmlns:a16="http://schemas.microsoft.com/office/drawing/2014/main" xmlns="" id="{675A44F2-261A-4B4F-ADD6-1D08D12764A1}"/>
              </a:ext>
            </a:extLst>
          </p:cNvPr>
          <p:cNvSpPr>
            <a:spLocks noGrp="1"/>
          </p:cNvSpPr>
          <p:nvPr>
            <p:ph type="body" sz="quarter" idx="23"/>
          </p:nvPr>
        </p:nvSpPr>
        <p:spPr>
          <a:xfrm>
            <a:off x="13485934" y="5888333"/>
            <a:ext cx="14123866" cy="3785630"/>
          </a:xfrm>
          <a:ln>
            <a:noFill/>
          </a:ln>
        </p:spPr>
        <p:txBody>
          <a:bodyPr/>
          <a:lstStyle/>
          <a:p>
            <a:pPr marL="685800" indent="-685800" algn="just">
              <a:buFont typeface="Arial" panose="020B0604020202020204" pitchFamily="34" charset="0"/>
              <a:buChar char="•"/>
            </a:pPr>
            <a:r>
              <a:rPr lang="ru-RU" sz="5400" dirty="0"/>
              <a:t>Медицинские университеты </a:t>
            </a:r>
            <a:r>
              <a:rPr lang="ru-RU" sz="5400" dirty="0" smtClean="0"/>
              <a:t>предоставляют </a:t>
            </a:r>
            <a:r>
              <a:rPr lang="ru-RU" sz="5400" dirty="0"/>
              <a:t>исследователям </a:t>
            </a:r>
            <a:r>
              <a:rPr lang="ru-RU" sz="5400" dirty="0" smtClean="0"/>
              <a:t>доступ к основным базам данных, таким </a:t>
            </a:r>
            <a:r>
              <a:rPr lang="ru-RU" sz="5400" dirty="0"/>
              <a:t>как </a:t>
            </a:r>
            <a:r>
              <a:rPr lang="ru-RU" sz="5400" dirty="0" err="1"/>
              <a:t>PubMed</a:t>
            </a:r>
            <a:r>
              <a:rPr lang="ru-RU" sz="5400" dirty="0"/>
              <a:t>, </a:t>
            </a:r>
            <a:r>
              <a:rPr lang="ru-RU" sz="5400" dirty="0" err="1"/>
              <a:t>Medline</a:t>
            </a:r>
            <a:r>
              <a:rPr lang="ru-RU" sz="5400" dirty="0"/>
              <a:t>, </a:t>
            </a:r>
            <a:r>
              <a:rPr lang="ru-RU" sz="5400" dirty="0" err="1"/>
              <a:t>eLibrary</a:t>
            </a:r>
            <a:r>
              <a:rPr lang="ru-RU" sz="5400" dirty="0"/>
              <a:t>, </a:t>
            </a:r>
            <a:r>
              <a:rPr lang="ru-RU" sz="5400" dirty="0" err="1"/>
              <a:t>Science</a:t>
            </a:r>
            <a:r>
              <a:rPr lang="ru-RU" sz="5400" dirty="0"/>
              <a:t> </a:t>
            </a:r>
            <a:r>
              <a:rPr lang="ru-RU" sz="5400" dirty="0" err="1"/>
              <a:t>Direct</a:t>
            </a:r>
            <a:r>
              <a:rPr lang="ru-RU" sz="5400" dirty="0"/>
              <a:t> и </a:t>
            </a:r>
            <a:r>
              <a:rPr lang="ru-RU" sz="5400" dirty="0" err="1"/>
              <a:t>Scopus</a:t>
            </a:r>
            <a:r>
              <a:rPr lang="ru-RU" sz="5400" dirty="0"/>
              <a:t>.</a:t>
            </a:r>
            <a:endParaRPr lang="en-US" sz="5400" dirty="0"/>
          </a:p>
        </p:txBody>
      </p:sp>
      <p:sp>
        <p:nvSpPr>
          <p:cNvPr id="8" name="Text Placeholder 7">
            <a:extLst>
              <a:ext uri="{FF2B5EF4-FFF2-40B4-BE49-F238E27FC236}">
                <a16:creationId xmlns:a16="http://schemas.microsoft.com/office/drawing/2014/main" xmlns="" id="{B143406A-EFD5-2E42-865D-A4660751CC04}"/>
              </a:ext>
            </a:extLst>
          </p:cNvPr>
          <p:cNvSpPr>
            <a:spLocks noGrp="1"/>
          </p:cNvSpPr>
          <p:nvPr>
            <p:ph type="body" sz="quarter" idx="24"/>
          </p:nvPr>
        </p:nvSpPr>
        <p:spPr>
          <a:xfrm>
            <a:off x="15201054" y="4706621"/>
            <a:ext cx="10058400" cy="1107988"/>
          </a:xfrm>
        </p:spPr>
        <p:txBody>
          <a:bodyPr/>
          <a:lstStyle/>
          <a:p>
            <a:r>
              <a:rPr lang="kk-KZ" sz="6000" dirty="0" smtClean="0"/>
              <a:t>Результаты</a:t>
            </a:r>
            <a:r>
              <a:rPr lang="en-US" sz="6000" dirty="0" smtClean="0"/>
              <a:t>:</a:t>
            </a:r>
            <a:endParaRPr lang="en-US" sz="6000" dirty="0"/>
          </a:p>
        </p:txBody>
      </p:sp>
      <p:sp>
        <p:nvSpPr>
          <p:cNvPr id="9" name="Text Placeholder 8">
            <a:extLst>
              <a:ext uri="{FF2B5EF4-FFF2-40B4-BE49-F238E27FC236}">
                <a16:creationId xmlns:a16="http://schemas.microsoft.com/office/drawing/2014/main" xmlns="" id="{C386760F-A20B-7F49-9C12-75A6EA2EB5FA}"/>
              </a:ext>
            </a:extLst>
          </p:cNvPr>
          <p:cNvSpPr>
            <a:spLocks noGrp="1"/>
          </p:cNvSpPr>
          <p:nvPr>
            <p:ph type="body" sz="quarter" idx="25"/>
          </p:nvPr>
        </p:nvSpPr>
        <p:spPr>
          <a:xfrm>
            <a:off x="31720849" y="4711743"/>
            <a:ext cx="10047018" cy="1107988"/>
          </a:xfrm>
        </p:spPr>
        <p:txBody>
          <a:bodyPr/>
          <a:lstStyle/>
          <a:p>
            <a:r>
              <a:rPr lang="ru-RU" sz="6000" dirty="0"/>
              <a:t>Выводы и последствия:</a:t>
            </a:r>
            <a:endParaRPr lang="en-US" sz="6000" dirty="0"/>
          </a:p>
        </p:txBody>
      </p:sp>
      <p:sp>
        <p:nvSpPr>
          <p:cNvPr id="10" name="Text Placeholder 9">
            <a:extLst>
              <a:ext uri="{FF2B5EF4-FFF2-40B4-BE49-F238E27FC236}">
                <a16:creationId xmlns:a16="http://schemas.microsoft.com/office/drawing/2014/main" xmlns="" id="{D765487B-6201-6645-A16D-3E0C337F590E}"/>
              </a:ext>
            </a:extLst>
          </p:cNvPr>
          <p:cNvSpPr>
            <a:spLocks noGrp="1"/>
          </p:cNvSpPr>
          <p:nvPr>
            <p:ph type="body" sz="quarter" idx="26"/>
          </p:nvPr>
        </p:nvSpPr>
        <p:spPr>
          <a:xfrm>
            <a:off x="32367292" y="21083495"/>
            <a:ext cx="9199210" cy="4893625"/>
          </a:xfrm>
          <a:ln>
            <a:noFill/>
          </a:ln>
        </p:spPr>
        <p:txBody>
          <a:bodyPr/>
          <a:lstStyle/>
          <a:p>
            <a:pPr marL="571500" indent="-571500" algn="just">
              <a:buFont typeface="Wingdings" panose="05000000000000000000" pitchFamily="2" charset="2"/>
              <a:buChar char="ü"/>
            </a:pPr>
            <a:r>
              <a:rPr lang="ru-RU" sz="4000" dirty="0">
                <a:latin typeface="+mn-lt"/>
              </a:rPr>
              <a:t>Необходимо продолжить работу по развитию инфраструктуры </a:t>
            </a:r>
            <a:r>
              <a:rPr lang="ru-RU" sz="4000" dirty="0" smtClean="0">
                <a:latin typeface="+mn-lt"/>
              </a:rPr>
              <a:t>сестринских </a:t>
            </a:r>
            <a:r>
              <a:rPr lang="ru-RU" sz="4000" dirty="0">
                <a:latin typeface="+mn-lt"/>
              </a:rPr>
              <a:t>исследований.</a:t>
            </a:r>
          </a:p>
          <a:p>
            <a:pPr marL="2057325" lvl="1" indent="-571500" algn="just">
              <a:buFont typeface="Wingdings" panose="05000000000000000000" pitchFamily="2" charset="2"/>
              <a:buChar char="ü"/>
            </a:pPr>
            <a:r>
              <a:rPr lang="ru-RU" sz="4000" dirty="0">
                <a:latin typeface="+mn-lt"/>
              </a:rPr>
              <a:t>Инвестиции в исследовательские платформы (CINAHL, Качественный анализ)</a:t>
            </a:r>
          </a:p>
        </p:txBody>
      </p:sp>
      <p:sp>
        <p:nvSpPr>
          <p:cNvPr id="16" name="Text Placeholder 15">
            <a:extLst>
              <a:ext uri="{FF2B5EF4-FFF2-40B4-BE49-F238E27FC236}">
                <a16:creationId xmlns:a16="http://schemas.microsoft.com/office/drawing/2014/main" xmlns="" id="{778E60CB-0EBD-4049-BFFD-CAB062A6CA0F}"/>
              </a:ext>
            </a:extLst>
          </p:cNvPr>
          <p:cNvSpPr>
            <a:spLocks noGrp="1"/>
          </p:cNvSpPr>
          <p:nvPr>
            <p:ph type="body" sz="quarter" idx="150"/>
          </p:nvPr>
        </p:nvSpPr>
        <p:spPr>
          <a:xfrm>
            <a:off x="12507686" y="3166516"/>
            <a:ext cx="20312318" cy="893014"/>
          </a:xfrm>
        </p:spPr>
        <p:txBody>
          <a:bodyPr>
            <a:normAutofit/>
          </a:bodyPr>
          <a:lstStyle/>
          <a:p>
            <a:r>
              <a:rPr lang="kk-KZ" dirty="0" smtClean="0"/>
              <a:t>Университет прикладных наук </a:t>
            </a:r>
            <a:r>
              <a:rPr lang="en-US" dirty="0" smtClean="0"/>
              <a:t>JAMK, </a:t>
            </a:r>
            <a:r>
              <a:rPr lang="kk-KZ" dirty="0" smtClean="0"/>
              <a:t>Медицинский университет Караганды</a:t>
            </a:r>
            <a:endParaRPr lang="en-US" dirty="0"/>
          </a:p>
        </p:txBody>
      </p:sp>
      <p:sp>
        <p:nvSpPr>
          <p:cNvPr id="17" name="Text Placeholder 16">
            <a:extLst>
              <a:ext uri="{FF2B5EF4-FFF2-40B4-BE49-F238E27FC236}">
                <a16:creationId xmlns:a16="http://schemas.microsoft.com/office/drawing/2014/main" xmlns="" id="{9AAB1BB2-2685-9042-9343-90636A19089C}"/>
              </a:ext>
            </a:extLst>
          </p:cNvPr>
          <p:cNvSpPr>
            <a:spLocks noGrp="1"/>
          </p:cNvSpPr>
          <p:nvPr>
            <p:ph type="body" sz="quarter" idx="151"/>
          </p:nvPr>
        </p:nvSpPr>
        <p:spPr>
          <a:xfrm>
            <a:off x="10703859" y="2209737"/>
            <a:ext cx="23072017" cy="1180794"/>
          </a:xfrm>
        </p:spPr>
        <p:txBody>
          <a:bodyPr>
            <a:noAutofit/>
          </a:bodyPr>
          <a:lstStyle/>
          <a:p>
            <a:r>
              <a:rPr lang="ru-RU" sz="5400" dirty="0"/>
              <a:t>Сари Ярвинен, Жулдыз </a:t>
            </a:r>
            <a:r>
              <a:rPr lang="ru-RU" sz="5400" dirty="0" err="1"/>
              <a:t>Куаныш</a:t>
            </a:r>
            <a:r>
              <a:rPr lang="ru-RU" sz="5400" dirty="0"/>
              <a:t>, Инеш </a:t>
            </a:r>
            <a:r>
              <a:rPr lang="ru-RU" sz="5400" dirty="0" smtClean="0"/>
              <a:t>Меерманова</a:t>
            </a:r>
            <a:endParaRPr lang="en-US" sz="5400" dirty="0"/>
          </a:p>
        </p:txBody>
      </p:sp>
      <p:sp>
        <p:nvSpPr>
          <p:cNvPr id="18" name="Text Placeholder 17">
            <a:extLst>
              <a:ext uri="{FF2B5EF4-FFF2-40B4-BE49-F238E27FC236}">
                <a16:creationId xmlns:a16="http://schemas.microsoft.com/office/drawing/2014/main" xmlns="" id="{9FFCC562-221F-8240-980C-DCE8D467C705}"/>
              </a:ext>
            </a:extLst>
          </p:cNvPr>
          <p:cNvSpPr>
            <a:spLocks noGrp="1"/>
          </p:cNvSpPr>
          <p:nvPr>
            <p:ph type="body" sz="quarter" idx="153"/>
          </p:nvPr>
        </p:nvSpPr>
        <p:spPr>
          <a:xfrm>
            <a:off x="10302241" y="369081"/>
            <a:ext cx="23546737" cy="1608996"/>
          </a:xfrm>
        </p:spPr>
        <p:txBody>
          <a:bodyPr>
            <a:noAutofit/>
          </a:bodyPr>
          <a:lstStyle/>
          <a:p>
            <a:r>
              <a:rPr lang="ru-RU" sz="6000" dirty="0"/>
              <a:t>Инфраструктура сестринских исследований в медицинских университетах Казахстана</a:t>
            </a:r>
            <a:endParaRPr lang="en-US" sz="6000" dirty="0"/>
          </a:p>
        </p:txBody>
      </p:sp>
      <p:pic>
        <p:nvPicPr>
          <p:cNvPr id="14" name="Рисунок 13"/>
          <p:cNvPicPr>
            <a:picLocks noChangeAspect="1"/>
          </p:cNvPicPr>
          <p:nvPr/>
        </p:nvPicPr>
        <p:blipFill rotWithShape="1">
          <a:blip r:embed="rId3">
            <a:extLst>
              <a:ext uri="{28A0092B-C50C-407E-A947-70E740481C1C}">
                <a14:useLocalDpi xmlns:a14="http://schemas.microsoft.com/office/drawing/2010/main" val="0"/>
              </a:ext>
            </a:extLst>
          </a:blip>
          <a:srcRect t="30008" b="31398"/>
          <a:stretch/>
        </p:blipFill>
        <p:spPr>
          <a:xfrm>
            <a:off x="33848978" y="395434"/>
            <a:ext cx="9319260" cy="3596640"/>
          </a:xfrm>
          <a:prstGeom prst="rect">
            <a:avLst/>
          </a:prstGeom>
        </p:spPr>
      </p:pic>
      <p:pic>
        <p:nvPicPr>
          <p:cNvPr id="19" name="Рисунок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7837" y="501570"/>
            <a:ext cx="9484404" cy="3557960"/>
          </a:xfrm>
          <a:prstGeom prst="rect">
            <a:avLst/>
          </a:prstGeom>
        </p:spPr>
      </p:pic>
      <p:pic>
        <p:nvPicPr>
          <p:cNvPr id="21" name="Рисунок 20"/>
          <p:cNvPicPr>
            <a:picLocks noChangeAspect="1"/>
          </p:cNvPicPr>
          <p:nvPr/>
        </p:nvPicPr>
        <p:blipFill>
          <a:blip r:embed="rId5"/>
          <a:stretch>
            <a:fillRect/>
          </a:stretch>
        </p:blipFill>
        <p:spPr>
          <a:xfrm>
            <a:off x="21399972" y="12144841"/>
            <a:ext cx="4376205" cy="2557379"/>
          </a:xfrm>
          <a:prstGeom prst="rect">
            <a:avLst/>
          </a:prstGeom>
          <a:ln>
            <a:noFill/>
          </a:ln>
          <a:effectLst>
            <a:softEdge rad="112500"/>
          </a:effectLst>
        </p:spPr>
      </p:pic>
      <p:pic>
        <p:nvPicPr>
          <p:cNvPr id="1026" name="Picture 2" descr="Pubmed medline пабмед - основной инструмент для поиска медицинской  информации - обзоры литературы по медицине для диссертаций и грантов -  SciPeopl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37539" y="12318059"/>
            <a:ext cx="4876800" cy="199072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82" name="AutoShape 4" descr="eLIBRARY.RU - НАУЧНАЯ ЭЛЕКТРОННАЯ БИБЛИОТЕКА"/>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3" name="AutoShape 6" descr="eLIBRARY.RU - НАУЧНАЯ ЭЛЕКТРОННАЯ БИБЛИОТЕКА"/>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32" name="Picture 8" descr="Публикации РИНЦ. Что это, зачем и для чего."/>
          <p:cNvPicPr>
            <a:picLocks noChangeAspect="1" noChangeArrowheads="1"/>
          </p:cNvPicPr>
          <p:nvPr/>
        </p:nvPicPr>
        <p:blipFill rotWithShape="1">
          <a:blip r:embed="rId7">
            <a:extLst>
              <a:ext uri="{28A0092B-C50C-407E-A947-70E740481C1C}">
                <a14:useLocalDpi xmlns:a14="http://schemas.microsoft.com/office/drawing/2010/main" val="0"/>
              </a:ext>
            </a:extLst>
          </a:blip>
          <a:srcRect l="17997" t="19267" r="14635" b="30604"/>
          <a:stretch/>
        </p:blipFill>
        <p:spPr bwMode="auto">
          <a:xfrm>
            <a:off x="15137539" y="16363038"/>
            <a:ext cx="4862276" cy="175823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34" name="Picture 10" descr="Открыт тестовый доступ к Кокрейновской библиотеке — Пензенский  государственный университет"/>
          <p:cNvPicPr>
            <a:picLocks noChangeAspect="1" noChangeArrowheads="1"/>
          </p:cNvPicPr>
          <p:nvPr/>
        </p:nvPicPr>
        <p:blipFill rotWithShape="1">
          <a:blip r:embed="rId8">
            <a:extLst>
              <a:ext uri="{28A0092B-C50C-407E-A947-70E740481C1C}">
                <a14:useLocalDpi xmlns:a14="http://schemas.microsoft.com/office/drawing/2010/main" val="0"/>
              </a:ext>
            </a:extLst>
          </a:blip>
          <a:srcRect t="23428" b="25679"/>
          <a:stretch/>
        </p:blipFill>
        <p:spPr bwMode="auto">
          <a:xfrm>
            <a:off x="20961992" y="16301353"/>
            <a:ext cx="5320085" cy="172683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92" name="Rectangle 5">
            <a:extLst>
              <a:ext uri="{FF2B5EF4-FFF2-40B4-BE49-F238E27FC236}">
                <a16:creationId xmlns:a16="http://schemas.microsoft.com/office/drawing/2014/main" xmlns="" id="{88D57C6D-9B7C-4799-9EEF-AD493DF30EC4}"/>
              </a:ext>
            </a:extLst>
          </p:cNvPr>
          <p:cNvSpPr>
            <a:spLocks noChangeArrowheads="1"/>
          </p:cNvSpPr>
          <p:nvPr/>
        </p:nvSpPr>
        <p:spPr bwMode="auto">
          <a:xfrm>
            <a:off x="31709467" y="27430160"/>
            <a:ext cx="10058400" cy="784225"/>
          </a:xfrm>
          <a:prstGeom prst="rect">
            <a:avLst/>
          </a:prstGeom>
          <a:solidFill>
            <a:schemeClr val="tx2"/>
          </a:solidFill>
          <a:ln>
            <a:noFill/>
          </a:ln>
          <a:effectLst/>
        </p:spPr>
        <p:txBody>
          <a:bodyPr wrap="none" lIns="274320" tIns="68580" rIns="274320" bIns="68580" anchor="ctr"/>
          <a:lstStyle>
            <a:defPPr>
              <a:defRPr kern="1200" smtId="4294967295"/>
            </a:defPPr>
          </a:lstStyle>
          <a:p>
            <a:pPr defTabSz="4703763"/>
            <a:r>
              <a:rPr lang="ru-RU" sz="3600" smtClean="0">
                <a:solidFill>
                  <a:schemeClr val="bg1"/>
                </a:solidFill>
              </a:rPr>
              <a:t>Контакты автора</a:t>
            </a:r>
            <a:r>
              <a:rPr lang="en-US" sz="3600" smtClean="0">
                <a:solidFill>
                  <a:schemeClr val="bg1"/>
                </a:solidFill>
              </a:rPr>
              <a:t>:</a:t>
            </a:r>
            <a:endParaRPr lang="en-US" sz="3600" dirty="0">
              <a:solidFill>
                <a:schemeClr val="bg1"/>
              </a:solidFill>
            </a:endParaRPr>
          </a:p>
        </p:txBody>
      </p:sp>
      <p:sp>
        <p:nvSpPr>
          <p:cNvPr id="93" name="TextBox 92">
            <a:extLst>
              <a:ext uri="{FF2B5EF4-FFF2-40B4-BE49-F238E27FC236}">
                <a16:creationId xmlns:a16="http://schemas.microsoft.com/office/drawing/2014/main" xmlns="" id="{2C6E9F3E-3183-4639-8BD4-4D30DDD1A58D}"/>
              </a:ext>
            </a:extLst>
          </p:cNvPr>
          <p:cNvSpPr txBox="1"/>
          <p:nvPr/>
        </p:nvSpPr>
        <p:spPr>
          <a:xfrm>
            <a:off x="31709467" y="28546667"/>
            <a:ext cx="9857035" cy="2062103"/>
          </a:xfrm>
          <a:prstGeom prst="rect">
            <a:avLst/>
          </a:prstGeom>
          <a:noFill/>
        </p:spPr>
        <p:txBody>
          <a:bodyPr wrap="square" rtlCol="0">
            <a:spAutoFit/>
          </a:bodyPr>
          <a:lstStyle>
            <a:defPPr>
              <a:defRPr kern="1200" smtId="4294967295"/>
            </a:defPPr>
          </a:lstStyle>
          <a:p>
            <a:pPr lvl="0">
              <a:buClr>
                <a:srgbClr val="000000"/>
              </a:buClr>
            </a:pPr>
            <a:r>
              <a:rPr lang="ru-RU" sz="3200" dirty="0"/>
              <a:t>Сари Ярвинен, </a:t>
            </a:r>
            <a:r>
              <a:rPr lang="en-US" sz="3200" dirty="0"/>
              <a:t>PhD</a:t>
            </a:r>
            <a:r>
              <a:rPr lang="ru-RU" sz="3200" dirty="0" smtClean="0"/>
              <a:t>, </a:t>
            </a:r>
            <a:r>
              <a:rPr lang="ru-RU" sz="3200" dirty="0"/>
              <a:t>специалист Школы здравоохранения и социальных исследований, Университет прикладных наук JAMK, </a:t>
            </a:r>
            <a:r>
              <a:rPr lang="ru-RU" sz="3200" dirty="0" smtClean="0"/>
              <a:t>Финляндия</a:t>
            </a:r>
          </a:p>
          <a:p>
            <a:pPr lvl="0">
              <a:buClr>
                <a:srgbClr val="000000"/>
              </a:buClr>
            </a:pPr>
            <a:r>
              <a:rPr lang="fi-FI" sz="3200" dirty="0" smtClean="0">
                <a:solidFill>
                  <a:srgbClr val="000000"/>
                </a:solidFill>
              </a:rPr>
              <a:t>E-mail</a:t>
            </a:r>
            <a:r>
              <a:rPr lang="fi-FI" sz="3200" dirty="0">
                <a:solidFill>
                  <a:srgbClr val="000000"/>
                </a:solidFill>
              </a:rPr>
              <a:t>: Sari.Jarvinen@jamk.fi</a:t>
            </a:r>
            <a:endParaRPr lang="fi-FI" sz="3200" dirty="0"/>
          </a:p>
        </p:txBody>
      </p:sp>
      <p:sp>
        <p:nvSpPr>
          <p:cNvPr id="39" name="Rectangle 7">
            <a:extLst>
              <a:ext uri="{FF2B5EF4-FFF2-40B4-BE49-F238E27FC236}">
                <a16:creationId xmlns:a16="http://schemas.microsoft.com/office/drawing/2014/main" xmlns="" id="{21AF0B1C-E357-4EAB-A2A9-61A703DE2BB3}"/>
              </a:ext>
            </a:extLst>
          </p:cNvPr>
          <p:cNvSpPr/>
          <p:nvPr/>
        </p:nvSpPr>
        <p:spPr>
          <a:xfrm>
            <a:off x="16588248" y="22808192"/>
            <a:ext cx="7337071" cy="3889991"/>
          </a:xfrm>
          <a:prstGeom prst="roundRect">
            <a:avLst/>
          </a:prstGeom>
          <a:solidFill>
            <a:schemeClr val="tx1">
              <a:lumMod val="20000"/>
              <a:lumOff val="8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Graphic 17" descr="Warning">
            <a:extLst>
              <a:ext uri="{FF2B5EF4-FFF2-40B4-BE49-F238E27FC236}">
                <a16:creationId xmlns:a16="http://schemas.microsoft.com/office/drawing/2014/main" xmlns="" id="{78036B25-9835-40F2-A13B-A501812AB8C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 xmlns:asvg="http://schemas.microsoft.com/office/drawing/2016/SVG/main" r:embed="rId12"/>
              </a:ext>
            </a:extLst>
          </a:blip>
          <a:stretch>
            <a:fillRect/>
          </a:stretch>
        </p:blipFill>
        <p:spPr>
          <a:xfrm>
            <a:off x="16838156" y="22936086"/>
            <a:ext cx="2923938" cy="2506720"/>
          </a:xfrm>
          <a:prstGeom prst="rect">
            <a:avLst/>
          </a:prstGeom>
        </p:spPr>
      </p:pic>
      <p:pic>
        <p:nvPicPr>
          <p:cNvPr id="41" name="Picture 2" descr="Featured resource: “The Nursing Database,” aka CINAHL – Biomeditations"/>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914393" y="22598680"/>
            <a:ext cx="3561983" cy="237465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6" name="Rectangle: Rounded Corners 30">
            <a:extLst>
              <a:ext uri="{FF2B5EF4-FFF2-40B4-BE49-F238E27FC236}">
                <a16:creationId xmlns:a16="http://schemas.microsoft.com/office/drawing/2014/main" xmlns="" id="{5A3573E5-B2B3-4582-92EE-B0163F42B545}"/>
              </a:ext>
            </a:extLst>
          </p:cNvPr>
          <p:cNvSpPr/>
          <p:nvPr/>
        </p:nvSpPr>
        <p:spPr>
          <a:xfrm>
            <a:off x="14682296" y="9891921"/>
            <a:ext cx="11736868" cy="1607394"/>
          </a:xfrm>
          <a:prstGeom prst="roundRect">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4800" b="1" cap="all" dirty="0"/>
              <a:t>Рисунок 1. Доступные базы данных</a:t>
            </a:r>
            <a:endParaRPr lang="da-DK" sz="4800" b="1" cap="all" dirty="0"/>
          </a:p>
        </p:txBody>
      </p:sp>
      <p:sp>
        <p:nvSpPr>
          <p:cNvPr id="13" name="Прямоугольник 12"/>
          <p:cNvSpPr/>
          <p:nvPr/>
        </p:nvSpPr>
        <p:spPr>
          <a:xfrm>
            <a:off x="14024148" y="19097287"/>
            <a:ext cx="12671252" cy="1754326"/>
          </a:xfrm>
          <a:prstGeom prst="rect">
            <a:avLst/>
          </a:prstGeom>
        </p:spPr>
        <p:txBody>
          <a:bodyPr wrap="square">
            <a:spAutoFit/>
          </a:bodyPr>
          <a:lstStyle/>
          <a:p>
            <a:pPr marL="685800" indent="-685800" algn="just">
              <a:buFont typeface="Arial" panose="020B0604020202020204" pitchFamily="34" charset="0"/>
              <a:buChar char="•"/>
            </a:pPr>
            <a:r>
              <a:rPr lang="ru-RU" sz="5400" dirty="0"/>
              <a:t>Доступ к </a:t>
            </a:r>
            <a:r>
              <a:rPr lang="ru-RU" sz="5400" dirty="0" smtClean="0"/>
              <a:t>сестринским </a:t>
            </a:r>
            <a:r>
              <a:rPr lang="ru-RU" sz="5400" dirty="0"/>
              <a:t>базам данных, таким как CINAHL, не предоставлялся.</a:t>
            </a:r>
            <a:endParaRPr lang="en-US" sz="5400" dirty="0"/>
          </a:p>
        </p:txBody>
      </p:sp>
      <p:sp>
        <p:nvSpPr>
          <p:cNvPr id="49" name="Rectangle: Rounded Corners 30">
            <a:extLst>
              <a:ext uri="{FF2B5EF4-FFF2-40B4-BE49-F238E27FC236}">
                <a16:creationId xmlns:a16="http://schemas.microsoft.com/office/drawing/2014/main" xmlns="" id="{5A3573E5-B2B3-4582-92EE-B0163F42B545}"/>
              </a:ext>
            </a:extLst>
          </p:cNvPr>
          <p:cNvSpPr/>
          <p:nvPr/>
        </p:nvSpPr>
        <p:spPr>
          <a:xfrm>
            <a:off x="14816072" y="21290904"/>
            <a:ext cx="11736868" cy="1384798"/>
          </a:xfrm>
          <a:prstGeom prst="roundRect">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4800" b="1" cap="all" dirty="0"/>
              <a:t>Рисунок 2. </a:t>
            </a:r>
            <a:r>
              <a:rPr lang="ru-RU" sz="4800" b="1" cap="all" dirty="0" err="1" smtClean="0"/>
              <a:t>НЕдоступнЫЕ</a:t>
            </a:r>
            <a:r>
              <a:rPr lang="ru-RU" sz="4800" b="1" cap="all" dirty="0" smtClean="0"/>
              <a:t> </a:t>
            </a:r>
            <a:r>
              <a:rPr lang="ru-RU" sz="4800" b="1" cap="all" dirty="0" err="1" smtClean="0"/>
              <a:t>базЫ</a:t>
            </a:r>
            <a:r>
              <a:rPr lang="ru-RU" sz="4800" b="1" cap="all" dirty="0" smtClean="0"/>
              <a:t> данных</a:t>
            </a:r>
            <a:endParaRPr lang="ru-RU" sz="4800" b="1" cap="all" dirty="0"/>
          </a:p>
        </p:txBody>
      </p:sp>
      <p:graphicFrame>
        <p:nvGraphicFramePr>
          <p:cNvPr id="22" name="Схема 21"/>
          <p:cNvGraphicFramePr/>
          <p:nvPr>
            <p:extLst>
              <p:ext uri="{D42A27DB-BD31-4B8C-83A1-F6EECF244321}">
                <p14:modId xmlns:p14="http://schemas.microsoft.com/office/powerpoint/2010/main" val="8002894"/>
              </p:ext>
            </p:extLst>
          </p:nvPr>
        </p:nvGraphicFramePr>
        <p:xfrm>
          <a:off x="1523232" y="6140189"/>
          <a:ext cx="11768680" cy="11745932"/>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grpSp>
        <p:nvGrpSpPr>
          <p:cNvPr id="51" name="Group 32">
            <a:extLst>
              <a:ext uri="{FF2B5EF4-FFF2-40B4-BE49-F238E27FC236}">
                <a16:creationId xmlns:a16="http://schemas.microsoft.com/office/drawing/2014/main" xmlns="" id="{07091656-C2B8-45F1-9833-D14624753B07}"/>
              </a:ext>
            </a:extLst>
          </p:cNvPr>
          <p:cNvGrpSpPr/>
          <p:nvPr/>
        </p:nvGrpSpPr>
        <p:grpSpPr>
          <a:xfrm>
            <a:off x="9844846" y="21878578"/>
            <a:ext cx="3933784" cy="3933784"/>
            <a:chOff x="3656461" y="2067634"/>
            <a:chExt cx="3520870" cy="3520870"/>
          </a:xfrm>
          <a:scene3d>
            <a:camera prst="perspectiveContrastingLeftFacing"/>
            <a:lightRig rig="soft" dir="t"/>
          </a:scene3d>
        </p:grpSpPr>
        <p:sp>
          <p:nvSpPr>
            <p:cNvPr id="52" name="Oval 33">
              <a:extLst>
                <a:ext uri="{FF2B5EF4-FFF2-40B4-BE49-F238E27FC236}">
                  <a16:creationId xmlns:a16="http://schemas.microsoft.com/office/drawing/2014/main" xmlns="" id="{20EBD807-AC60-4FC1-855D-D207AA71E761}"/>
                </a:ext>
              </a:extLst>
            </p:cNvPr>
            <p:cNvSpPr/>
            <p:nvPr/>
          </p:nvSpPr>
          <p:spPr>
            <a:xfrm>
              <a:off x="3656461" y="2067634"/>
              <a:ext cx="3520869" cy="3520869"/>
            </a:xfrm>
            <a:prstGeom prst="ellipse">
              <a:avLst/>
            </a:prstGeom>
            <a:solidFill>
              <a:schemeClr val="bg1"/>
            </a:solidFill>
            <a:ln>
              <a:noFill/>
            </a:ln>
            <a:sp3d extrusionH="419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solidFill>
                  <a:schemeClr val="tx1"/>
                </a:solidFill>
              </a:endParaRPr>
            </a:p>
          </p:txBody>
        </p:sp>
        <p:sp>
          <p:nvSpPr>
            <p:cNvPr id="53" name="Freeform: Shape 34">
              <a:extLst>
                <a:ext uri="{FF2B5EF4-FFF2-40B4-BE49-F238E27FC236}">
                  <a16:creationId xmlns:a16="http://schemas.microsoft.com/office/drawing/2014/main" xmlns="" id="{E58773B5-0DA7-4052-8ADF-70244BD9A198}"/>
                </a:ext>
              </a:extLst>
            </p:cNvPr>
            <p:cNvSpPr/>
            <p:nvPr/>
          </p:nvSpPr>
          <p:spPr>
            <a:xfrm>
              <a:off x="3656461" y="2067634"/>
              <a:ext cx="3520870" cy="3520870"/>
            </a:xfrm>
            <a:custGeom>
              <a:avLst/>
              <a:gdLst>
                <a:gd name="connsiteX0" fmla="*/ 1760434 w 3520870"/>
                <a:gd name="connsiteY0" fmla="*/ 1598208 h 3520870"/>
                <a:gd name="connsiteX1" fmla="*/ 1922660 w 3520870"/>
                <a:gd name="connsiteY1" fmla="*/ 1760434 h 3520870"/>
                <a:gd name="connsiteX2" fmla="*/ 1760434 w 3520870"/>
                <a:gd name="connsiteY2" fmla="*/ 1922660 h 3520870"/>
                <a:gd name="connsiteX3" fmla="*/ 1598208 w 3520870"/>
                <a:gd name="connsiteY3" fmla="*/ 1760434 h 3520870"/>
                <a:gd name="connsiteX4" fmla="*/ 1760434 w 3520870"/>
                <a:gd name="connsiteY4" fmla="*/ 1598208 h 3520870"/>
                <a:gd name="connsiteX5" fmla="*/ 1760435 w 3520870"/>
                <a:gd name="connsiteY5" fmla="*/ 1123219 h 3520870"/>
                <a:gd name="connsiteX6" fmla="*/ 1123219 w 3520870"/>
                <a:gd name="connsiteY6" fmla="*/ 1760435 h 3520870"/>
                <a:gd name="connsiteX7" fmla="*/ 1760435 w 3520870"/>
                <a:gd name="connsiteY7" fmla="*/ 2397651 h 3520870"/>
                <a:gd name="connsiteX8" fmla="*/ 2397651 w 3520870"/>
                <a:gd name="connsiteY8" fmla="*/ 1760435 h 3520870"/>
                <a:gd name="connsiteX9" fmla="*/ 1760435 w 3520870"/>
                <a:gd name="connsiteY9" fmla="*/ 1123219 h 3520870"/>
                <a:gd name="connsiteX10" fmla="*/ 1760436 w 3520870"/>
                <a:gd name="connsiteY10" fmla="*/ 788327 h 3520870"/>
                <a:gd name="connsiteX11" fmla="*/ 2732544 w 3520870"/>
                <a:gd name="connsiteY11" fmla="*/ 1760435 h 3520870"/>
                <a:gd name="connsiteX12" fmla="*/ 1760436 w 3520870"/>
                <a:gd name="connsiteY12" fmla="*/ 2732543 h 3520870"/>
                <a:gd name="connsiteX13" fmla="*/ 788328 w 3520870"/>
                <a:gd name="connsiteY13" fmla="*/ 1760435 h 3520870"/>
                <a:gd name="connsiteX14" fmla="*/ 1760436 w 3520870"/>
                <a:gd name="connsiteY14" fmla="*/ 788327 h 3520870"/>
                <a:gd name="connsiteX15" fmla="*/ 1760434 w 3520870"/>
                <a:gd name="connsiteY15" fmla="*/ 392331 h 3520870"/>
                <a:gd name="connsiteX16" fmla="*/ 392330 w 3520870"/>
                <a:gd name="connsiteY16" fmla="*/ 1760435 h 3520870"/>
                <a:gd name="connsiteX17" fmla="*/ 1760434 w 3520870"/>
                <a:gd name="connsiteY17" fmla="*/ 3128539 h 3520870"/>
                <a:gd name="connsiteX18" fmla="*/ 3128538 w 3520870"/>
                <a:gd name="connsiteY18" fmla="*/ 1760435 h 3520870"/>
                <a:gd name="connsiteX19" fmla="*/ 1760434 w 3520870"/>
                <a:gd name="connsiteY19" fmla="*/ 392331 h 3520870"/>
                <a:gd name="connsiteX20" fmla="*/ 1760435 w 3520870"/>
                <a:gd name="connsiteY20" fmla="*/ 0 h 3520870"/>
                <a:gd name="connsiteX21" fmla="*/ 3520870 w 3520870"/>
                <a:gd name="connsiteY21" fmla="*/ 1760435 h 3520870"/>
                <a:gd name="connsiteX22" fmla="*/ 1760435 w 3520870"/>
                <a:gd name="connsiteY22" fmla="*/ 3520870 h 3520870"/>
                <a:gd name="connsiteX23" fmla="*/ 0 w 3520870"/>
                <a:gd name="connsiteY23" fmla="*/ 1760435 h 3520870"/>
                <a:gd name="connsiteX24" fmla="*/ 1760435 w 3520870"/>
                <a:gd name="connsiteY24" fmla="*/ 0 h 352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20870" h="3520870">
                  <a:moveTo>
                    <a:pt x="1760434" y="1598208"/>
                  </a:moveTo>
                  <a:cubicBezTo>
                    <a:pt x="1850029" y="1598208"/>
                    <a:pt x="1922660" y="1670839"/>
                    <a:pt x="1922660" y="1760434"/>
                  </a:cubicBezTo>
                  <a:cubicBezTo>
                    <a:pt x="1922660" y="1850029"/>
                    <a:pt x="1850029" y="1922660"/>
                    <a:pt x="1760434" y="1922660"/>
                  </a:cubicBezTo>
                  <a:cubicBezTo>
                    <a:pt x="1670839" y="1922660"/>
                    <a:pt x="1598208" y="1850029"/>
                    <a:pt x="1598208" y="1760434"/>
                  </a:cubicBezTo>
                  <a:cubicBezTo>
                    <a:pt x="1598208" y="1670839"/>
                    <a:pt x="1670839" y="1598208"/>
                    <a:pt x="1760434" y="1598208"/>
                  </a:cubicBezTo>
                  <a:close/>
                  <a:moveTo>
                    <a:pt x="1760435" y="1123219"/>
                  </a:moveTo>
                  <a:cubicBezTo>
                    <a:pt x="1408510" y="1123219"/>
                    <a:pt x="1123219" y="1408510"/>
                    <a:pt x="1123219" y="1760435"/>
                  </a:cubicBezTo>
                  <a:cubicBezTo>
                    <a:pt x="1123219" y="2112360"/>
                    <a:pt x="1408510" y="2397651"/>
                    <a:pt x="1760435" y="2397651"/>
                  </a:cubicBezTo>
                  <a:cubicBezTo>
                    <a:pt x="2112360" y="2397651"/>
                    <a:pt x="2397651" y="2112360"/>
                    <a:pt x="2397651" y="1760435"/>
                  </a:cubicBezTo>
                  <a:cubicBezTo>
                    <a:pt x="2397651" y="1408510"/>
                    <a:pt x="2112360" y="1123219"/>
                    <a:pt x="1760435" y="1123219"/>
                  </a:cubicBezTo>
                  <a:close/>
                  <a:moveTo>
                    <a:pt x="1760436" y="788327"/>
                  </a:moveTo>
                  <a:cubicBezTo>
                    <a:pt x="2297316" y="788327"/>
                    <a:pt x="2732544" y="1223555"/>
                    <a:pt x="2732544" y="1760435"/>
                  </a:cubicBezTo>
                  <a:cubicBezTo>
                    <a:pt x="2732544" y="2297315"/>
                    <a:pt x="2297316" y="2732543"/>
                    <a:pt x="1760436" y="2732543"/>
                  </a:cubicBezTo>
                  <a:cubicBezTo>
                    <a:pt x="1223556" y="2732543"/>
                    <a:pt x="788328" y="2297315"/>
                    <a:pt x="788328" y="1760435"/>
                  </a:cubicBezTo>
                  <a:cubicBezTo>
                    <a:pt x="788328" y="1223555"/>
                    <a:pt x="1223556" y="788327"/>
                    <a:pt x="1760436" y="788327"/>
                  </a:cubicBezTo>
                  <a:close/>
                  <a:moveTo>
                    <a:pt x="1760434" y="392331"/>
                  </a:moveTo>
                  <a:cubicBezTo>
                    <a:pt x="1004851" y="392331"/>
                    <a:pt x="392330" y="1004852"/>
                    <a:pt x="392330" y="1760435"/>
                  </a:cubicBezTo>
                  <a:cubicBezTo>
                    <a:pt x="392330" y="2516018"/>
                    <a:pt x="1004851" y="3128539"/>
                    <a:pt x="1760434" y="3128539"/>
                  </a:cubicBezTo>
                  <a:cubicBezTo>
                    <a:pt x="2516017" y="3128539"/>
                    <a:pt x="3128538" y="2516018"/>
                    <a:pt x="3128538" y="1760435"/>
                  </a:cubicBezTo>
                  <a:cubicBezTo>
                    <a:pt x="3128538" y="1004852"/>
                    <a:pt x="2516017" y="392331"/>
                    <a:pt x="1760434" y="392331"/>
                  </a:cubicBezTo>
                  <a:close/>
                  <a:moveTo>
                    <a:pt x="1760435" y="0"/>
                  </a:moveTo>
                  <a:cubicBezTo>
                    <a:pt x="2732696" y="0"/>
                    <a:pt x="3520870" y="788174"/>
                    <a:pt x="3520870" y="1760435"/>
                  </a:cubicBezTo>
                  <a:cubicBezTo>
                    <a:pt x="3520870" y="2732696"/>
                    <a:pt x="2732696" y="3520870"/>
                    <a:pt x="1760435" y="3520870"/>
                  </a:cubicBezTo>
                  <a:cubicBezTo>
                    <a:pt x="788174" y="3520870"/>
                    <a:pt x="0" y="2732696"/>
                    <a:pt x="0" y="1760435"/>
                  </a:cubicBezTo>
                  <a:cubicBezTo>
                    <a:pt x="0" y="788174"/>
                    <a:pt x="788174" y="0"/>
                    <a:pt x="1760435" y="0"/>
                  </a:cubicBezTo>
                  <a:close/>
                </a:path>
              </a:pathLst>
            </a:custGeom>
            <a:solidFill>
              <a:schemeClr val="accent5"/>
            </a:solidFill>
            <a:ln>
              <a:noFill/>
            </a:ln>
            <a:sp3d extrusionH="419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solidFill>
                  <a:schemeClr val="tx1"/>
                </a:solidFill>
              </a:endParaRPr>
            </a:p>
          </p:txBody>
        </p:sp>
      </p:grpSp>
      <p:sp>
        <p:nvSpPr>
          <p:cNvPr id="54" name="Rectangle 37">
            <a:extLst>
              <a:ext uri="{FF2B5EF4-FFF2-40B4-BE49-F238E27FC236}">
                <a16:creationId xmlns:a16="http://schemas.microsoft.com/office/drawing/2014/main" xmlns="" id="{D926402E-C179-4662-B9FB-B3C180B3A2E6}"/>
              </a:ext>
            </a:extLst>
          </p:cNvPr>
          <p:cNvSpPr/>
          <p:nvPr/>
        </p:nvSpPr>
        <p:spPr>
          <a:xfrm rot="10800000">
            <a:off x="2113048" y="23679687"/>
            <a:ext cx="9647330" cy="23999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55" name="Freeform: Shape 35">
            <a:extLst>
              <a:ext uri="{FF2B5EF4-FFF2-40B4-BE49-F238E27FC236}">
                <a16:creationId xmlns:a16="http://schemas.microsoft.com/office/drawing/2014/main" xmlns="" id="{7AA29BA5-F958-47FD-BBE9-83E16B497CAB}"/>
              </a:ext>
            </a:extLst>
          </p:cNvPr>
          <p:cNvSpPr/>
          <p:nvPr/>
        </p:nvSpPr>
        <p:spPr>
          <a:xfrm rot="10800000">
            <a:off x="2347187" y="23839525"/>
            <a:ext cx="1569996" cy="231623"/>
          </a:xfrm>
          <a:custGeom>
            <a:avLst/>
            <a:gdLst>
              <a:gd name="connsiteX0" fmla="*/ 1483052 w 1899735"/>
              <a:gd name="connsiteY0" fmla="*/ 51 h 308831"/>
              <a:gd name="connsiteX1" fmla="*/ 1701842 w 1899735"/>
              <a:gd name="connsiteY1" fmla="*/ 35876 h 308831"/>
              <a:gd name="connsiteX2" fmla="*/ 1899735 w 1899735"/>
              <a:gd name="connsiteY2" fmla="*/ 308831 h 308831"/>
              <a:gd name="connsiteX3" fmla="*/ 0 w 1899735"/>
              <a:gd name="connsiteY3" fmla="*/ 308831 h 308831"/>
              <a:gd name="connsiteX4" fmla="*/ 22315 w 1899735"/>
              <a:gd name="connsiteY4" fmla="*/ 304620 h 308831"/>
              <a:gd name="connsiteX5" fmla="*/ 152821 w 1899735"/>
              <a:gd name="connsiteY5" fmla="*/ 274712 h 308831"/>
              <a:gd name="connsiteX6" fmla="*/ 1162756 w 1899735"/>
              <a:gd name="connsiteY6" fmla="*/ 29052 h 308831"/>
              <a:gd name="connsiteX7" fmla="*/ 1483052 w 1899735"/>
              <a:gd name="connsiteY7" fmla="*/ 51 h 308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99735" h="308831">
                <a:moveTo>
                  <a:pt x="1483052" y="51"/>
                </a:moveTo>
                <a:cubicBezTo>
                  <a:pt x="1570198" y="904"/>
                  <a:pt x="1640427" y="12561"/>
                  <a:pt x="1701842" y="35876"/>
                </a:cubicBezTo>
                <a:cubicBezTo>
                  <a:pt x="1824672" y="82506"/>
                  <a:pt x="1863341" y="261064"/>
                  <a:pt x="1899735" y="308831"/>
                </a:cubicBezTo>
                <a:lnTo>
                  <a:pt x="0" y="308831"/>
                </a:lnTo>
                <a:lnTo>
                  <a:pt x="22315" y="304620"/>
                </a:lnTo>
                <a:cubicBezTo>
                  <a:pt x="61268" y="297174"/>
                  <a:pt x="107329" y="287507"/>
                  <a:pt x="152821" y="274712"/>
                </a:cubicBezTo>
                <a:cubicBezTo>
                  <a:pt x="334791" y="223533"/>
                  <a:pt x="904586" y="68858"/>
                  <a:pt x="1162756" y="29052"/>
                </a:cubicBezTo>
                <a:cubicBezTo>
                  <a:pt x="1291841" y="9149"/>
                  <a:pt x="1395905" y="-803"/>
                  <a:pt x="1483052" y="51"/>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56" name="Freeform: Shape 36">
            <a:extLst>
              <a:ext uri="{FF2B5EF4-FFF2-40B4-BE49-F238E27FC236}">
                <a16:creationId xmlns:a16="http://schemas.microsoft.com/office/drawing/2014/main" xmlns="" id="{F7C3A71E-6270-4A74-A494-D195831053A8}"/>
              </a:ext>
            </a:extLst>
          </p:cNvPr>
          <p:cNvSpPr/>
          <p:nvPr/>
        </p:nvSpPr>
        <p:spPr>
          <a:xfrm rot="10800000" flipV="1">
            <a:off x="2347187" y="23530453"/>
            <a:ext cx="1569996" cy="231623"/>
          </a:xfrm>
          <a:custGeom>
            <a:avLst/>
            <a:gdLst>
              <a:gd name="connsiteX0" fmla="*/ 1483052 w 1899735"/>
              <a:gd name="connsiteY0" fmla="*/ 51 h 308831"/>
              <a:gd name="connsiteX1" fmla="*/ 1701842 w 1899735"/>
              <a:gd name="connsiteY1" fmla="*/ 35876 h 308831"/>
              <a:gd name="connsiteX2" fmla="*/ 1899735 w 1899735"/>
              <a:gd name="connsiteY2" fmla="*/ 308831 h 308831"/>
              <a:gd name="connsiteX3" fmla="*/ 0 w 1899735"/>
              <a:gd name="connsiteY3" fmla="*/ 308831 h 308831"/>
              <a:gd name="connsiteX4" fmla="*/ 22315 w 1899735"/>
              <a:gd name="connsiteY4" fmla="*/ 304620 h 308831"/>
              <a:gd name="connsiteX5" fmla="*/ 152821 w 1899735"/>
              <a:gd name="connsiteY5" fmla="*/ 274712 h 308831"/>
              <a:gd name="connsiteX6" fmla="*/ 1162756 w 1899735"/>
              <a:gd name="connsiteY6" fmla="*/ 29052 h 308831"/>
              <a:gd name="connsiteX7" fmla="*/ 1483052 w 1899735"/>
              <a:gd name="connsiteY7" fmla="*/ 51 h 308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99735" h="308831">
                <a:moveTo>
                  <a:pt x="1483052" y="51"/>
                </a:moveTo>
                <a:cubicBezTo>
                  <a:pt x="1570198" y="904"/>
                  <a:pt x="1640427" y="12561"/>
                  <a:pt x="1701842" y="35876"/>
                </a:cubicBezTo>
                <a:cubicBezTo>
                  <a:pt x="1824672" y="82506"/>
                  <a:pt x="1863341" y="261064"/>
                  <a:pt x="1899735" y="308831"/>
                </a:cubicBezTo>
                <a:lnTo>
                  <a:pt x="0" y="308831"/>
                </a:lnTo>
                <a:lnTo>
                  <a:pt x="22315" y="304620"/>
                </a:lnTo>
                <a:cubicBezTo>
                  <a:pt x="61268" y="297174"/>
                  <a:pt x="107329" y="287507"/>
                  <a:pt x="152821" y="274712"/>
                </a:cubicBezTo>
                <a:cubicBezTo>
                  <a:pt x="334791" y="223533"/>
                  <a:pt x="904586" y="68858"/>
                  <a:pt x="1162756" y="29052"/>
                </a:cubicBezTo>
                <a:cubicBezTo>
                  <a:pt x="1291841" y="9149"/>
                  <a:pt x="1395905" y="-803"/>
                  <a:pt x="1483052" y="51"/>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cxnSp>
        <p:nvCxnSpPr>
          <p:cNvPr id="57" name="Straight Connector 75">
            <a:extLst>
              <a:ext uri="{FF2B5EF4-FFF2-40B4-BE49-F238E27FC236}">
                <a16:creationId xmlns:a16="http://schemas.microsoft.com/office/drawing/2014/main" xmlns="" id="{D66B0CAC-30E2-4EBB-B330-944926D7A026}"/>
              </a:ext>
            </a:extLst>
          </p:cNvPr>
          <p:cNvCxnSpPr>
            <a:cxnSpLocks/>
          </p:cNvCxnSpPr>
          <p:nvPr/>
        </p:nvCxnSpPr>
        <p:spPr>
          <a:xfrm>
            <a:off x="10113665" y="19097287"/>
            <a:ext cx="0" cy="4582400"/>
          </a:xfrm>
          <a:prstGeom prst="line">
            <a:avLst/>
          </a:prstGeom>
          <a:ln>
            <a:solidFill>
              <a:schemeClr val="accent5"/>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97" name="Group 11">
            <a:extLst>
              <a:ext uri="{FF2B5EF4-FFF2-40B4-BE49-F238E27FC236}">
                <a16:creationId xmlns:a16="http://schemas.microsoft.com/office/drawing/2014/main" xmlns="" id="{0FEFE211-8541-42B9-A137-8056322D95F1}"/>
              </a:ext>
            </a:extLst>
          </p:cNvPr>
          <p:cNvGrpSpPr/>
          <p:nvPr/>
        </p:nvGrpSpPr>
        <p:grpSpPr>
          <a:xfrm flipH="1">
            <a:off x="27007447" y="9661639"/>
            <a:ext cx="4650283" cy="15364207"/>
            <a:chOff x="4007767" y="2262697"/>
            <a:chExt cx="1882393" cy="3620722"/>
          </a:xfrm>
        </p:grpSpPr>
        <p:sp>
          <p:nvSpPr>
            <p:cNvPr id="98" name="Freeform 137">
              <a:extLst>
                <a:ext uri="{FF2B5EF4-FFF2-40B4-BE49-F238E27FC236}">
                  <a16:creationId xmlns:a16="http://schemas.microsoft.com/office/drawing/2014/main" xmlns="" id="{D0C6ADA5-D70C-4EC1-9CBC-35E386309542}"/>
                </a:ext>
              </a:extLst>
            </p:cNvPr>
            <p:cNvSpPr>
              <a:spLocks/>
            </p:cNvSpPr>
            <p:nvPr/>
          </p:nvSpPr>
          <p:spPr bwMode="auto">
            <a:xfrm rot="19222521">
              <a:off x="4156355" y="4797073"/>
              <a:ext cx="727004" cy="1086346"/>
            </a:xfrm>
            <a:custGeom>
              <a:avLst/>
              <a:gdLst>
                <a:gd name="T0" fmla="*/ 1685 w 1749"/>
                <a:gd name="T1" fmla="*/ 1755 h 2611"/>
                <a:gd name="T2" fmla="*/ 1542 w 1749"/>
                <a:gd name="T3" fmla="*/ 1339 h 2611"/>
                <a:gd name="T4" fmla="*/ 1436 w 1749"/>
                <a:gd name="T5" fmla="*/ 1121 h 2611"/>
                <a:gd name="T6" fmla="*/ 1281 w 1749"/>
                <a:gd name="T7" fmla="*/ 842 h 2611"/>
                <a:gd name="T8" fmla="*/ 918 w 1749"/>
                <a:gd name="T9" fmla="*/ 425 h 2611"/>
                <a:gd name="T10" fmla="*/ 649 w 1749"/>
                <a:gd name="T11" fmla="*/ 258 h 2611"/>
                <a:gd name="T12" fmla="*/ 391 w 1749"/>
                <a:gd name="T13" fmla="*/ 185 h 2611"/>
                <a:gd name="T14" fmla="*/ 490 w 1749"/>
                <a:gd name="T15" fmla="*/ 177 h 2611"/>
                <a:gd name="T16" fmla="*/ 938 w 1749"/>
                <a:gd name="T17" fmla="*/ 158 h 2611"/>
                <a:gd name="T18" fmla="*/ 938 w 1749"/>
                <a:gd name="T19" fmla="*/ 106 h 2611"/>
                <a:gd name="T20" fmla="*/ 870 w 1749"/>
                <a:gd name="T21" fmla="*/ 98 h 2611"/>
                <a:gd name="T22" fmla="*/ 835 w 1749"/>
                <a:gd name="T23" fmla="*/ 94 h 2611"/>
                <a:gd name="T24" fmla="*/ 867 w 1749"/>
                <a:gd name="T25" fmla="*/ 88 h 2611"/>
                <a:gd name="T26" fmla="*/ 894 w 1749"/>
                <a:gd name="T27" fmla="*/ 50 h 2611"/>
                <a:gd name="T28" fmla="*/ 866 w 1749"/>
                <a:gd name="T29" fmla="*/ 24 h 2611"/>
                <a:gd name="T30" fmla="*/ 779 w 1749"/>
                <a:gd name="T31" fmla="*/ 22 h 2611"/>
                <a:gd name="T32" fmla="*/ 95 w 1749"/>
                <a:gd name="T33" fmla="*/ 1 h 2611"/>
                <a:gd name="T34" fmla="*/ 62 w 1749"/>
                <a:gd name="T35" fmla="*/ 11 h 2611"/>
                <a:gd name="T36" fmla="*/ 34 w 1749"/>
                <a:gd name="T37" fmla="*/ 30 h 2611"/>
                <a:gd name="T38" fmla="*/ 0 w 1749"/>
                <a:gd name="T39" fmla="*/ 61 h 2611"/>
                <a:gd name="T40" fmla="*/ 220 w 1749"/>
                <a:gd name="T41" fmla="*/ 351 h 2611"/>
                <a:gd name="T42" fmla="*/ 414 w 1749"/>
                <a:gd name="T43" fmla="*/ 573 h 2611"/>
                <a:gd name="T44" fmla="*/ 583 w 1749"/>
                <a:gd name="T45" fmla="*/ 767 h 2611"/>
                <a:gd name="T46" fmla="*/ 616 w 1749"/>
                <a:gd name="T47" fmla="*/ 735 h 2611"/>
                <a:gd name="T48" fmla="*/ 587 w 1749"/>
                <a:gd name="T49" fmla="*/ 700 h 2611"/>
                <a:gd name="T50" fmla="*/ 621 w 1749"/>
                <a:gd name="T51" fmla="*/ 676 h 2611"/>
                <a:gd name="T52" fmla="*/ 670 w 1749"/>
                <a:gd name="T53" fmla="*/ 722 h 2611"/>
                <a:gd name="T54" fmla="*/ 706 w 1749"/>
                <a:gd name="T55" fmla="*/ 685 h 2611"/>
                <a:gd name="T56" fmla="*/ 332 w 1749"/>
                <a:gd name="T57" fmla="*/ 255 h 2611"/>
                <a:gd name="T58" fmla="*/ 432 w 1749"/>
                <a:gd name="T59" fmla="*/ 303 h 2611"/>
                <a:gd name="T60" fmla="*/ 804 w 1749"/>
                <a:gd name="T61" fmla="*/ 604 h 2611"/>
                <a:gd name="T62" fmla="*/ 1027 w 1749"/>
                <a:gd name="T63" fmla="*/ 863 h 2611"/>
                <a:gd name="T64" fmla="*/ 1260 w 1749"/>
                <a:gd name="T65" fmla="*/ 1232 h 2611"/>
                <a:gd name="T66" fmla="*/ 1412 w 1749"/>
                <a:gd name="T67" fmla="*/ 1578 h 2611"/>
                <a:gd name="T68" fmla="*/ 1524 w 1749"/>
                <a:gd name="T69" fmla="*/ 2015 h 2611"/>
                <a:gd name="T70" fmla="*/ 1561 w 1749"/>
                <a:gd name="T71" fmla="*/ 2391 h 2611"/>
                <a:gd name="T72" fmla="*/ 1554 w 1749"/>
                <a:gd name="T73" fmla="*/ 2536 h 2611"/>
                <a:gd name="T74" fmla="*/ 1559 w 1749"/>
                <a:gd name="T75" fmla="*/ 2584 h 2611"/>
                <a:gd name="T76" fmla="*/ 1593 w 1749"/>
                <a:gd name="T77" fmla="*/ 2611 h 2611"/>
                <a:gd name="T78" fmla="*/ 1619 w 1749"/>
                <a:gd name="T79" fmla="*/ 2562 h 2611"/>
                <a:gd name="T80" fmla="*/ 1695 w 1749"/>
                <a:gd name="T81" fmla="*/ 2462 h 2611"/>
                <a:gd name="T82" fmla="*/ 1749 w 1749"/>
                <a:gd name="T83" fmla="*/ 2224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49" h="2611">
                  <a:moveTo>
                    <a:pt x="1732" y="2015"/>
                  </a:moveTo>
                  <a:lnTo>
                    <a:pt x="1720" y="1928"/>
                  </a:lnTo>
                  <a:lnTo>
                    <a:pt x="1685" y="1755"/>
                  </a:lnTo>
                  <a:lnTo>
                    <a:pt x="1638" y="1585"/>
                  </a:lnTo>
                  <a:lnTo>
                    <a:pt x="1577" y="1419"/>
                  </a:lnTo>
                  <a:lnTo>
                    <a:pt x="1542" y="1339"/>
                  </a:lnTo>
                  <a:lnTo>
                    <a:pt x="1502" y="1253"/>
                  </a:lnTo>
                  <a:lnTo>
                    <a:pt x="1458" y="1170"/>
                  </a:lnTo>
                  <a:lnTo>
                    <a:pt x="1436" y="1121"/>
                  </a:lnTo>
                  <a:lnTo>
                    <a:pt x="1413" y="1073"/>
                  </a:lnTo>
                  <a:lnTo>
                    <a:pt x="1373" y="997"/>
                  </a:lnTo>
                  <a:lnTo>
                    <a:pt x="1281" y="842"/>
                  </a:lnTo>
                  <a:lnTo>
                    <a:pt x="1173" y="691"/>
                  </a:lnTo>
                  <a:lnTo>
                    <a:pt x="1053" y="551"/>
                  </a:lnTo>
                  <a:lnTo>
                    <a:pt x="918" y="425"/>
                  </a:lnTo>
                  <a:lnTo>
                    <a:pt x="808" y="343"/>
                  </a:lnTo>
                  <a:lnTo>
                    <a:pt x="730" y="297"/>
                  </a:lnTo>
                  <a:lnTo>
                    <a:pt x="649" y="258"/>
                  </a:lnTo>
                  <a:lnTo>
                    <a:pt x="566" y="225"/>
                  </a:lnTo>
                  <a:lnTo>
                    <a:pt x="481" y="201"/>
                  </a:lnTo>
                  <a:lnTo>
                    <a:pt x="391" y="185"/>
                  </a:lnTo>
                  <a:lnTo>
                    <a:pt x="346" y="181"/>
                  </a:lnTo>
                  <a:lnTo>
                    <a:pt x="419" y="180"/>
                  </a:lnTo>
                  <a:lnTo>
                    <a:pt x="490" y="177"/>
                  </a:lnTo>
                  <a:lnTo>
                    <a:pt x="708" y="170"/>
                  </a:lnTo>
                  <a:lnTo>
                    <a:pt x="925" y="159"/>
                  </a:lnTo>
                  <a:lnTo>
                    <a:pt x="938" y="158"/>
                  </a:lnTo>
                  <a:lnTo>
                    <a:pt x="953" y="142"/>
                  </a:lnTo>
                  <a:lnTo>
                    <a:pt x="953" y="122"/>
                  </a:lnTo>
                  <a:lnTo>
                    <a:pt x="938" y="106"/>
                  </a:lnTo>
                  <a:lnTo>
                    <a:pt x="925" y="103"/>
                  </a:lnTo>
                  <a:lnTo>
                    <a:pt x="898" y="101"/>
                  </a:lnTo>
                  <a:lnTo>
                    <a:pt x="870" y="98"/>
                  </a:lnTo>
                  <a:lnTo>
                    <a:pt x="865" y="97"/>
                  </a:lnTo>
                  <a:lnTo>
                    <a:pt x="859" y="97"/>
                  </a:lnTo>
                  <a:lnTo>
                    <a:pt x="835" y="94"/>
                  </a:lnTo>
                  <a:lnTo>
                    <a:pt x="811" y="93"/>
                  </a:lnTo>
                  <a:lnTo>
                    <a:pt x="839" y="91"/>
                  </a:lnTo>
                  <a:lnTo>
                    <a:pt x="867" y="88"/>
                  </a:lnTo>
                  <a:lnTo>
                    <a:pt x="879" y="85"/>
                  </a:lnTo>
                  <a:lnTo>
                    <a:pt x="893" y="70"/>
                  </a:lnTo>
                  <a:lnTo>
                    <a:pt x="894" y="50"/>
                  </a:lnTo>
                  <a:lnTo>
                    <a:pt x="884" y="35"/>
                  </a:lnTo>
                  <a:lnTo>
                    <a:pt x="874" y="31"/>
                  </a:lnTo>
                  <a:lnTo>
                    <a:pt x="866" y="24"/>
                  </a:lnTo>
                  <a:lnTo>
                    <a:pt x="854" y="23"/>
                  </a:lnTo>
                  <a:lnTo>
                    <a:pt x="817" y="22"/>
                  </a:lnTo>
                  <a:lnTo>
                    <a:pt x="779" y="22"/>
                  </a:lnTo>
                  <a:lnTo>
                    <a:pt x="608" y="10"/>
                  </a:lnTo>
                  <a:lnTo>
                    <a:pt x="266" y="0"/>
                  </a:lnTo>
                  <a:lnTo>
                    <a:pt x="95" y="1"/>
                  </a:lnTo>
                  <a:lnTo>
                    <a:pt x="80" y="2"/>
                  </a:lnTo>
                  <a:lnTo>
                    <a:pt x="73" y="10"/>
                  </a:lnTo>
                  <a:lnTo>
                    <a:pt x="62" y="11"/>
                  </a:lnTo>
                  <a:lnTo>
                    <a:pt x="47" y="24"/>
                  </a:lnTo>
                  <a:lnTo>
                    <a:pt x="43" y="33"/>
                  </a:lnTo>
                  <a:lnTo>
                    <a:pt x="34" y="30"/>
                  </a:lnTo>
                  <a:lnTo>
                    <a:pt x="16" y="32"/>
                  </a:lnTo>
                  <a:lnTo>
                    <a:pt x="3" y="44"/>
                  </a:lnTo>
                  <a:lnTo>
                    <a:pt x="0" y="61"/>
                  </a:lnTo>
                  <a:lnTo>
                    <a:pt x="5" y="70"/>
                  </a:lnTo>
                  <a:lnTo>
                    <a:pt x="89" y="184"/>
                  </a:lnTo>
                  <a:lnTo>
                    <a:pt x="220" y="351"/>
                  </a:lnTo>
                  <a:lnTo>
                    <a:pt x="314" y="457"/>
                  </a:lnTo>
                  <a:lnTo>
                    <a:pt x="362" y="508"/>
                  </a:lnTo>
                  <a:lnTo>
                    <a:pt x="414" y="573"/>
                  </a:lnTo>
                  <a:lnTo>
                    <a:pt x="520" y="698"/>
                  </a:lnTo>
                  <a:lnTo>
                    <a:pt x="574" y="759"/>
                  </a:lnTo>
                  <a:lnTo>
                    <a:pt x="583" y="767"/>
                  </a:lnTo>
                  <a:lnTo>
                    <a:pt x="601" y="766"/>
                  </a:lnTo>
                  <a:lnTo>
                    <a:pt x="613" y="753"/>
                  </a:lnTo>
                  <a:lnTo>
                    <a:pt x="616" y="735"/>
                  </a:lnTo>
                  <a:lnTo>
                    <a:pt x="609" y="724"/>
                  </a:lnTo>
                  <a:lnTo>
                    <a:pt x="599" y="713"/>
                  </a:lnTo>
                  <a:lnTo>
                    <a:pt x="587" y="700"/>
                  </a:lnTo>
                  <a:lnTo>
                    <a:pt x="599" y="701"/>
                  </a:lnTo>
                  <a:lnTo>
                    <a:pt x="617" y="688"/>
                  </a:lnTo>
                  <a:lnTo>
                    <a:pt x="621" y="676"/>
                  </a:lnTo>
                  <a:lnTo>
                    <a:pt x="640" y="696"/>
                  </a:lnTo>
                  <a:lnTo>
                    <a:pt x="660" y="715"/>
                  </a:lnTo>
                  <a:lnTo>
                    <a:pt x="670" y="722"/>
                  </a:lnTo>
                  <a:lnTo>
                    <a:pt x="691" y="720"/>
                  </a:lnTo>
                  <a:lnTo>
                    <a:pt x="705" y="706"/>
                  </a:lnTo>
                  <a:lnTo>
                    <a:pt x="706" y="685"/>
                  </a:lnTo>
                  <a:lnTo>
                    <a:pt x="700" y="675"/>
                  </a:lnTo>
                  <a:lnTo>
                    <a:pt x="516" y="465"/>
                  </a:lnTo>
                  <a:lnTo>
                    <a:pt x="332" y="255"/>
                  </a:lnTo>
                  <a:lnTo>
                    <a:pt x="346" y="260"/>
                  </a:lnTo>
                  <a:lnTo>
                    <a:pt x="360" y="267"/>
                  </a:lnTo>
                  <a:lnTo>
                    <a:pt x="432" y="303"/>
                  </a:lnTo>
                  <a:lnTo>
                    <a:pt x="565" y="390"/>
                  </a:lnTo>
                  <a:lnTo>
                    <a:pt x="688" y="492"/>
                  </a:lnTo>
                  <a:lnTo>
                    <a:pt x="804" y="604"/>
                  </a:lnTo>
                  <a:lnTo>
                    <a:pt x="858" y="662"/>
                  </a:lnTo>
                  <a:lnTo>
                    <a:pt x="916" y="727"/>
                  </a:lnTo>
                  <a:lnTo>
                    <a:pt x="1027" y="863"/>
                  </a:lnTo>
                  <a:lnTo>
                    <a:pt x="1128" y="1006"/>
                  </a:lnTo>
                  <a:lnTo>
                    <a:pt x="1220" y="1156"/>
                  </a:lnTo>
                  <a:lnTo>
                    <a:pt x="1260" y="1232"/>
                  </a:lnTo>
                  <a:lnTo>
                    <a:pt x="1295" y="1300"/>
                  </a:lnTo>
                  <a:lnTo>
                    <a:pt x="1357" y="1438"/>
                  </a:lnTo>
                  <a:lnTo>
                    <a:pt x="1412" y="1578"/>
                  </a:lnTo>
                  <a:lnTo>
                    <a:pt x="1457" y="1722"/>
                  </a:lnTo>
                  <a:lnTo>
                    <a:pt x="1494" y="1869"/>
                  </a:lnTo>
                  <a:lnTo>
                    <a:pt x="1524" y="2015"/>
                  </a:lnTo>
                  <a:lnTo>
                    <a:pt x="1545" y="2166"/>
                  </a:lnTo>
                  <a:lnTo>
                    <a:pt x="1558" y="2315"/>
                  </a:lnTo>
                  <a:lnTo>
                    <a:pt x="1561" y="2391"/>
                  </a:lnTo>
                  <a:lnTo>
                    <a:pt x="1558" y="2459"/>
                  </a:lnTo>
                  <a:lnTo>
                    <a:pt x="1553" y="2526"/>
                  </a:lnTo>
                  <a:lnTo>
                    <a:pt x="1554" y="2536"/>
                  </a:lnTo>
                  <a:lnTo>
                    <a:pt x="1561" y="2544"/>
                  </a:lnTo>
                  <a:lnTo>
                    <a:pt x="1559" y="2565"/>
                  </a:lnTo>
                  <a:lnTo>
                    <a:pt x="1559" y="2584"/>
                  </a:lnTo>
                  <a:lnTo>
                    <a:pt x="1561" y="2596"/>
                  </a:lnTo>
                  <a:lnTo>
                    <a:pt x="1574" y="2609"/>
                  </a:lnTo>
                  <a:lnTo>
                    <a:pt x="1593" y="2611"/>
                  </a:lnTo>
                  <a:lnTo>
                    <a:pt x="1610" y="2602"/>
                  </a:lnTo>
                  <a:lnTo>
                    <a:pt x="1614" y="2592"/>
                  </a:lnTo>
                  <a:lnTo>
                    <a:pt x="1619" y="2562"/>
                  </a:lnTo>
                  <a:lnTo>
                    <a:pt x="1624" y="2534"/>
                  </a:lnTo>
                  <a:lnTo>
                    <a:pt x="1653" y="2513"/>
                  </a:lnTo>
                  <a:lnTo>
                    <a:pt x="1695" y="2462"/>
                  </a:lnTo>
                  <a:lnTo>
                    <a:pt x="1724" y="2402"/>
                  </a:lnTo>
                  <a:lnTo>
                    <a:pt x="1741" y="2333"/>
                  </a:lnTo>
                  <a:lnTo>
                    <a:pt x="1749" y="2224"/>
                  </a:lnTo>
                  <a:lnTo>
                    <a:pt x="1739" y="2079"/>
                  </a:lnTo>
                  <a:lnTo>
                    <a:pt x="1732" y="2015"/>
                  </a:ln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137">
              <a:extLst>
                <a:ext uri="{FF2B5EF4-FFF2-40B4-BE49-F238E27FC236}">
                  <a16:creationId xmlns:a16="http://schemas.microsoft.com/office/drawing/2014/main" xmlns="" id="{70FB9C72-FBCD-4EA7-8ECE-7FFA20AF423B}"/>
                </a:ext>
              </a:extLst>
            </p:cNvPr>
            <p:cNvSpPr>
              <a:spLocks/>
            </p:cNvSpPr>
            <p:nvPr/>
          </p:nvSpPr>
          <p:spPr bwMode="auto">
            <a:xfrm rot="21191604">
              <a:off x="4097296" y="3741711"/>
              <a:ext cx="1119113" cy="1672267"/>
            </a:xfrm>
            <a:custGeom>
              <a:avLst/>
              <a:gdLst>
                <a:gd name="T0" fmla="*/ 1685 w 1749"/>
                <a:gd name="T1" fmla="*/ 1755 h 2611"/>
                <a:gd name="T2" fmla="*/ 1542 w 1749"/>
                <a:gd name="T3" fmla="*/ 1339 h 2611"/>
                <a:gd name="T4" fmla="*/ 1436 w 1749"/>
                <a:gd name="T5" fmla="*/ 1121 h 2611"/>
                <a:gd name="T6" fmla="*/ 1281 w 1749"/>
                <a:gd name="T7" fmla="*/ 842 h 2611"/>
                <a:gd name="T8" fmla="*/ 918 w 1749"/>
                <a:gd name="T9" fmla="*/ 425 h 2611"/>
                <a:gd name="T10" fmla="*/ 649 w 1749"/>
                <a:gd name="T11" fmla="*/ 258 h 2611"/>
                <a:gd name="T12" fmla="*/ 391 w 1749"/>
                <a:gd name="T13" fmla="*/ 185 h 2611"/>
                <a:gd name="T14" fmla="*/ 490 w 1749"/>
                <a:gd name="T15" fmla="*/ 177 h 2611"/>
                <a:gd name="T16" fmla="*/ 938 w 1749"/>
                <a:gd name="T17" fmla="*/ 158 h 2611"/>
                <a:gd name="T18" fmla="*/ 938 w 1749"/>
                <a:gd name="T19" fmla="*/ 106 h 2611"/>
                <a:gd name="T20" fmla="*/ 870 w 1749"/>
                <a:gd name="T21" fmla="*/ 98 h 2611"/>
                <a:gd name="T22" fmla="*/ 835 w 1749"/>
                <a:gd name="T23" fmla="*/ 94 h 2611"/>
                <a:gd name="T24" fmla="*/ 867 w 1749"/>
                <a:gd name="T25" fmla="*/ 88 h 2611"/>
                <a:gd name="T26" fmla="*/ 894 w 1749"/>
                <a:gd name="T27" fmla="*/ 50 h 2611"/>
                <a:gd name="T28" fmla="*/ 866 w 1749"/>
                <a:gd name="T29" fmla="*/ 24 h 2611"/>
                <a:gd name="T30" fmla="*/ 779 w 1749"/>
                <a:gd name="T31" fmla="*/ 22 h 2611"/>
                <a:gd name="T32" fmla="*/ 95 w 1749"/>
                <a:gd name="T33" fmla="*/ 1 h 2611"/>
                <a:gd name="T34" fmla="*/ 62 w 1749"/>
                <a:gd name="T35" fmla="*/ 11 h 2611"/>
                <a:gd name="T36" fmla="*/ 34 w 1749"/>
                <a:gd name="T37" fmla="*/ 30 h 2611"/>
                <a:gd name="T38" fmla="*/ 0 w 1749"/>
                <a:gd name="T39" fmla="*/ 61 h 2611"/>
                <a:gd name="T40" fmla="*/ 220 w 1749"/>
                <a:gd name="T41" fmla="*/ 351 h 2611"/>
                <a:gd name="T42" fmla="*/ 414 w 1749"/>
                <a:gd name="T43" fmla="*/ 573 h 2611"/>
                <a:gd name="T44" fmla="*/ 583 w 1749"/>
                <a:gd name="T45" fmla="*/ 767 h 2611"/>
                <a:gd name="T46" fmla="*/ 616 w 1749"/>
                <a:gd name="T47" fmla="*/ 735 h 2611"/>
                <a:gd name="T48" fmla="*/ 587 w 1749"/>
                <a:gd name="T49" fmla="*/ 700 h 2611"/>
                <a:gd name="T50" fmla="*/ 621 w 1749"/>
                <a:gd name="T51" fmla="*/ 676 h 2611"/>
                <a:gd name="T52" fmla="*/ 670 w 1749"/>
                <a:gd name="T53" fmla="*/ 722 h 2611"/>
                <a:gd name="T54" fmla="*/ 706 w 1749"/>
                <a:gd name="T55" fmla="*/ 685 h 2611"/>
                <a:gd name="T56" fmla="*/ 332 w 1749"/>
                <a:gd name="T57" fmla="*/ 255 h 2611"/>
                <a:gd name="T58" fmla="*/ 432 w 1749"/>
                <a:gd name="T59" fmla="*/ 303 h 2611"/>
                <a:gd name="T60" fmla="*/ 804 w 1749"/>
                <a:gd name="T61" fmla="*/ 604 h 2611"/>
                <a:gd name="T62" fmla="*/ 1027 w 1749"/>
                <a:gd name="T63" fmla="*/ 863 h 2611"/>
                <a:gd name="T64" fmla="*/ 1260 w 1749"/>
                <a:gd name="T65" fmla="*/ 1232 h 2611"/>
                <a:gd name="T66" fmla="*/ 1412 w 1749"/>
                <a:gd name="T67" fmla="*/ 1578 h 2611"/>
                <a:gd name="T68" fmla="*/ 1524 w 1749"/>
                <a:gd name="T69" fmla="*/ 2015 h 2611"/>
                <a:gd name="T70" fmla="*/ 1561 w 1749"/>
                <a:gd name="T71" fmla="*/ 2391 h 2611"/>
                <a:gd name="T72" fmla="*/ 1554 w 1749"/>
                <a:gd name="T73" fmla="*/ 2536 h 2611"/>
                <a:gd name="T74" fmla="*/ 1559 w 1749"/>
                <a:gd name="T75" fmla="*/ 2584 h 2611"/>
                <a:gd name="T76" fmla="*/ 1593 w 1749"/>
                <a:gd name="T77" fmla="*/ 2611 h 2611"/>
                <a:gd name="T78" fmla="*/ 1619 w 1749"/>
                <a:gd name="T79" fmla="*/ 2562 h 2611"/>
                <a:gd name="T80" fmla="*/ 1695 w 1749"/>
                <a:gd name="T81" fmla="*/ 2462 h 2611"/>
                <a:gd name="T82" fmla="*/ 1749 w 1749"/>
                <a:gd name="T83" fmla="*/ 2224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49" h="2611">
                  <a:moveTo>
                    <a:pt x="1732" y="2015"/>
                  </a:moveTo>
                  <a:lnTo>
                    <a:pt x="1720" y="1928"/>
                  </a:lnTo>
                  <a:lnTo>
                    <a:pt x="1685" y="1755"/>
                  </a:lnTo>
                  <a:lnTo>
                    <a:pt x="1638" y="1585"/>
                  </a:lnTo>
                  <a:lnTo>
                    <a:pt x="1577" y="1419"/>
                  </a:lnTo>
                  <a:lnTo>
                    <a:pt x="1542" y="1339"/>
                  </a:lnTo>
                  <a:lnTo>
                    <a:pt x="1502" y="1253"/>
                  </a:lnTo>
                  <a:lnTo>
                    <a:pt x="1458" y="1170"/>
                  </a:lnTo>
                  <a:lnTo>
                    <a:pt x="1436" y="1121"/>
                  </a:lnTo>
                  <a:lnTo>
                    <a:pt x="1413" y="1073"/>
                  </a:lnTo>
                  <a:lnTo>
                    <a:pt x="1373" y="997"/>
                  </a:lnTo>
                  <a:lnTo>
                    <a:pt x="1281" y="842"/>
                  </a:lnTo>
                  <a:lnTo>
                    <a:pt x="1173" y="691"/>
                  </a:lnTo>
                  <a:lnTo>
                    <a:pt x="1053" y="551"/>
                  </a:lnTo>
                  <a:lnTo>
                    <a:pt x="918" y="425"/>
                  </a:lnTo>
                  <a:lnTo>
                    <a:pt x="808" y="343"/>
                  </a:lnTo>
                  <a:lnTo>
                    <a:pt x="730" y="297"/>
                  </a:lnTo>
                  <a:lnTo>
                    <a:pt x="649" y="258"/>
                  </a:lnTo>
                  <a:lnTo>
                    <a:pt x="566" y="225"/>
                  </a:lnTo>
                  <a:lnTo>
                    <a:pt x="481" y="201"/>
                  </a:lnTo>
                  <a:lnTo>
                    <a:pt x="391" y="185"/>
                  </a:lnTo>
                  <a:lnTo>
                    <a:pt x="346" y="181"/>
                  </a:lnTo>
                  <a:lnTo>
                    <a:pt x="419" y="180"/>
                  </a:lnTo>
                  <a:lnTo>
                    <a:pt x="490" y="177"/>
                  </a:lnTo>
                  <a:lnTo>
                    <a:pt x="708" y="170"/>
                  </a:lnTo>
                  <a:lnTo>
                    <a:pt x="925" y="159"/>
                  </a:lnTo>
                  <a:lnTo>
                    <a:pt x="938" y="158"/>
                  </a:lnTo>
                  <a:lnTo>
                    <a:pt x="953" y="142"/>
                  </a:lnTo>
                  <a:lnTo>
                    <a:pt x="953" y="122"/>
                  </a:lnTo>
                  <a:lnTo>
                    <a:pt x="938" y="106"/>
                  </a:lnTo>
                  <a:lnTo>
                    <a:pt x="925" y="103"/>
                  </a:lnTo>
                  <a:lnTo>
                    <a:pt x="898" y="101"/>
                  </a:lnTo>
                  <a:lnTo>
                    <a:pt x="870" y="98"/>
                  </a:lnTo>
                  <a:lnTo>
                    <a:pt x="865" y="97"/>
                  </a:lnTo>
                  <a:lnTo>
                    <a:pt x="859" y="97"/>
                  </a:lnTo>
                  <a:lnTo>
                    <a:pt x="835" y="94"/>
                  </a:lnTo>
                  <a:lnTo>
                    <a:pt x="811" y="93"/>
                  </a:lnTo>
                  <a:lnTo>
                    <a:pt x="839" y="91"/>
                  </a:lnTo>
                  <a:lnTo>
                    <a:pt x="867" y="88"/>
                  </a:lnTo>
                  <a:lnTo>
                    <a:pt x="879" y="85"/>
                  </a:lnTo>
                  <a:lnTo>
                    <a:pt x="893" y="70"/>
                  </a:lnTo>
                  <a:lnTo>
                    <a:pt x="894" y="50"/>
                  </a:lnTo>
                  <a:lnTo>
                    <a:pt x="884" y="35"/>
                  </a:lnTo>
                  <a:lnTo>
                    <a:pt x="874" y="31"/>
                  </a:lnTo>
                  <a:lnTo>
                    <a:pt x="866" y="24"/>
                  </a:lnTo>
                  <a:lnTo>
                    <a:pt x="854" y="23"/>
                  </a:lnTo>
                  <a:lnTo>
                    <a:pt x="817" y="22"/>
                  </a:lnTo>
                  <a:lnTo>
                    <a:pt x="779" y="22"/>
                  </a:lnTo>
                  <a:lnTo>
                    <a:pt x="608" y="10"/>
                  </a:lnTo>
                  <a:lnTo>
                    <a:pt x="266" y="0"/>
                  </a:lnTo>
                  <a:lnTo>
                    <a:pt x="95" y="1"/>
                  </a:lnTo>
                  <a:lnTo>
                    <a:pt x="80" y="2"/>
                  </a:lnTo>
                  <a:lnTo>
                    <a:pt x="73" y="10"/>
                  </a:lnTo>
                  <a:lnTo>
                    <a:pt x="62" y="11"/>
                  </a:lnTo>
                  <a:lnTo>
                    <a:pt x="47" y="24"/>
                  </a:lnTo>
                  <a:lnTo>
                    <a:pt x="43" y="33"/>
                  </a:lnTo>
                  <a:lnTo>
                    <a:pt x="34" y="30"/>
                  </a:lnTo>
                  <a:lnTo>
                    <a:pt x="16" y="32"/>
                  </a:lnTo>
                  <a:lnTo>
                    <a:pt x="3" y="44"/>
                  </a:lnTo>
                  <a:lnTo>
                    <a:pt x="0" y="61"/>
                  </a:lnTo>
                  <a:lnTo>
                    <a:pt x="5" y="70"/>
                  </a:lnTo>
                  <a:lnTo>
                    <a:pt x="89" y="184"/>
                  </a:lnTo>
                  <a:lnTo>
                    <a:pt x="220" y="351"/>
                  </a:lnTo>
                  <a:lnTo>
                    <a:pt x="314" y="457"/>
                  </a:lnTo>
                  <a:lnTo>
                    <a:pt x="362" y="508"/>
                  </a:lnTo>
                  <a:lnTo>
                    <a:pt x="414" y="573"/>
                  </a:lnTo>
                  <a:lnTo>
                    <a:pt x="520" y="698"/>
                  </a:lnTo>
                  <a:lnTo>
                    <a:pt x="574" y="759"/>
                  </a:lnTo>
                  <a:lnTo>
                    <a:pt x="583" y="767"/>
                  </a:lnTo>
                  <a:lnTo>
                    <a:pt x="601" y="766"/>
                  </a:lnTo>
                  <a:lnTo>
                    <a:pt x="613" y="753"/>
                  </a:lnTo>
                  <a:lnTo>
                    <a:pt x="616" y="735"/>
                  </a:lnTo>
                  <a:lnTo>
                    <a:pt x="609" y="724"/>
                  </a:lnTo>
                  <a:lnTo>
                    <a:pt x="599" y="713"/>
                  </a:lnTo>
                  <a:lnTo>
                    <a:pt x="587" y="700"/>
                  </a:lnTo>
                  <a:lnTo>
                    <a:pt x="599" y="701"/>
                  </a:lnTo>
                  <a:lnTo>
                    <a:pt x="617" y="688"/>
                  </a:lnTo>
                  <a:lnTo>
                    <a:pt x="621" y="676"/>
                  </a:lnTo>
                  <a:lnTo>
                    <a:pt x="640" y="696"/>
                  </a:lnTo>
                  <a:lnTo>
                    <a:pt x="660" y="715"/>
                  </a:lnTo>
                  <a:lnTo>
                    <a:pt x="670" y="722"/>
                  </a:lnTo>
                  <a:lnTo>
                    <a:pt x="691" y="720"/>
                  </a:lnTo>
                  <a:lnTo>
                    <a:pt x="705" y="706"/>
                  </a:lnTo>
                  <a:lnTo>
                    <a:pt x="706" y="685"/>
                  </a:lnTo>
                  <a:lnTo>
                    <a:pt x="700" y="675"/>
                  </a:lnTo>
                  <a:lnTo>
                    <a:pt x="516" y="465"/>
                  </a:lnTo>
                  <a:lnTo>
                    <a:pt x="332" y="255"/>
                  </a:lnTo>
                  <a:lnTo>
                    <a:pt x="346" y="260"/>
                  </a:lnTo>
                  <a:lnTo>
                    <a:pt x="360" y="267"/>
                  </a:lnTo>
                  <a:lnTo>
                    <a:pt x="432" y="303"/>
                  </a:lnTo>
                  <a:lnTo>
                    <a:pt x="565" y="390"/>
                  </a:lnTo>
                  <a:lnTo>
                    <a:pt x="688" y="492"/>
                  </a:lnTo>
                  <a:lnTo>
                    <a:pt x="804" y="604"/>
                  </a:lnTo>
                  <a:lnTo>
                    <a:pt x="858" y="662"/>
                  </a:lnTo>
                  <a:lnTo>
                    <a:pt x="916" y="727"/>
                  </a:lnTo>
                  <a:lnTo>
                    <a:pt x="1027" y="863"/>
                  </a:lnTo>
                  <a:lnTo>
                    <a:pt x="1128" y="1006"/>
                  </a:lnTo>
                  <a:lnTo>
                    <a:pt x="1220" y="1156"/>
                  </a:lnTo>
                  <a:lnTo>
                    <a:pt x="1260" y="1232"/>
                  </a:lnTo>
                  <a:lnTo>
                    <a:pt x="1295" y="1300"/>
                  </a:lnTo>
                  <a:lnTo>
                    <a:pt x="1357" y="1438"/>
                  </a:lnTo>
                  <a:lnTo>
                    <a:pt x="1412" y="1578"/>
                  </a:lnTo>
                  <a:lnTo>
                    <a:pt x="1457" y="1722"/>
                  </a:lnTo>
                  <a:lnTo>
                    <a:pt x="1494" y="1869"/>
                  </a:lnTo>
                  <a:lnTo>
                    <a:pt x="1524" y="2015"/>
                  </a:lnTo>
                  <a:lnTo>
                    <a:pt x="1545" y="2166"/>
                  </a:lnTo>
                  <a:lnTo>
                    <a:pt x="1558" y="2315"/>
                  </a:lnTo>
                  <a:lnTo>
                    <a:pt x="1561" y="2391"/>
                  </a:lnTo>
                  <a:lnTo>
                    <a:pt x="1558" y="2459"/>
                  </a:lnTo>
                  <a:lnTo>
                    <a:pt x="1553" y="2526"/>
                  </a:lnTo>
                  <a:lnTo>
                    <a:pt x="1554" y="2536"/>
                  </a:lnTo>
                  <a:lnTo>
                    <a:pt x="1561" y="2544"/>
                  </a:lnTo>
                  <a:lnTo>
                    <a:pt x="1559" y="2565"/>
                  </a:lnTo>
                  <a:lnTo>
                    <a:pt x="1559" y="2584"/>
                  </a:lnTo>
                  <a:lnTo>
                    <a:pt x="1561" y="2596"/>
                  </a:lnTo>
                  <a:lnTo>
                    <a:pt x="1574" y="2609"/>
                  </a:lnTo>
                  <a:lnTo>
                    <a:pt x="1593" y="2611"/>
                  </a:lnTo>
                  <a:lnTo>
                    <a:pt x="1610" y="2602"/>
                  </a:lnTo>
                  <a:lnTo>
                    <a:pt x="1614" y="2592"/>
                  </a:lnTo>
                  <a:lnTo>
                    <a:pt x="1619" y="2562"/>
                  </a:lnTo>
                  <a:lnTo>
                    <a:pt x="1624" y="2534"/>
                  </a:lnTo>
                  <a:lnTo>
                    <a:pt x="1653" y="2513"/>
                  </a:lnTo>
                  <a:lnTo>
                    <a:pt x="1695" y="2462"/>
                  </a:lnTo>
                  <a:lnTo>
                    <a:pt x="1724" y="2402"/>
                  </a:lnTo>
                  <a:lnTo>
                    <a:pt x="1741" y="2333"/>
                  </a:lnTo>
                  <a:lnTo>
                    <a:pt x="1749" y="2224"/>
                  </a:lnTo>
                  <a:lnTo>
                    <a:pt x="1739" y="2079"/>
                  </a:lnTo>
                  <a:lnTo>
                    <a:pt x="1732" y="2015"/>
                  </a:lnTo>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137">
              <a:extLst>
                <a:ext uri="{FF2B5EF4-FFF2-40B4-BE49-F238E27FC236}">
                  <a16:creationId xmlns:a16="http://schemas.microsoft.com/office/drawing/2014/main" xmlns="" id="{221B4D30-1EEB-46E5-91B6-A58FD1944C72}"/>
                </a:ext>
              </a:extLst>
            </p:cNvPr>
            <p:cNvSpPr>
              <a:spLocks/>
            </p:cNvSpPr>
            <p:nvPr/>
          </p:nvSpPr>
          <p:spPr bwMode="auto">
            <a:xfrm>
              <a:off x="4007767" y="2262697"/>
              <a:ext cx="1882393" cy="2812821"/>
            </a:xfrm>
            <a:custGeom>
              <a:avLst/>
              <a:gdLst>
                <a:gd name="T0" fmla="*/ 1685 w 1749"/>
                <a:gd name="T1" fmla="*/ 1755 h 2611"/>
                <a:gd name="T2" fmla="*/ 1542 w 1749"/>
                <a:gd name="T3" fmla="*/ 1339 h 2611"/>
                <a:gd name="T4" fmla="*/ 1436 w 1749"/>
                <a:gd name="T5" fmla="*/ 1121 h 2611"/>
                <a:gd name="T6" fmla="*/ 1281 w 1749"/>
                <a:gd name="T7" fmla="*/ 842 h 2611"/>
                <a:gd name="T8" fmla="*/ 918 w 1749"/>
                <a:gd name="T9" fmla="*/ 425 h 2611"/>
                <a:gd name="T10" fmla="*/ 649 w 1749"/>
                <a:gd name="T11" fmla="*/ 258 h 2611"/>
                <a:gd name="T12" fmla="*/ 391 w 1749"/>
                <a:gd name="T13" fmla="*/ 185 h 2611"/>
                <a:gd name="T14" fmla="*/ 490 w 1749"/>
                <a:gd name="T15" fmla="*/ 177 h 2611"/>
                <a:gd name="T16" fmla="*/ 938 w 1749"/>
                <a:gd name="T17" fmla="*/ 158 h 2611"/>
                <a:gd name="T18" fmla="*/ 938 w 1749"/>
                <a:gd name="T19" fmla="*/ 106 h 2611"/>
                <a:gd name="T20" fmla="*/ 870 w 1749"/>
                <a:gd name="T21" fmla="*/ 98 h 2611"/>
                <a:gd name="T22" fmla="*/ 835 w 1749"/>
                <a:gd name="T23" fmla="*/ 94 h 2611"/>
                <a:gd name="T24" fmla="*/ 867 w 1749"/>
                <a:gd name="T25" fmla="*/ 88 h 2611"/>
                <a:gd name="T26" fmla="*/ 894 w 1749"/>
                <a:gd name="T27" fmla="*/ 50 h 2611"/>
                <a:gd name="T28" fmla="*/ 866 w 1749"/>
                <a:gd name="T29" fmla="*/ 24 h 2611"/>
                <a:gd name="T30" fmla="*/ 779 w 1749"/>
                <a:gd name="T31" fmla="*/ 22 h 2611"/>
                <a:gd name="T32" fmla="*/ 95 w 1749"/>
                <a:gd name="T33" fmla="*/ 1 h 2611"/>
                <a:gd name="T34" fmla="*/ 62 w 1749"/>
                <a:gd name="T35" fmla="*/ 11 h 2611"/>
                <a:gd name="T36" fmla="*/ 34 w 1749"/>
                <a:gd name="T37" fmla="*/ 30 h 2611"/>
                <a:gd name="T38" fmla="*/ 0 w 1749"/>
                <a:gd name="T39" fmla="*/ 61 h 2611"/>
                <a:gd name="T40" fmla="*/ 220 w 1749"/>
                <a:gd name="T41" fmla="*/ 351 h 2611"/>
                <a:gd name="T42" fmla="*/ 414 w 1749"/>
                <a:gd name="T43" fmla="*/ 573 h 2611"/>
                <a:gd name="T44" fmla="*/ 583 w 1749"/>
                <a:gd name="T45" fmla="*/ 767 h 2611"/>
                <a:gd name="T46" fmla="*/ 616 w 1749"/>
                <a:gd name="T47" fmla="*/ 735 h 2611"/>
                <a:gd name="T48" fmla="*/ 587 w 1749"/>
                <a:gd name="T49" fmla="*/ 700 h 2611"/>
                <a:gd name="T50" fmla="*/ 621 w 1749"/>
                <a:gd name="T51" fmla="*/ 676 h 2611"/>
                <a:gd name="T52" fmla="*/ 670 w 1749"/>
                <a:gd name="T53" fmla="*/ 722 h 2611"/>
                <a:gd name="T54" fmla="*/ 706 w 1749"/>
                <a:gd name="T55" fmla="*/ 685 h 2611"/>
                <a:gd name="T56" fmla="*/ 332 w 1749"/>
                <a:gd name="T57" fmla="*/ 255 h 2611"/>
                <a:gd name="T58" fmla="*/ 432 w 1749"/>
                <a:gd name="T59" fmla="*/ 303 h 2611"/>
                <a:gd name="T60" fmla="*/ 804 w 1749"/>
                <a:gd name="T61" fmla="*/ 604 h 2611"/>
                <a:gd name="T62" fmla="*/ 1027 w 1749"/>
                <a:gd name="T63" fmla="*/ 863 h 2611"/>
                <a:gd name="T64" fmla="*/ 1260 w 1749"/>
                <a:gd name="T65" fmla="*/ 1232 h 2611"/>
                <a:gd name="T66" fmla="*/ 1412 w 1749"/>
                <a:gd name="T67" fmla="*/ 1578 h 2611"/>
                <a:gd name="T68" fmla="*/ 1524 w 1749"/>
                <a:gd name="T69" fmla="*/ 2015 h 2611"/>
                <a:gd name="T70" fmla="*/ 1561 w 1749"/>
                <a:gd name="T71" fmla="*/ 2391 h 2611"/>
                <a:gd name="T72" fmla="*/ 1554 w 1749"/>
                <a:gd name="T73" fmla="*/ 2536 h 2611"/>
                <a:gd name="T74" fmla="*/ 1559 w 1749"/>
                <a:gd name="T75" fmla="*/ 2584 h 2611"/>
                <a:gd name="T76" fmla="*/ 1593 w 1749"/>
                <a:gd name="T77" fmla="*/ 2611 h 2611"/>
                <a:gd name="T78" fmla="*/ 1619 w 1749"/>
                <a:gd name="T79" fmla="*/ 2562 h 2611"/>
                <a:gd name="T80" fmla="*/ 1695 w 1749"/>
                <a:gd name="T81" fmla="*/ 2462 h 2611"/>
                <a:gd name="T82" fmla="*/ 1749 w 1749"/>
                <a:gd name="T83" fmla="*/ 2224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49" h="2611">
                  <a:moveTo>
                    <a:pt x="1732" y="2015"/>
                  </a:moveTo>
                  <a:lnTo>
                    <a:pt x="1720" y="1928"/>
                  </a:lnTo>
                  <a:lnTo>
                    <a:pt x="1685" y="1755"/>
                  </a:lnTo>
                  <a:lnTo>
                    <a:pt x="1638" y="1585"/>
                  </a:lnTo>
                  <a:lnTo>
                    <a:pt x="1577" y="1419"/>
                  </a:lnTo>
                  <a:lnTo>
                    <a:pt x="1542" y="1339"/>
                  </a:lnTo>
                  <a:lnTo>
                    <a:pt x="1502" y="1253"/>
                  </a:lnTo>
                  <a:lnTo>
                    <a:pt x="1458" y="1170"/>
                  </a:lnTo>
                  <a:lnTo>
                    <a:pt x="1436" y="1121"/>
                  </a:lnTo>
                  <a:lnTo>
                    <a:pt x="1413" y="1073"/>
                  </a:lnTo>
                  <a:lnTo>
                    <a:pt x="1373" y="997"/>
                  </a:lnTo>
                  <a:lnTo>
                    <a:pt x="1281" y="842"/>
                  </a:lnTo>
                  <a:lnTo>
                    <a:pt x="1173" y="691"/>
                  </a:lnTo>
                  <a:lnTo>
                    <a:pt x="1053" y="551"/>
                  </a:lnTo>
                  <a:lnTo>
                    <a:pt x="918" y="425"/>
                  </a:lnTo>
                  <a:lnTo>
                    <a:pt x="808" y="343"/>
                  </a:lnTo>
                  <a:lnTo>
                    <a:pt x="730" y="297"/>
                  </a:lnTo>
                  <a:lnTo>
                    <a:pt x="649" y="258"/>
                  </a:lnTo>
                  <a:lnTo>
                    <a:pt x="566" y="225"/>
                  </a:lnTo>
                  <a:lnTo>
                    <a:pt x="481" y="201"/>
                  </a:lnTo>
                  <a:lnTo>
                    <a:pt x="391" y="185"/>
                  </a:lnTo>
                  <a:lnTo>
                    <a:pt x="346" y="181"/>
                  </a:lnTo>
                  <a:lnTo>
                    <a:pt x="419" y="180"/>
                  </a:lnTo>
                  <a:lnTo>
                    <a:pt x="490" y="177"/>
                  </a:lnTo>
                  <a:lnTo>
                    <a:pt x="708" y="170"/>
                  </a:lnTo>
                  <a:lnTo>
                    <a:pt x="925" y="159"/>
                  </a:lnTo>
                  <a:lnTo>
                    <a:pt x="938" y="158"/>
                  </a:lnTo>
                  <a:lnTo>
                    <a:pt x="953" y="142"/>
                  </a:lnTo>
                  <a:lnTo>
                    <a:pt x="953" y="122"/>
                  </a:lnTo>
                  <a:lnTo>
                    <a:pt x="938" y="106"/>
                  </a:lnTo>
                  <a:lnTo>
                    <a:pt x="925" y="103"/>
                  </a:lnTo>
                  <a:lnTo>
                    <a:pt x="898" y="101"/>
                  </a:lnTo>
                  <a:lnTo>
                    <a:pt x="870" y="98"/>
                  </a:lnTo>
                  <a:lnTo>
                    <a:pt x="865" y="97"/>
                  </a:lnTo>
                  <a:lnTo>
                    <a:pt x="859" y="97"/>
                  </a:lnTo>
                  <a:lnTo>
                    <a:pt x="835" y="94"/>
                  </a:lnTo>
                  <a:lnTo>
                    <a:pt x="811" y="93"/>
                  </a:lnTo>
                  <a:lnTo>
                    <a:pt x="839" y="91"/>
                  </a:lnTo>
                  <a:lnTo>
                    <a:pt x="867" y="88"/>
                  </a:lnTo>
                  <a:lnTo>
                    <a:pt x="879" y="85"/>
                  </a:lnTo>
                  <a:lnTo>
                    <a:pt x="893" y="70"/>
                  </a:lnTo>
                  <a:lnTo>
                    <a:pt x="894" y="50"/>
                  </a:lnTo>
                  <a:lnTo>
                    <a:pt x="884" y="35"/>
                  </a:lnTo>
                  <a:lnTo>
                    <a:pt x="874" y="31"/>
                  </a:lnTo>
                  <a:lnTo>
                    <a:pt x="866" y="24"/>
                  </a:lnTo>
                  <a:lnTo>
                    <a:pt x="854" y="23"/>
                  </a:lnTo>
                  <a:lnTo>
                    <a:pt x="817" y="22"/>
                  </a:lnTo>
                  <a:lnTo>
                    <a:pt x="779" y="22"/>
                  </a:lnTo>
                  <a:lnTo>
                    <a:pt x="608" y="10"/>
                  </a:lnTo>
                  <a:lnTo>
                    <a:pt x="266" y="0"/>
                  </a:lnTo>
                  <a:lnTo>
                    <a:pt x="95" y="1"/>
                  </a:lnTo>
                  <a:lnTo>
                    <a:pt x="80" y="2"/>
                  </a:lnTo>
                  <a:lnTo>
                    <a:pt x="73" y="10"/>
                  </a:lnTo>
                  <a:lnTo>
                    <a:pt x="62" y="11"/>
                  </a:lnTo>
                  <a:lnTo>
                    <a:pt x="47" y="24"/>
                  </a:lnTo>
                  <a:lnTo>
                    <a:pt x="43" y="33"/>
                  </a:lnTo>
                  <a:lnTo>
                    <a:pt x="34" y="30"/>
                  </a:lnTo>
                  <a:lnTo>
                    <a:pt x="16" y="32"/>
                  </a:lnTo>
                  <a:lnTo>
                    <a:pt x="3" y="44"/>
                  </a:lnTo>
                  <a:lnTo>
                    <a:pt x="0" y="61"/>
                  </a:lnTo>
                  <a:lnTo>
                    <a:pt x="5" y="70"/>
                  </a:lnTo>
                  <a:lnTo>
                    <a:pt x="89" y="184"/>
                  </a:lnTo>
                  <a:lnTo>
                    <a:pt x="220" y="351"/>
                  </a:lnTo>
                  <a:lnTo>
                    <a:pt x="314" y="457"/>
                  </a:lnTo>
                  <a:lnTo>
                    <a:pt x="362" y="508"/>
                  </a:lnTo>
                  <a:lnTo>
                    <a:pt x="414" y="573"/>
                  </a:lnTo>
                  <a:lnTo>
                    <a:pt x="520" y="698"/>
                  </a:lnTo>
                  <a:lnTo>
                    <a:pt x="574" y="759"/>
                  </a:lnTo>
                  <a:lnTo>
                    <a:pt x="583" y="767"/>
                  </a:lnTo>
                  <a:lnTo>
                    <a:pt x="601" y="766"/>
                  </a:lnTo>
                  <a:lnTo>
                    <a:pt x="613" y="753"/>
                  </a:lnTo>
                  <a:lnTo>
                    <a:pt x="616" y="735"/>
                  </a:lnTo>
                  <a:lnTo>
                    <a:pt x="609" y="724"/>
                  </a:lnTo>
                  <a:lnTo>
                    <a:pt x="599" y="713"/>
                  </a:lnTo>
                  <a:lnTo>
                    <a:pt x="587" y="700"/>
                  </a:lnTo>
                  <a:lnTo>
                    <a:pt x="599" y="701"/>
                  </a:lnTo>
                  <a:lnTo>
                    <a:pt x="617" y="688"/>
                  </a:lnTo>
                  <a:lnTo>
                    <a:pt x="621" y="676"/>
                  </a:lnTo>
                  <a:lnTo>
                    <a:pt x="640" y="696"/>
                  </a:lnTo>
                  <a:lnTo>
                    <a:pt x="660" y="715"/>
                  </a:lnTo>
                  <a:lnTo>
                    <a:pt x="670" y="722"/>
                  </a:lnTo>
                  <a:lnTo>
                    <a:pt x="691" y="720"/>
                  </a:lnTo>
                  <a:lnTo>
                    <a:pt x="705" y="706"/>
                  </a:lnTo>
                  <a:lnTo>
                    <a:pt x="706" y="685"/>
                  </a:lnTo>
                  <a:lnTo>
                    <a:pt x="700" y="675"/>
                  </a:lnTo>
                  <a:lnTo>
                    <a:pt x="516" y="465"/>
                  </a:lnTo>
                  <a:lnTo>
                    <a:pt x="332" y="255"/>
                  </a:lnTo>
                  <a:lnTo>
                    <a:pt x="346" y="260"/>
                  </a:lnTo>
                  <a:lnTo>
                    <a:pt x="360" y="267"/>
                  </a:lnTo>
                  <a:lnTo>
                    <a:pt x="432" y="303"/>
                  </a:lnTo>
                  <a:lnTo>
                    <a:pt x="565" y="390"/>
                  </a:lnTo>
                  <a:lnTo>
                    <a:pt x="688" y="492"/>
                  </a:lnTo>
                  <a:lnTo>
                    <a:pt x="804" y="604"/>
                  </a:lnTo>
                  <a:lnTo>
                    <a:pt x="858" y="662"/>
                  </a:lnTo>
                  <a:lnTo>
                    <a:pt x="916" y="727"/>
                  </a:lnTo>
                  <a:lnTo>
                    <a:pt x="1027" y="863"/>
                  </a:lnTo>
                  <a:lnTo>
                    <a:pt x="1128" y="1006"/>
                  </a:lnTo>
                  <a:lnTo>
                    <a:pt x="1220" y="1156"/>
                  </a:lnTo>
                  <a:lnTo>
                    <a:pt x="1260" y="1232"/>
                  </a:lnTo>
                  <a:lnTo>
                    <a:pt x="1295" y="1300"/>
                  </a:lnTo>
                  <a:lnTo>
                    <a:pt x="1357" y="1438"/>
                  </a:lnTo>
                  <a:lnTo>
                    <a:pt x="1412" y="1578"/>
                  </a:lnTo>
                  <a:lnTo>
                    <a:pt x="1457" y="1722"/>
                  </a:lnTo>
                  <a:lnTo>
                    <a:pt x="1494" y="1869"/>
                  </a:lnTo>
                  <a:lnTo>
                    <a:pt x="1524" y="2015"/>
                  </a:lnTo>
                  <a:lnTo>
                    <a:pt x="1545" y="2166"/>
                  </a:lnTo>
                  <a:lnTo>
                    <a:pt x="1558" y="2315"/>
                  </a:lnTo>
                  <a:lnTo>
                    <a:pt x="1561" y="2391"/>
                  </a:lnTo>
                  <a:lnTo>
                    <a:pt x="1558" y="2459"/>
                  </a:lnTo>
                  <a:lnTo>
                    <a:pt x="1553" y="2526"/>
                  </a:lnTo>
                  <a:lnTo>
                    <a:pt x="1554" y="2536"/>
                  </a:lnTo>
                  <a:lnTo>
                    <a:pt x="1561" y="2544"/>
                  </a:lnTo>
                  <a:lnTo>
                    <a:pt x="1559" y="2565"/>
                  </a:lnTo>
                  <a:lnTo>
                    <a:pt x="1559" y="2584"/>
                  </a:lnTo>
                  <a:lnTo>
                    <a:pt x="1561" y="2596"/>
                  </a:lnTo>
                  <a:lnTo>
                    <a:pt x="1574" y="2609"/>
                  </a:lnTo>
                  <a:lnTo>
                    <a:pt x="1593" y="2611"/>
                  </a:lnTo>
                  <a:lnTo>
                    <a:pt x="1610" y="2602"/>
                  </a:lnTo>
                  <a:lnTo>
                    <a:pt x="1614" y="2592"/>
                  </a:lnTo>
                  <a:lnTo>
                    <a:pt x="1619" y="2562"/>
                  </a:lnTo>
                  <a:lnTo>
                    <a:pt x="1624" y="2534"/>
                  </a:lnTo>
                  <a:lnTo>
                    <a:pt x="1653" y="2513"/>
                  </a:lnTo>
                  <a:lnTo>
                    <a:pt x="1695" y="2462"/>
                  </a:lnTo>
                  <a:lnTo>
                    <a:pt x="1724" y="2402"/>
                  </a:lnTo>
                  <a:lnTo>
                    <a:pt x="1741" y="2333"/>
                  </a:lnTo>
                  <a:lnTo>
                    <a:pt x="1749" y="2224"/>
                  </a:lnTo>
                  <a:lnTo>
                    <a:pt x="1739" y="2079"/>
                  </a:lnTo>
                  <a:lnTo>
                    <a:pt x="1732" y="2015"/>
                  </a:lnTo>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01" name="Freeform: Shape 18">
            <a:extLst>
              <a:ext uri="{FF2B5EF4-FFF2-40B4-BE49-F238E27FC236}">
                <a16:creationId xmlns:a16="http://schemas.microsoft.com/office/drawing/2014/main" xmlns="" id="{2E9365C0-BABE-4615-AE57-007834745232}"/>
              </a:ext>
            </a:extLst>
          </p:cNvPr>
          <p:cNvSpPr>
            <a:spLocks/>
          </p:cNvSpPr>
          <p:nvPr/>
        </p:nvSpPr>
        <p:spPr bwMode="auto">
          <a:xfrm>
            <a:off x="31181040" y="6140189"/>
            <a:ext cx="11987198" cy="6858429"/>
          </a:xfrm>
          <a:custGeom>
            <a:avLst/>
            <a:gdLst>
              <a:gd name="connsiteX0" fmla="*/ 2044671 w 2151063"/>
              <a:gd name="connsiteY0" fmla="*/ 546100 h 1182688"/>
              <a:gd name="connsiteX1" fmla="*/ 2052215 w 2151063"/>
              <a:gd name="connsiteY1" fmla="*/ 567545 h 1182688"/>
              <a:gd name="connsiteX2" fmla="*/ 2064523 w 2151063"/>
              <a:gd name="connsiteY2" fmla="*/ 611628 h 1182688"/>
              <a:gd name="connsiteX3" fmla="*/ 2072464 w 2151063"/>
              <a:gd name="connsiteY3" fmla="*/ 657298 h 1182688"/>
              <a:gd name="connsiteX4" fmla="*/ 2074847 w 2151063"/>
              <a:gd name="connsiteY4" fmla="*/ 704161 h 1182688"/>
              <a:gd name="connsiteX5" fmla="*/ 2073258 w 2151063"/>
              <a:gd name="connsiteY5" fmla="*/ 728386 h 1182688"/>
              <a:gd name="connsiteX6" fmla="*/ 2070876 w 2151063"/>
              <a:gd name="connsiteY6" fmla="*/ 758171 h 1182688"/>
              <a:gd name="connsiteX7" fmla="*/ 2056979 w 2151063"/>
              <a:gd name="connsiteY7" fmla="*/ 813771 h 1182688"/>
              <a:gd name="connsiteX8" fmla="*/ 2034745 w 2151063"/>
              <a:gd name="connsiteY8" fmla="*/ 864207 h 1182688"/>
              <a:gd name="connsiteX9" fmla="*/ 2004966 w 2151063"/>
              <a:gd name="connsiteY9" fmla="*/ 909481 h 1182688"/>
              <a:gd name="connsiteX10" fmla="*/ 1968438 w 2151063"/>
              <a:gd name="connsiteY10" fmla="*/ 949989 h 1182688"/>
              <a:gd name="connsiteX11" fmla="*/ 1926350 w 2151063"/>
              <a:gd name="connsiteY11" fmla="*/ 985731 h 1182688"/>
              <a:gd name="connsiteX12" fmla="*/ 1879102 w 2151063"/>
              <a:gd name="connsiteY12" fmla="*/ 1015913 h 1182688"/>
              <a:gd name="connsiteX13" fmla="*/ 1827882 w 2151063"/>
              <a:gd name="connsiteY13" fmla="*/ 1041330 h 1182688"/>
              <a:gd name="connsiteX14" fmla="*/ 1801280 w 2151063"/>
              <a:gd name="connsiteY14" fmla="*/ 1052053 h 1182688"/>
              <a:gd name="connsiteX15" fmla="*/ 1767928 w 2151063"/>
              <a:gd name="connsiteY15" fmla="*/ 1064364 h 1182688"/>
              <a:gd name="connsiteX16" fmla="*/ 1699239 w 2151063"/>
              <a:gd name="connsiteY16" fmla="*/ 1085015 h 1182688"/>
              <a:gd name="connsiteX17" fmla="*/ 1629358 w 2151063"/>
              <a:gd name="connsiteY17" fmla="*/ 1102092 h 1182688"/>
              <a:gd name="connsiteX18" fmla="*/ 1557889 w 2151063"/>
              <a:gd name="connsiteY18" fmla="*/ 1114801 h 1182688"/>
              <a:gd name="connsiteX19" fmla="*/ 1449892 w 2151063"/>
              <a:gd name="connsiteY19" fmla="*/ 1129892 h 1182688"/>
              <a:gd name="connsiteX20" fmla="*/ 1304969 w 2151063"/>
              <a:gd name="connsiteY20" fmla="*/ 1141012 h 1182688"/>
              <a:gd name="connsiteX21" fmla="*/ 1234692 w 2151063"/>
              <a:gd name="connsiteY21" fmla="*/ 1144189 h 1182688"/>
              <a:gd name="connsiteX22" fmla="*/ 1219604 w 2151063"/>
              <a:gd name="connsiteY22" fmla="*/ 1144586 h 1182688"/>
              <a:gd name="connsiteX23" fmla="*/ 1204913 w 2151063"/>
              <a:gd name="connsiteY23" fmla="*/ 1145380 h 1182688"/>
              <a:gd name="connsiteX24" fmla="*/ 1205310 w 2151063"/>
              <a:gd name="connsiteY24" fmla="*/ 1146969 h 1182688"/>
              <a:gd name="connsiteX25" fmla="*/ 1205310 w 2151063"/>
              <a:gd name="connsiteY25" fmla="*/ 1147763 h 1182688"/>
              <a:gd name="connsiteX26" fmla="*/ 1259309 w 2151063"/>
              <a:gd name="connsiteY26" fmla="*/ 1147366 h 1182688"/>
              <a:gd name="connsiteX27" fmla="*/ 1367306 w 2151063"/>
              <a:gd name="connsiteY27" fmla="*/ 1143792 h 1182688"/>
              <a:gd name="connsiteX28" fmla="*/ 1420908 w 2151063"/>
              <a:gd name="connsiteY28" fmla="*/ 1140615 h 1182688"/>
              <a:gd name="connsiteX29" fmla="*/ 1484832 w 2151063"/>
              <a:gd name="connsiteY29" fmla="*/ 1137040 h 1182688"/>
              <a:gd name="connsiteX30" fmla="*/ 1616256 w 2151063"/>
              <a:gd name="connsiteY30" fmla="*/ 1127906 h 1182688"/>
              <a:gd name="connsiteX31" fmla="*/ 1715915 w 2151063"/>
              <a:gd name="connsiteY31" fmla="*/ 1114404 h 1182688"/>
              <a:gd name="connsiteX32" fmla="*/ 1781031 w 2151063"/>
              <a:gd name="connsiteY32" fmla="*/ 1101298 h 1182688"/>
              <a:gd name="connsiteX33" fmla="*/ 1844558 w 2151063"/>
              <a:gd name="connsiteY33" fmla="*/ 1084618 h 1182688"/>
              <a:gd name="connsiteX34" fmla="*/ 1905307 w 2151063"/>
              <a:gd name="connsiteY34" fmla="*/ 1062379 h 1182688"/>
              <a:gd name="connsiteX35" fmla="*/ 1934291 w 2151063"/>
              <a:gd name="connsiteY35" fmla="*/ 1048876 h 1182688"/>
              <a:gd name="connsiteX36" fmla="*/ 1948982 w 2151063"/>
              <a:gd name="connsiteY36" fmla="*/ 1041727 h 1182688"/>
              <a:gd name="connsiteX37" fmla="*/ 1975584 w 2151063"/>
              <a:gd name="connsiteY37" fmla="*/ 1025445 h 1182688"/>
              <a:gd name="connsiteX38" fmla="*/ 2000201 w 2151063"/>
              <a:gd name="connsiteY38" fmla="*/ 1007176 h 1182688"/>
              <a:gd name="connsiteX39" fmla="*/ 2022436 w 2151063"/>
              <a:gd name="connsiteY39" fmla="*/ 987717 h 1182688"/>
              <a:gd name="connsiteX40" fmla="*/ 2041892 w 2151063"/>
              <a:gd name="connsiteY40" fmla="*/ 966668 h 1182688"/>
              <a:gd name="connsiteX41" fmla="*/ 2059362 w 2151063"/>
              <a:gd name="connsiteY41" fmla="*/ 943635 h 1182688"/>
              <a:gd name="connsiteX42" fmla="*/ 2074450 w 2151063"/>
              <a:gd name="connsiteY42" fmla="*/ 919409 h 1182688"/>
              <a:gd name="connsiteX43" fmla="*/ 2087155 w 2151063"/>
              <a:gd name="connsiteY43" fmla="*/ 893992 h 1182688"/>
              <a:gd name="connsiteX44" fmla="*/ 2097081 w 2151063"/>
              <a:gd name="connsiteY44" fmla="*/ 867781 h 1182688"/>
              <a:gd name="connsiteX45" fmla="*/ 2105419 w 2151063"/>
              <a:gd name="connsiteY45" fmla="*/ 840379 h 1182688"/>
              <a:gd name="connsiteX46" fmla="*/ 2112566 w 2151063"/>
              <a:gd name="connsiteY46" fmla="*/ 797885 h 1182688"/>
              <a:gd name="connsiteX47" fmla="*/ 2112963 w 2151063"/>
              <a:gd name="connsiteY47" fmla="*/ 739109 h 1182688"/>
              <a:gd name="connsiteX48" fmla="*/ 2103831 w 2151063"/>
              <a:gd name="connsiteY48" fmla="*/ 678744 h 1182688"/>
              <a:gd name="connsiteX49" fmla="*/ 2094699 w 2151063"/>
              <a:gd name="connsiteY49" fmla="*/ 648561 h 1182688"/>
              <a:gd name="connsiteX50" fmla="*/ 2084773 w 2151063"/>
              <a:gd name="connsiteY50" fmla="*/ 621159 h 1182688"/>
              <a:gd name="connsiteX51" fmla="*/ 2059362 w 2151063"/>
              <a:gd name="connsiteY51" fmla="*/ 569928 h 1182688"/>
              <a:gd name="connsiteX52" fmla="*/ 233158 w 2151063"/>
              <a:gd name="connsiteY52" fmla="*/ 230187 h 1182688"/>
              <a:gd name="connsiteX53" fmla="*/ 206541 w 2151063"/>
              <a:gd name="connsiteY53" fmla="*/ 244085 h 1182688"/>
              <a:gd name="connsiteX54" fmla="*/ 158870 w 2151063"/>
              <a:gd name="connsiteY54" fmla="*/ 277836 h 1182688"/>
              <a:gd name="connsiteX55" fmla="*/ 117952 w 2151063"/>
              <a:gd name="connsiteY55" fmla="*/ 317146 h 1182688"/>
              <a:gd name="connsiteX56" fmla="*/ 84980 w 2151063"/>
              <a:gd name="connsiteY56" fmla="*/ 362810 h 1182688"/>
              <a:gd name="connsiteX57" fmla="*/ 59953 w 2151063"/>
              <a:gd name="connsiteY57" fmla="*/ 412444 h 1182688"/>
              <a:gd name="connsiteX58" fmla="*/ 43268 w 2151063"/>
              <a:gd name="connsiteY58" fmla="*/ 466446 h 1182688"/>
              <a:gd name="connsiteX59" fmla="*/ 34925 w 2151063"/>
              <a:gd name="connsiteY59" fmla="*/ 523624 h 1182688"/>
              <a:gd name="connsiteX60" fmla="*/ 36117 w 2151063"/>
              <a:gd name="connsiteY60" fmla="*/ 582788 h 1182688"/>
              <a:gd name="connsiteX61" fmla="*/ 40090 w 2151063"/>
              <a:gd name="connsiteY61" fmla="*/ 613363 h 1182688"/>
              <a:gd name="connsiteX62" fmla="*/ 46446 w 2151063"/>
              <a:gd name="connsiteY62" fmla="*/ 643143 h 1182688"/>
              <a:gd name="connsiteX63" fmla="*/ 65117 w 2151063"/>
              <a:gd name="connsiteY63" fmla="*/ 699528 h 1182688"/>
              <a:gd name="connsiteX64" fmla="*/ 91336 w 2151063"/>
              <a:gd name="connsiteY64" fmla="*/ 753133 h 1182688"/>
              <a:gd name="connsiteX65" fmla="*/ 123514 w 2151063"/>
              <a:gd name="connsiteY65" fmla="*/ 802767 h 1182688"/>
              <a:gd name="connsiteX66" fmla="*/ 162446 w 2151063"/>
              <a:gd name="connsiteY66" fmla="*/ 848430 h 1182688"/>
              <a:gd name="connsiteX67" fmla="*/ 205350 w 2151063"/>
              <a:gd name="connsiteY67" fmla="*/ 889726 h 1182688"/>
              <a:gd name="connsiteX68" fmla="*/ 252226 w 2151063"/>
              <a:gd name="connsiteY68" fmla="*/ 927051 h 1182688"/>
              <a:gd name="connsiteX69" fmla="*/ 302281 w 2151063"/>
              <a:gd name="connsiteY69" fmla="*/ 959611 h 1182688"/>
              <a:gd name="connsiteX70" fmla="*/ 328103 w 2151063"/>
              <a:gd name="connsiteY70" fmla="*/ 973906 h 1182688"/>
              <a:gd name="connsiteX71" fmla="*/ 356308 w 2151063"/>
              <a:gd name="connsiteY71" fmla="*/ 988994 h 1182688"/>
              <a:gd name="connsiteX72" fmla="*/ 414706 w 2151063"/>
              <a:gd name="connsiteY72" fmla="*/ 1014010 h 1182688"/>
              <a:gd name="connsiteX73" fmla="*/ 444500 w 2151063"/>
              <a:gd name="connsiteY73" fmla="*/ 1025525 h 1182688"/>
              <a:gd name="connsiteX74" fmla="*/ 419076 w 2151063"/>
              <a:gd name="connsiteY74" fmla="*/ 1013613 h 1182688"/>
              <a:gd name="connsiteX75" fmla="*/ 371007 w 2151063"/>
              <a:gd name="connsiteY75" fmla="*/ 988597 h 1182688"/>
              <a:gd name="connsiteX76" fmla="*/ 347171 w 2151063"/>
              <a:gd name="connsiteY76" fmla="*/ 973906 h 1182688"/>
              <a:gd name="connsiteX77" fmla="*/ 322541 w 2151063"/>
              <a:gd name="connsiteY77" fmla="*/ 958420 h 1182688"/>
              <a:gd name="connsiteX78" fmla="*/ 274473 w 2151063"/>
              <a:gd name="connsiteY78" fmla="*/ 922683 h 1182688"/>
              <a:gd name="connsiteX79" fmla="*/ 229583 w 2151063"/>
              <a:gd name="connsiteY79" fmla="*/ 882579 h 1182688"/>
              <a:gd name="connsiteX80" fmla="*/ 189459 w 2151063"/>
              <a:gd name="connsiteY80" fmla="*/ 838106 h 1182688"/>
              <a:gd name="connsiteX81" fmla="*/ 154103 w 2151063"/>
              <a:gd name="connsiteY81" fmla="*/ 790458 h 1182688"/>
              <a:gd name="connsiteX82" fmla="*/ 124706 w 2151063"/>
              <a:gd name="connsiteY82" fmla="*/ 738838 h 1182688"/>
              <a:gd name="connsiteX83" fmla="*/ 102062 w 2151063"/>
              <a:gd name="connsiteY83" fmla="*/ 683645 h 1182688"/>
              <a:gd name="connsiteX84" fmla="*/ 86966 w 2151063"/>
              <a:gd name="connsiteY84" fmla="*/ 625672 h 1182688"/>
              <a:gd name="connsiteX85" fmla="*/ 83391 w 2151063"/>
              <a:gd name="connsiteY85" fmla="*/ 595892 h 1182688"/>
              <a:gd name="connsiteX86" fmla="*/ 81405 w 2151063"/>
              <a:gd name="connsiteY86" fmla="*/ 569685 h 1182688"/>
              <a:gd name="connsiteX87" fmla="*/ 83391 w 2151063"/>
              <a:gd name="connsiteY87" fmla="*/ 518462 h 1182688"/>
              <a:gd name="connsiteX88" fmla="*/ 92131 w 2151063"/>
              <a:gd name="connsiteY88" fmla="*/ 468828 h 1182688"/>
              <a:gd name="connsiteX89" fmla="*/ 106829 w 2151063"/>
              <a:gd name="connsiteY89" fmla="*/ 419591 h 1182688"/>
              <a:gd name="connsiteX90" fmla="*/ 127089 w 2151063"/>
              <a:gd name="connsiteY90" fmla="*/ 373531 h 1182688"/>
              <a:gd name="connsiteX91" fmla="*/ 152117 w 2151063"/>
              <a:gd name="connsiteY91" fmla="*/ 329058 h 1182688"/>
              <a:gd name="connsiteX92" fmla="*/ 181911 w 2151063"/>
              <a:gd name="connsiteY92" fmla="*/ 287366 h 1182688"/>
              <a:gd name="connsiteX93" fmla="*/ 215281 w 2151063"/>
              <a:gd name="connsiteY93" fmla="*/ 248452 h 1182688"/>
              <a:gd name="connsiteX94" fmla="*/ 950292 w 2151063"/>
              <a:gd name="connsiteY94" fmla="*/ 112712 h 1182688"/>
              <a:gd name="connsiteX95" fmla="*/ 822075 w 2151063"/>
              <a:gd name="connsiteY95" fmla="*/ 115489 h 1182688"/>
              <a:gd name="connsiteX96" fmla="*/ 758561 w 2151063"/>
              <a:gd name="connsiteY96" fmla="*/ 119456 h 1182688"/>
              <a:gd name="connsiteX97" fmla="*/ 705369 w 2151063"/>
              <a:gd name="connsiteY97" fmla="*/ 124217 h 1182688"/>
              <a:gd name="connsiteX98" fmla="*/ 597397 w 2151063"/>
              <a:gd name="connsiteY98" fmla="*/ 136118 h 1182688"/>
              <a:gd name="connsiteX99" fmla="*/ 488631 w 2151063"/>
              <a:gd name="connsiteY99" fmla="*/ 153574 h 1182688"/>
              <a:gd name="connsiteX100" fmla="*/ 381849 w 2151063"/>
              <a:gd name="connsiteY100" fmla="*/ 178170 h 1182688"/>
              <a:gd name="connsiteX101" fmla="*/ 329848 w 2151063"/>
              <a:gd name="connsiteY101" fmla="*/ 193643 h 1182688"/>
              <a:gd name="connsiteX102" fmla="*/ 309206 w 2151063"/>
              <a:gd name="connsiteY102" fmla="*/ 208321 h 1182688"/>
              <a:gd name="connsiteX103" fmla="*/ 270304 w 2151063"/>
              <a:gd name="connsiteY103" fmla="*/ 239662 h 1182688"/>
              <a:gd name="connsiteX104" fmla="*/ 234181 w 2151063"/>
              <a:gd name="connsiteY104" fmla="*/ 274970 h 1182688"/>
              <a:gd name="connsiteX105" fmla="*/ 201631 w 2151063"/>
              <a:gd name="connsiteY105" fmla="*/ 313848 h 1182688"/>
              <a:gd name="connsiteX106" fmla="*/ 186943 w 2151063"/>
              <a:gd name="connsiteY106" fmla="*/ 334874 h 1182688"/>
              <a:gd name="connsiteX107" fmla="*/ 169080 w 2151063"/>
              <a:gd name="connsiteY107" fmla="*/ 362248 h 1182688"/>
              <a:gd name="connsiteX108" fmla="*/ 142087 w 2151063"/>
              <a:gd name="connsiteY108" fmla="*/ 418185 h 1182688"/>
              <a:gd name="connsiteX109" fmla="*/ 124621 w 2151063"/>
              <a:gd name="connsiteY109" fmla="*/ 475709 h 1182688"/>
              <a:gd name="connsiteX110" fmla="*/ 115888 w 2151063"/>
              <a:gd name="connsiteY110" fmla="*/ 534423 h 1182688"/>
              <a:gd name="connsiteX111" fmla="*/ 115888 w 2151063"/>
              <a:gd name="connsiteY111" fmla="*/ 593534 h 1182688"/>
              <a:gd name="connsiteX112" fmla="*/ 125415 w 2151063"/>
              <a:gd name="connsiteY112" fmla="*/ 652249 h 1182688"/>
              <a:gd name="connsiteX113" fmla="*/ 144469 w 2151063"/>
              <a:gd name="connsiteY113" fmla="*/ 709773 h 1182688"/>
              <a:gd name="connsiteX114" fmla="*/ 172256 w 2151063"/>
              <a:gd name="connsiteY114" fmla="*/ 765313 h 1182688"/>
              <a:gd name="connsiteX115" fmla="*/ 189722 w 2151063"/>
              <a:gd name="connsiteY115" fmla="*/ 792290 h 1182688"/>
              <a:gd name="connsiteX116" fmla="*/ 209570 w 2151063"/>
              <a:gd name="connsiteY116" fmla="*/ 818870 h 1182688"/>
              <a:gd name="connsiteX117" fmla="*/ 252044 w 2151063"/>
              <a:gd name="connsiteY117" fmla="*/ 866080 h 1182688"/>
              <a:gd name="connsiteX118" fmla="*/ 300076 w 2151063"/>
              <a:gd name="connsiteY118" fmla="*/ 908132 h 1182688"/>
              <a:gd name="connsiteX119" fmla="*/ 352077 w 2151063"/>
              <a:gd name="connsiteY119" fmla="*/ 944630 h 1182688"/>
              <a:gd name="connsiteX120" fmla="*/ 407651 w 2151063"/>
              <a:gd name="connsiteY120" fmla="*/ 976764 h 1182688"/>
              <a:gd name="connsiteX121" fmla="*/ 465210 w 2151063"/>
              <a:gd name="connsiteY121" fmla="*/ 1004931 h 1182688"/>
              <a:gd name="connsiteX122" fmla="*/ 524754 w 2151063"/>
              <a:gd name="connsiteY122" fmla="*/ 1029131 h 1182688"/>
              <a:gd name="connsiteX123" fmla="*/ 585488 w 2151063"/>
              <a:gd name="connsiteY123" fmla="*/ 1050157 h 1182688"/>
              <a:gd name="connsiteX124" fmla="*/ 616054 w 2151063"/>
              <a:gd name="connsiteY124" fmla="*/ 1059281 h 1182688"/>
              <a:gd name="connsiteX125" fmla="*/ 666467 w 2151063"/>
              <a:gd name="connsiteY125" fmla="*/ 1074753 h 1182688"/>
              <a:gd name="connsiteX126" fmla="*/ 717675 w 2151063"/>
              <a:gd name="connsiteY126" fmla="*/ 1089432 h 1182688"/>
              <a:gd name="connsiteX127" fmla="*/ 795875 w 2151063"/>
              <a:gd name="connsiteY127" fmla="*/ 1098953 h 1182688"/>
              <a:gd name="connsiteX128" fmla="*/ 873282 w 2151063"/>
              <a:gd name="connsiteY128" fmla="*/ 1105697 h 1182688"/>
              <a:gd name="connsiteX129" fmla="*/ 943940 w 2151063"/>
              <a:gd name="connsiteY129" fmla="*/ 1111251 h 1182688"/>
              <a:gd name="connsiteX130" fmla="*/ 1085654 w 2151063"/>
              <a:gd name="connsiteY130" fmla="*/ 1116012 h 1182688"/>
              <a:gd name="connsiteX131" fmla="*/ 1227765 w 2151063"/>
              <a:gd name="connsiteY131" fmla="*/ 1113632 h 1182688"/>
              <a:gd name="connsiteX132" fmla="*/ 1369081 w 2151063"/>
              <a:gd name="connsiteY132" fmla="*/ 1103714 h 1182688"/>
              <a:gd name="connsiteX133" fmla="*/ 1440136 w 2151063"/>
              <a:gd name="connsiteY133" fmla="*/ 1096176 h 1182688"/>
              <a:gd name="connsiteX134" fmla="*/ 1498886 w 2151063"/>
              <a:gd name="connsiteY134" fmla="*/ 1089432 h 1182688"/>
              <a:gd name="connsiteX135" fmla="*/ 1589392 w 2151063"/>
              <a:gd name="connsiteY135" fmla="*/ 1075944 h 1182688"/>
              <a:gd name="connsiteX136" fmla="*/ 1650127 w 2151063"/>
              <a:gd name="connsiteY136" fmla="*/ 1064439 h 1182688"/>
              <a:gd name="connsiteX137" fmla="*/ 1709670 w 2151063"/>
              <a:gd name="connsiteY137" fmla="*/ 1050554 h 1182688"/>
              <a:gd name="connsiteX138" fmla="*/ 1768420 w 2151063"/>
              <a:gd name="connsiteY138" fmla="*/ 1032701 h 1182688"/>
              <a:gd name="connsiteX139" fmla="*/ 1824391 w 2151063"/>
              <a:gd name="connsiteY139" fmla="*/ 1010088 h 1182688"/>
              <a:gd name="connsiteX140" fmla="*/ 1877980 w 2151063"/>
              <a:gd name="connsiteY140" fmla="*/ 981921 h 1182688"/>
              <a:gd name="connsiteX141" fmla="*/ 1902988 w 2151063"/>
              <a:gd name="connsiteY141" fmla="*/ 965259 h 1182688"/>
              <a:gd name="connsiteX142" fmla="*/ 1916485 w 2151063"/>
              <a:gd name="connsiteY142" fmla="*/ 956135 h 1182688"/>
              <a:gd name="connsiteX143" fmla="*/ 1941890 w 2151063"/>
              <a:gd name="connsiteY143" fmla="*/ 935109 h 1182688"/>
              <a:gd name="connsiteX144" fmla="*/ 1963723 w 2151063"/>
              <a:gd name="connsiteY144" fmla="*/ 912099 h 1182688"/>
              <a:gd name="connsiteX145" fmla="*/ 1982777 w 2151063"/>
              <a:gd name="connsiteY145" fmla="*/ 887899 h 1182688"/>
              <a:gd name="connsiteX146" fmla="*/ 1999449 w 2151063"/>
              <a:gd name="connsiteY146" fmla="*/ 862113 h 1182688"/>
              <a:gd name="connsiteX147" fmla="*/ 2013342 w 2151063"/>
              <a:gd name="connsiteY147" fmla="*/ 834739 h 1182688"/>
              <a:gd name="connsiteX148" fmla="*/ 2024457 w 2151063"/>
              <a:gd name="connsiteY148" fmla="*/ 806572 h 1182688"/>
              <a:gd name="connsiteX149" fmla="*/ 2032793 w 2151063"/>
              <a:gd name="connsiteY149" fmla="*/ 777612 h 1182688"/>
              <a:gd name="connsiteX150" fmla="*/ 2038351 w 2151063"/>
              <a:gd name="connsiteY150" fmla="*/ 747858 h 1182688"/>
              <a:gd name="connsiteX151" fmla="*/ 2041526 w 2151063"/>
              <a:gd name="connsiteY151" fmla="*/ 717707 h 1182688"/>
              <a:gd name="connsiteX152" fmla="*/ 2041526 w 2151063"/>
              <a:gd name="connsiteY152" fmla="*/ 671291 h 1182688"/>
              <a:gd name="connsiteX153" fmla="*/ 2032396 w 2151063"/>
              <a:gd name="connsiteY153" fmla="*/ 609403 h 1182688"/>
              <a:gd name="connsiteX154" fmla="*/ 2013342 w 2151063"/>
              <a:gd name="connsiteY154" fmla="*/ 548705 h 1182688"/>
              <a:gd name="connsiteX155" fmla="*/ 1999846 w 2151063"/>
              <a:gd name="connsiteY155" fmla="*/ 519745 h 1182688"/>
              <a:gd name="connsiteX156" fmla="*/ 1988731 w 2151063"/>
              <a:gd name="connsiteY156" fmla="*/ 497925 h 1182688"/>
              <a:gd name="connsiteX157" fmla="*/ 1962929 w 2151063"/>
              <a:gd name="connsiteY157" fmla="*/ 456667 h 1182688"/>
              <a:gd name="connsiteX158" fmla="*/ 1948241 w 2151063"/>
              <a:gd name="connsiteY158" fmla="*/ 437227 h 1182688"/>
              <a:gd name="connsiteX159" fmla="*/ 1925615 w 2151063"/>
              <a:gd name="connsiteY159" fmla="*/ 417788 h 1182688"/>
              <a:gd name="connsiteX160" fmla="*/ 1877980 w 2151063"/>
              <a:gd name="connsiteY160" fmla="*/ 381687 h 1182688"/>
              <a:gd name="connsiteX161" fmla="*/ 1827963 w 2151063"/>
              <a:gd name="connsiteY161" fmla="*/ 348759 h 1182688"/>
              <a:gd name="connsiteX162" fmla="*/ 1776756 w 2151063"/>
              <a:gd name="connsiteY162" fmla="*/ 319005 h 1182688"/>
              <a:gd name="connsiteX163" fmla="*/ 1750954 w 2151063"/>
              <a:gd name="connsiteY163" fmla="*/ 305120 h 1182688"/>
              <a:gd name="connsiteX164" fmla="*/ 1722373 w 2151063"/>
              <a:gd name="connsiteY164" fmla="*/ 290838 h 1182688"/>
              <a:gd name="connsiteX165" fmla="*/ 1664417 w 2151063"/>
              <a:gd name="connsiteY165" fmla="*/ 263068 h 1182688"/>
              <a:gd name="connsiteX166" fmla="*/ 1575896 w 2151063"/>
              <a:gd name="connsiteY166" fmla="*/ 225777 h 1182688"/>
              <a:gd name="connsiteX167" fmla="*/ 1454824 w 2151063"/>
              <a:gd name="connsiteY167" fmla="*/ 185708 h 1182688"/>
              <a:gd name="connsiteX168" fmla="*/ 1330973 w 2151063"/>
              <a:gd name="connsiteY168" fmla="*/ 154367 h 1182688"/>
              <a:gd name="connsiteX169" fmla="*/ 1205535 w 2151063"/>
              <a:gd name="connsiteY169" fmla="*/ 132548 h 1182688"/>
              <a:gd name="connsiteX170" fmla="*/ 1077715 w 2151063"/>
              <a:gd name="connsiteY170" fmla="*/ 118663 h 1182688"/>
              <a:gd name="connsiteX171" fmla="*/ 970360 w 2151063"/>
              <a:gd name="connsiteY171" fmla="*/ 31750 h 1182688"/>
              <a:gd name="connsiteX172" fmla="*/ 905670 w 2151063"/>
              <a:gd name="connsiteY172" fmla="*/ 32146 h 1182688"/>
              <a:gd name="connsiteX173" fmla="*/ 840582 w 2151063"/>
              <a:gd name="connsiteY173" fmla="*/ 35712 h 1182688"/>
              <a:gd name="connsiteX174" fmla="*/ 775891 w 2151063"/>
              <a:gd name="connsiteY174" fmla="*/ 41654 h 1182688"/>
              <a:gd name="connsiteX175" fmla="*/ 711994 w 2151063"/>
              <a:gd name="connsiteY175" fmla="*/ 51559 h 1182688"/>
              <a:gd name="connsiteX176" fmla="*/ 648098 w 2151063"/>
              <a:gd name="connsiteY176" fmla="*/ 64236 h 1182688"/>
              <a:gd name="connsiteX177" fmla="*/ 616744 w 2151063"/>
              <a:gd name="connsiteY177" fmla="*/ 71764 h 1182688"/>
              <a:gd name="connsiteX178" fmla="*/ 574279 w 2151063"/>
              <a:gd name="connsiteY178" fmla="*/ 82856 h 1182688"/>
              <a:gd name="connsiteX179" fmla="*/ 490538 w 2151063"/>
              <a:gd name="connsiteY179" fmla="*/ 110985 h 1182688"/>
              <a:gd name="connsiteX180" fmla="*/ 449263 w 2151063"/>
              <a:gd name="connsiteY180" fmla="*/ 128020 h 1182688"/>
              <a:gd name="connsiteX181" fmla="*/ 508794 w 2151063"/>
              <a:gd name="connsiteY181" fmla="*/ 115739 h 1182688"/>
              <a:gd name="connsiteX182" fmla="*/ 629048 w 2151063"/>
              <a:gd name="connsiteY182" fmla="*/ 96326 h 1182688"/>
              <a:gd name="connsiteX183" fmla="*/ 750491 w 2151063"/>
              <a:gd name="connsiteY183" fmla="*/ 83253 h 1182688"/>
              <a:gd name="connsiteX184" fmla="*/ 872729 w 2151063"/>
              <a:gd name="connsiteY184" fmla="*/ 77310 h 1182688"/>
              <a:gd name="connsiteX185" fmla="*/ 933451 w 2151063"/>
              <a:gd name="connsiteY185" fmla="*/ 76914 h 1182688"/>
              <a:gd name="connsiteX186" fmla="*/ 1003301 w 2151063"/>
              <a:gd name="connsiteY186" fmla="*/ 77706 h 1182688"/>
              <a:gd name="connsiteX187" fmla="*/ 1142207 w 2151063"/>
              <a:gd name="connsiteY187" fmla="*/ 87611 h 1182688"/>
              <a:gd name="connsiteX188" fmla="*/ 1245395 w 2151063"/>
              <a:gd name="connsiteY188" fmla="*/ 101873 h 1182688"/>
              <a:gd name="connsiteX189" fmla="*/ 1314451 w 2151063"/>
              <a:gd name="connsiteY189" fmla="*/ 114154 h 1182688"/>
              <a:gd name="connsiteX190" fmla="*/ 1382317 w 2151063"/>
              <a:gd name="connsiteY190" fmla="*/ 129209 h 1182688"/>
              <a:gd name="connsiteX191" fmla="*/ 1449785 w 2151063"/>
              <a:gd name="connsiteY191" fmla="*/ 146640 h 1182688"/>
              <a:gd name="connsiteX192" fmla="*/ 1483123 w 2151063"/>
              <a:gd name="connsiteY192" fmla="*/ 156148 h 1182688"/>
              <a:gd name="connsiteX193" fmla="*/ 1547417 w 2151063"/>
              <a:gd name="connsiteY193" fmla="*/ 176750 h 1182688"/>
              <a:gd name="connsiteX194" fmla="*/ 1643064 w 2151063"/>
              <a:gd name="connsiteY194" fmla="*/ 213197 h 1182688"/>
              <a:gd name="connsiteX195" fmla="*/ 1705770 w 2151063"/>
              <a:gd name="connsiteY195" fmla="*/ 240533 h 1182688"/>
              <a:gd name="connsiteX196" fmla="*/ 1736726 w 2151063"/>
              <a:gd name="connsiteY196" fmla="*/ 255588 h 1182688"/>
              <a:gd name="connsiteX197" fmla="*/ 1709342 w 2151063"/>
              <a:gd name="connsiteY197" fmla="*/ 238949 h 1182688"/>
              <a:gd name="connsiteX198" fmla="*/ 1653382 w 2151063"/>
              <a:gd name="connsiteY198" fmla="*/ 208047 h 1182688"/>
              <a:gd name="connsiteX199" fmla="*/ 1625601 w 2151063"/>
              <a:gd name="connsiteY199" fmla="*/ 193785 h 1182688"/>
              <a:gd name="connsiteX200" fmla="*/ 1596232 w 2151063"/>
              <a:gd name="connsiteY200" fmla="*/ 179523 h 1182688"/>
              <a:gd name="connsiteX201" fmla="*/ 1537495 w 2151063"/>
              <a:gd name="connsiteY201" fmla="*/ 152583 h 1182688"/>
              <a:gd name="connsiteX202" fmla="*/ 1477567 w 2151063"/>
              <a:gd name="connsiteY202" fmla="*/ 128416 h 1182688"/>
              <a:gd name="connsiteX203" fmla="*/ 1416448 w 2151063"/>
              <a:gd name="connsiteY203" fmla="*/ 107023 h 1182688"/>
              <a:gd name="connsiteX204" fmla="*/ 1354139 w 2151063"/>
              <a:gd name="connsiteY204" fmla="*/ 88007 h 1182688"/>
              <a:gd name="connsiteX205" fmla="*/ 1291432 w 2151063"/>
              <a:gd name="connsiteY205" fmla="*/ 72160 h 1182688"/>
              <a:gd name="connsiteX206" fmla="*/ 1227932 w 2151063"/>
              <a:gd name="connsiteY206" fmla="*/ 58294 h 1182688"/>
              <a:gd name="connsiteX207" fmla="*/ 1163638 w 2151063"/>
              <a:gd name="connsiteY207" fmla="*/ 47597 h 1182688"/>
              <a:gd name="connsiteX208" fmla="*/ 1099345 w 2151063"/>
              <a:gd name="connsiteY208" fmla="*/ 39277 h 1182688"/>
              <a:gd name="connsiteX209" fmla="*/ 1034654 w 2151063"/>
              <a:gd name="connsiteY209" fmla="*/ 34127 h 1182688"/>
              <a:gd name="connsiteX210" fmla="*/ 976240 w 2151063"/>
              <a:gd name="connsiteY210" fmla="*/ 0 h 1182688"/>
              <a:gd name="connsiteX211" fmla="*/ 1045347 w 2151063"/>
              <a:gd name="connsiteY211" fmla="*/ 3172 h 1182688"/>
              <a:gd name="connsiteX212" fmla="*/ 1114851 w 2151063"/>
              <a:gd name="connsiteY212" fmla="*/ 8723 h 1182688"/>
              <a:gd name="connsiteX213" fmla="*/ 1183959 w 2151063"/>
              <a:gd name="connsiteY213" fmla="*/ 18238 h 1182688"/>
              <a:gd name="connsiteX214" fmla="*/ 1252669 w 2151063"/>
              <a:gd name="connsiteY214" fmla="*/ 30529 h 1182688"/>
              <a:gd name="connsiteX215" fmla="*/ 1321379 w 2151063"/>
              <a:gd name="connsiteY215" fmla="*/ 45198 h 1182688"/>
              <a:gd name="connsiteX216" fmla="*/ 1389295 w 2151063"/>
              <a:gd name="connsiteY216" fmla="*/ 63833 h 1182688"/>
              <a:gd name="connsiteX217" fmla="*/ 1455622 w 2151063"/>
              <a:gd name="connsiteY217" fmla="*/ 85242 h 1182688"/>
              <a:gd name="connsiteX218" fmla="*/ 1521154 w 2151063"/>
              <a:gd name="connsiteY218" fmla="*/ 109427 h 1182688"/>
              <a:gd name="connsiteX219" fmla="*/ 1585496 w 2151063"/>
              <a:gd name="connsiteY219" fmla="*/ 136784 h 1182688"/>
              <a:gd name="connsiteX220" fmla="*/ 1647851 w 2151063"/>
              <a:gd name="connsiteY220" fmla="*/ 166916 h 1182688"/>
              <a:gd name="connsiteX221" fmla="*/ 1707823 w 2151063"/>
              <a:gd name="connsiteY221" fmla="*/ 200617 h 1182688"/>
              <a:gd name="connsiteX222" fmla="*/ 1766604 w 2151063"/>
              <a:gd name="connsiteY222" fmla="*/ 237093 h 1182688"/>
              <a:gd name="connsiteX223" fmla="*/ 1822605 w 2151063"/>
              <a:gd name="connsiteY223" fmla="*/ 275947 h 1182688"/>
              <a:gd name="connsiteX224" fmla="*/ 1849613 w 2151063"/>
              <a:gd name="connsiteY224" fmla="*/ 296961 h 1182688"/>
              <a:gd name="connsiteX225" fmla="*/ 1875826 w 2151063"/>
              <a:gd name="connsiteY225" fmla="*/ 317974 h 1182688"/>
              <a:gd name="connsiteX226" fmla="*/ 1924280 w 2151063"/>
              <a:gd name="connsiteY226" fmla="*/ 364362 h 1182688"/>
              <a:gd name="connsiteX227" fmla="*/ 1946919 w 2151063"/>
              <a:gd name="connsiteY227" fmla="*/ 388943 h 1182688"/>
              <a:gd name="connsiteX228" fmla="*/ 1957642 w 2151063"/>
              <a:gd name="connsiteY228" fmla="*/ 398458 h 1182688"/>
              <a:gd name="connsiteX229" fmla="*/ 1968366 w 2151063"/>
              <a:gd name="connsiteY229" fmla="*/ 407577 h 1182688"/>
              <a:gd name="connsiteX230" fmla="*/ 1991004 w 2151063"/>
              <a:gd name="connsiteY230" fmla="*/ 428194 h 1182688"/>
              <a:gd name="connsiteX231" fmla="*/ 2032707 w 2151063"/>
              <a:gd name="connsiteY231" fmla="*/ 472203 h 1182688"/>
              <a:gd name="connsiteX232" fmla="*/ 2069247 w 2151063"/>
              <a:gd name="connsiteY232" fmla="*/ 520177 h 1182688"/>
              <a:gd name="connsiteX233" fmla="*/ 2100226 w 2151063"/>
              <a:gd name="connsiteY233" fmla="*/ 572115 h 1182688"/>
              <a:gd name="connsiteX234" fmla="*/ 2124850 w 2151063"/>
              <a:gd name="connsiteY234" fmla="*/ 626432 h 1182688"/>
              <a:gd name="connsiteX235" fmla="*/ 2142325 w 2151063"/>
              <a:gd name="connsiteY235" fmla="*/ 683525 h 1182688"/>
              <a:gd name="connsiteX236" fmla="*/ 2151063 w 2151063"/>
              <a:gd name="connsiteY236" fmla="*/ 742600 h 1182688"/>
              <a:gd name="connsiteX237" fmla="*/ 2151063 w 2151063"/>
              <a:gd name="connsiteY237" fmla="*/ 803261 h 1182688"/>
              <a:gd name="connsiteX238" fmla="*/ 2147091 w 2151063"/>
              <a:gd name="connsiteY238" fmla="*/ 834186 h 1182688"/>
              <a:gd name="connsiteX239" fmla="*/ 2144311 w 2151063"/>
              <a:gd name="connsiteY239" fmla="*/ 848855 h 1182688"/>
              <a:gd name="connsiteX240" fmla="*/ 2136765 w 2151063"/>
              <a:gd name="connsiteY240" fmla="*/ 878195 h 1182688"/>
              <a:gd name="connsiteX241" fmla="*/ 2126439 w 2151063"/>
              <a:gd name="connsiteY241" fmla="*/ 905551 h 1182688"/>
              <a:gd name="connsiteX242" fmla="*/ 2114524 w 2151063"/>
              <a:gd name="connsiteY242" fmla="*/ 931322 h 1182688"/>
              <a:gd name="connsiteX243" fmla="*/ 2092282 w 2151063"/>
              <a:gd name="connsiteY243" fmla="*/ 966609 h 1182688"/>
              <a:gd name="connsiteX244" fmla="*/ 2055743 w 2151063"/>
              <a:gd name="connsiteY244" fmla="*/ 1008239 h 1182688"/>
              <a:gd name="connsiteX245" fmla="*/ 2013246 w 2151063"/>
              <a:gd name="connsiteY245" fmla="*/ 1043921 h 1182688"/>
              <a:gd name="connsiteX246" fmla="*/ 1964791 w 2151063"/>
              <a:gd name="connsiteY246" fmla="*/ 1074054 h 1182688"/>
              <a:gd name="connsiteX247" fmla="*/ 1912762 w 2151063"/>
              <a:gd name="connsiteY247" fmla="*/ 1098239 h 1182688"/>
              <a:gd name="connsiteX248" fmla="*/ 1857556 w 2151063"/>
              <a:gd name="connsiteY248" fmla="*/ 1117666 h 1182688"/>
              <a:gd name="connsiteX249" fmla="*/ 1829754 w 2151063"/>
              <a:gd name="connsiteY249" fmla="*/ 1125596 h 1182688"/>
              <a:gd name="connsiteX250" fmla="*/ 1792817 w 2151063"/>
              <a:gd name="connsiteY250" fmla="*/ 1134318 h 1182688"/>
              <a:gd name="connsiteX251" fmla="*/ 1717753 w 2151063"/>
              <a:gd name="connsiteY251" fmla="*/ 1148988 h 1182688"/>
              <a:gd name="connsiteX252" fmla="*/ 1641894 w 2151063"/>
              <a:gd name="connsiteY252" fmla="*/ 1160882 h 1182688"/>
              <a:gd name="connsiteX253" fmla="*/ 1565240 w 2151063"/>
              <a:gd name="connsiteY253" fmla="*/ 1169208 h 1182688"/>
              <a:gd name="connsiteX254" fmla="*/ 1450061 w 2151063"/>
              <a:gd name="connsiteY254" fmla="*/ 1177930 h 1182688"/>
              <a:gd name="connsiteX255" fmla="*/ 1295960 w 2151063"/>
              <a:gd name="connsiteY255" fmla="*/ 1181895 h 1182688"/>
              <a:gd name="connsiteX256" fmla="*/ 1219704 w 2151063"/>
              <a:gd name="connsiteY256" fmla="*/ 1182688 h 1182688"/>
              <a:gd name="connsiteX257" fmla="*/ 1137093 w 2151063"/>
              <a:gd name="connsiteY257" fmla="*/ 1182688 h 1182688"/>
              <a:gd name="connsiteX258" fmla="*/ 971076 w 2151063"/>
              <a:gd name="connsiteY258" fmla="*/ 1177930 h 1182688"/>
              <a:gd name="connsiteX259" fmla="*/ 723243 w 2151063"/>
              <a:gd name="connsiteY259" fmla="*/ 1163657 h 1182688"/>
              <a:gd name="connsiteX260" fmla="*/ 558021 w 2151063"/>
              <a:gd name="connsiteY260" fmla="*/ 1150177 h 1182688"/>
              <a:gd name="connsiteX261" fmla="*/ 552064 w 2151063"/>
              <a:gd name="connsiteY261" fmla="*/ 1148988 h 1182688"/>
              <a:gd name="connsiteX262" fmla="*/ 546504 w 2151063"/>
              <a:gd name="connsiteY262" fmla="*/ 1141851 h 1182688"/>
              <a:gd name="connsiteX263" fmla="*/ 546504 w 2151063"/>
              <a:gd name="connsiteY263" fmla="*/ 1132732 h 1182688"/>
              <a:gd name="connsiteX264" fmla="*/ 552064 w 2151063"/>
              <a:gd name="connsiteY264" fmla="*/ 1125992 h 1182688"/>
              <a:gd name="connsiteX265" fmla="*/ 558021 w 2151063"/>
              <a:gd name="connsiteY265" fmla="*/ 1125596 h 1182688"/>
              <a:gd name="connsiteX266" fmla="*/ 679555 w 2151063"/>
              <a:gd name="connsiteY266" fmla="*/ 1131146 h 1182688"/>
              <a:gd name="connsiteX267" fmla="*/ 801486 w 2151063"/>
              <a:gd name="connsiteY267" fmla="*/ 1136697 h 1182688"/>
              <a:gd name="connsiteX268" fmla="*/ 774081 w 2151063"/>
              <a:gd name="connsiteY268" fmla="*/ 1130750 h 1182688"/>
              <a:gd name="connsiteX269" fmla="*/ 747471 w 2151063"/>
              <a:gd name="connsiteY269" fmla="*/ 1124010 h 1182688"/>
              <a:gd name="connsiteX270" fmla="*/ 680349 w 2151063"/>
              <a:gd name="connsiteY270" fmla="*/ 1114494 h 1182688"/>
              <a:gd name="connsiteX271" fmla="*/ 614419 w 2151063"/>
              <a:gd name="connsiteY271" fmla="*/ 1102996 h 1182688"/>
              <a:gd name="connsiteX272" fmla="*/ 581057 w 2151063"/>
              <a:gd name="connsiteY272" fmla="*/ 1096256 h 1182688"/>
              <a:gd name="connsiteX273" fmla="*/ 515127 w 2151063"/>
              <a:gd name="connsiteY273" fmla="*/ 1079604 h 1182688"/>
              <a:gd name="connsiteX274" fmla="*/ 450389 w 2151063"/>
              <a:gd name="connsiteY274" fmla="*/ 1060177 h 1182688"/>
              <a:gd name="connsiteX275" fmla="*/ 386445 w 2151063"/>
              <a:gd name="connsiteY275" fmla="*/ 1036388 h 1182688"/>
              <a:gd name="connsiteX276" fmla="*/ 325281 w 2151063"/>
              <a:gd name="connsiteY276" fmla="*/ 1007842 h 1182688"/>
              <a:gd name="connsiteX277" fmla="*/ 266500 w 2151063"/>
              <a:gd name="connsiteY277" fmla="*/ 974935 h 1182688"/>
              <a:gd name="connsiteX278" fmla="*/ 210896 w 2151063"/>
              <a:gd name="connsiteY278" fmla="*/ 936476 h 1182688"/>
              <a:gd name="connsiteX279" fmla="*/ 159265 w 2151063"/>
              <a:gd name="connsiteY279" fmla="*/ 891675 h 1182688"/>
              <a:gd name="connsiteX280" fmla="*/ 135832 w 2151063"/>
              <a:gd name="connsiteY280" fmla="*/ 867093 h 1182688"/>
              <a:gd name="connsiteX281" fmla="*/ 116370 w 2151063"/>
              <a:gd name="connsiteY281" fmla="*/ 844891 h 1182688"/>
              <a:gd name="connsiteX282" fmla="*/ 80625 w 2151063"/>
              <a:gd name="connsiteY282" fmla="*/ 797710 h 1182688"/>
              <a:gd name="connsiteX283" fmla="*/ 50838 w 2151063"/>
              <a:gd name="connsiteY283" fmla="*/ 746564 h 1182688"/>
              <a:gd name="connsiteX284" fmla="*/ 27802 w 2151063"/>
              <a:gd name="connsiteY284" fmla="*/ 693833 h 1182688"/>
              <a:gd name="connsiteX285" fmla="*/ 11121 w 2151063"/>
              <a:gd name="connsiteY285" fmla="*/ 638326 h 1182688"/>
              <a:gd name="connsiteX286" fmla="*/ 1589 w 2151063"/>
              <a:gd name="connsiteY286" fmla="*/ 581234 h 1182688"/>
              <a:gd name="connsiteX287" fmla="*/ 0 w 2151063"/>
              <a:gd name="connsiteY287" fmla="*/ 523348 h 1182688"/>
              <a:gd name="connsiteX288" fmla="*/ 7149 w 2151063"/>
              <a:gd name="connsiteY288" fmla="*/ 464273 h 1182688"/>
              <a:gd name="connsiteX289" fmla="*/ 14298 w 2151063"/>
              <a:gd name="connsiteY289" fmla="*/ 434934 h 1182688"/>
              <a:gd name="connsiteX290" fmla="*/ 22639 w 2151063"/>
              <a:gd name="connsiteY290" fmla="*/ 406388 h 1182688"/>
              <a:gd name="connsiteX291" fmla="*/ 45674 w 2151063"/>
              <a:gd name="connsiteY291" fmla="*/ 355639 h 1182688"/>
              <a:gd name="connsiteX292" fmla="*/ 75065 w 2151063"/>
              <a:gd name="connsiteY292" fmla="*/ 311630 h 1182688"/>
              <a:gd name="connsiteX293" fmla="*/ 110413 w 2151063"/>
              <a:gd name="connsiteY293" fmla="*/ 272776 h 1182688"/>
              <a:gd name="connsiteX294" fmla="*/ 150527 w 2151063"/>
              <a:gd name="connsiteY294" fmla="*/ 239868 h 1182688"/>
              <a:gd name="connsiteX295" fmla="*/ 195407 w 2151063"/>
              <a:gd name="connsiteY295" fmla="*/ 211718 h 1182688"/>
              <a:gd name="connsiteX296" fmla="*/ 243861 w 2151063"/>
              <a:gd name="connsiteY296" fmla="*/ 188723 h 1182688"/>
              <a:gd name="connsiteX297" fmla="*/ 294699 w 2151063"/>
              <a:gd name="connsiteY297" fmla="*/ 168502 h 1182688"/>
              <a:gd name="connsiteX298" fmla="*/ 320912 w 2151063"/>
              <a:gd name="connsiteY298" fmla="*/ 160573 h 1182688"/>
              <a:gd name="connsiteX299" fmla="*/ 348317 w 2151063"/>
              <a:gd name="connsiteY299" fmla="*/ 143524 h 1182688"/>
              <a:gd name="connsiteX300" fmla="*/ 404317 w 2151063"/>
              <a:gd name="connsiteY300" fmla="*/ 112599 h 1182688"/>
              <a:gd name="connsiteX301" fmla="*/ 462701 w 2151063"/>
              <a:gd name="connsiteY301" fmla="*/ 86432 h 1182688"/>
              <a:gd name="connsiteX302" fmla="*/ 523468 w 2151063"/>
              <a:gd name="connsiteY302" fmla="*/ 64229 h 1182688"/>
              <a:gd name="connsiteX303" fmla="*/ 585029 w 2151063"/>
              <a:gd name="connsiteY303" fmla="*/ 45991 h 1182688"/>
              <a:gd name="connsiteX304" fmla="*/ 647781 w 2151063"/>
              <a:gd name="connsiteY304" fmla="*/ 30925 h 1182688"/>
              <a:gd name="connsiteX305" fmla="*/ 711328 w 2151063"/>
              <a:gd name="connsiteY305" fmla="*/ 19427 h 1182688"/>
              <a:gd name="connsiteX306" fmla="*/ 774478 w 2151063"/>
              <a:gd name="connsiteY306" fmla="*/ 10308 h 1182688"/>
              <a:gd name="connsiteX307" fmla="*/ 805854 w 2151063"/>
              <a:gd name="connsiteY307" fmla="*/ 7137 h 1182688"/>
              <a:gd name="connsiteX308" fmla="*/ 839614 w 2151063"/>
              <a:gd name="connsiteY308" fmla="*/ 4361 h 1182688"/>
              <a:gd name="connsiteX309" fmla="*/ 907927 w 2151063"/>
              <a:gd name="connsiteY309" fmla="*/ 396 h 1182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2151063" h="1182688">
                <a:moveTo>
                  <a:pt x="2044671" y="546100"/>
                </a:moveTo>
                <a:lnTo>
                  <a:pt x="2052215" y="567545"/>
                </a:lnTo>
                <a:lnTo>
                  <a:pt x="2064523" y="611628"/>
                </a:lnTo>
                <a:lnTo>
                  <a:pt x="2072464" y="657298"/>
                </a:lnTo>
                <a:lnTo>
                  <a:pt x="2074847" y="704161"/>
                </a:lnTo>
                <a:lnTo>
                  <a:pt x="2073258" y="728386"/>
                </a:lnTo>
                <a:lnTo>
                  <a:pt x="2070876" y="758171"/>
                </a:lnTo>
                <a:lnTo>
                  <a:pt x="2056979" y="813771"/>
                </a:lnTo>
                <a:lnTo>
                  <a:pt x="2034745" y="864207"/>
                </a:lnTo>
                <a:lnTo>
                  <a:pt x="2004966" y="909481"/>
                </a:lnTo>
                <a:lnTo>
                  <a:pt x="1968438" y="949989"/>
                </a:lnTo>
                <a:lnTo>
                  <a:pt x="1926350" y="985731"/>
                </a:lnTo>
                <a:lnTo>
                  <a:pt x="1879102" y="1015913"/>
                </a:lnTo>
                <a:lnTo>
                  <a:pt x="1827882" y="1041330"/>
                </a:lnTo>
                <a:lnTo>
                  <a:pt x="1801280" y="1052053"/>
                </a:lnTo>
                <a:lnTo>
                  <a:pt x="1767928" y="1064364"/>
                </a:lnTo>
                <a:lnTo>
                  <a:pt x="1699239" y="1085015"/>
                </a:lnTo>
                <a:lnTo>
                  <a:pt x="1629358" y="1102092"/>
                </a:lnTo>
                <a:lnTo>
                  <a:pt x="1557889" y="1114801"/>
                </a:lnTo>
                <a:lnTo>
                  <a:pt x="1449892" y="1129892"/>
                </a:lnTo>
                <a:lnTo>
                  <a:pt x="1304969" y="1141012"/>
                </a:lnTo>
                <a:lnTo>
                  <a:pt x="1234692" y="1144189"/>
                </a:lnTo>
                <a:lnTo>
                  <a:pt x="1219604" y="1144586"/>
                </a:lnTo>
                <a:lnTo>
                  <a:pt x="1204913" y="1145380"/>
                </a:lnTo>
                <a:lnTo>
                  <a:pt x="1205310" y="1146969"/>
                </a:lnTo>
                <a:lnTo>
                  <a:pt x="1205310" y="1147763"/>
                </a:lnTo>
                <a:lnTo>
                  <a:pt x="1259309" y="1147366"/>
                </a:lnTo>
                <a:lnTo>
                  <a:pt x="1367306" y="1143792"/>
                </a:lnTo>
                <a:lnTo>
                  <a:pt x="1420908" y="1140615"/>
                </a:lnTo>
                <a:lnTo>
                  <a:pt x="1484832" y="1137040"/>
                </a:lnTo>
                <a:lnTo>
                  <a:pt x="1616256" y="1127906"/>
                </a:lnTo>
                <a:lnTo>
                  <a:pt x="1715915" y="1114404"/>
                </a:lnTo>
                <a:lnTo>
                  <a:pt x="1781031" y="1101298"/>
                </a:lnTo>
                <a:lnTo>
                  <a:pt x="1844558" y="1084618"/>
                </a:lnTo>
                <a:lnTo>
                  <a:pt x="1905307" y="1062379"/>
                </a:lnTo>
                <a:lnTo>
                  <a:pt x="1934291" y="1048876"/>
                </a:lnTo>
                <a:lnTo>
                  <a:pt x="1948982" y="1041727"/>
                </a:lnTo>
                <a:lnTo>
                  <a:pt x="1975584" y="1025445"/>
                </a:lnTo>
                <a:lnTo>
                  <a:pt x="2000201" y="1007176"/>
                </a:lnTo>
                <a:lnTo>
                  <a:pt x="2022436" y="987717"/>
                </a:lnTo>
                <a:lnTo>
                  <a:pt x="2041892" y="966668"/>
                </a:lnTo>
                <a:lnTo>
                  <a:pt x="2059362" y="943635"/>
                </a:lnTo>
                <a:lnTo>
                  <a:pt x="2074450" y="919409"/>
                </a:lnTo>
                <a:lnTo>
                  <a:pt x="2087155" y="893992"/>
                </a:lnTo>
                <a:lnTo>
                  <a:pt x="2097081" y="867781"/>
                </a:lnTo>
                <a:lnTo>
                  <a:pt x="2105419" y="840379"/>
                </a:lnTo>
                <a:lnTo>
                  <a:pt x="2112566" y="797885"/>
                </a:lnTo>
                <a:lnTo>
                  <a:pt x="2112963" y="739109"/>
                </a:lnTo>
                <a:lnTo>
                  <a:pt x="2103831" y="678744"/>
                </a:lnTo>
                <a:lnTo>
                  <a:pt x="2094699" y="648561"/>
                </a:lnTo>
                <a:lnTo>
                  <a:pt x="2084773" y="621159"/>
                </a:lnTo>
                <a:lnTo>
                  <a:pt x="2059362" y="569928"/>
                </a:lnTo>
                <a:close/>
                <a:moveTo>
                  <a:pt x="233158" y="230187"/>
                </a:moveTo>
                <a:lnTo>
                  <a:pt x="206541" y="244085"/>
                </a:lnTo>
                <a:lnTo>
                  <a:pt x="158870" y="277836"/>
                </a:lnTo>
                <a:lnTo>
                  <a:pt x="117952" y="317146"/>
                </a:lnTo>
                <a:lnTo>
                  <a:pt x="84980" y="362810"/>
                </a:lnTo>
                <a:lnTo>
                  <a:pt x="59953" y="412444"/>
                </a:lnTo>
                <a:lnTo>
                  <a:pt x="43268" y="466446"/>
                </a:lnTo>
                <a:lnTo>
                  <a:pt x="34925" y="523624"/>
                </a:lnTo>
                <a:lnTo>
                  <a:pt x="36117" y="582788"/>
                </a:lnTo>
                <a:lnTo>
                  <a:pt x="40090" y="613363"/>
                </a:lnTo>
                <a:lnTo>
                  <a:pt x="46446" y="643143"/>
                </a:lnTo>
                <a:lnTo>
                  <a:pt x="65117" y="699528"/>
                </a:lnTo>
                <a:lnTo>
                  <a:pt x="91336" y="753133"/>
                </a:lnTo>
                <a:lnTo>
                  <a:pt x="123514" y="802767"/>
                </a:lnTo>
                <a:lnTo>
                  <a:pt x="162446" y="848430"/>
                </a:lnTo>
                <a:lnTo>
                  <a:pt x="205350" y="889726"/>
                </a:lnTo>
                <a:lnTo>
                  <a:pt x="252226" y="927051"/>
                </a:lnTo>
                <a:lnTo>
                  <a:pt x="302281" y="959611"/>
                </a:lnTo>
                <a:lnTo>
                  <a:pt x="328103" y="973906"/>
                </a:lnTo>
                <a:lnTo>
                  <a:pt x="356308" y="988994"/>
                </a:lnTo>
                <a:lnTo>
                  <a:pt x="414706" y="1014010"/>
                </a:lnTo>
                <a:lnTo>
                  <a:pt x="444500" y="1025525"/>
                </a:lnTo>
                <a:lnTo>
                  <a:pt x="419076" y="1013613"/>
                </a:lnTo>
                <a:lnTo>
                  <a:pt x="371007" y="988597"/>
                </a:lnTo>
                <a:lnTo>
                  <a:pt x="347171" y="973906"/>
                </a:lnTo>
                <a:lnTo>
                  <a:pt x="322541" y="958420"/>
                </a:lnTo>
                <a:lnTo>
                  <a:pt x="274473" y="922683"/>
                </a:lnTo>
                <a:lnTo>
                  <a:pt x="229583" y="882579"/>
                </a:lnTo>
                <a:lnTo>
                  <a:pt x="189459" y="838106"/>
                </a:lnTo>
                <a:lnTo>
                  <a:pt x="154103" y="790458"/>
                </a:lnTo>
                <a:lnTo>
                  <a:pt x="124706" y="738838"/>
                </a:lnTo>
                <a:lnTo>
                  <a:pt x="102062" y="683645"/>
                </a:lnTo>
                <a:lnTo>
                  <a:pt x="86966" y="625672"/>
                </a:lnTo>
                <a:lnTo>
                  <a:pt x="83391" y="595892"/>
                </a:lnTo>
                <a:lnTo>
                  <a:pt x="81405" y="569685"/>
                </a:lnTo>
                <a:lnTo>
                  <a:pt x="83391" y="518462"/>
                </a:lnTo>
                <a:lnTo>
                  <a:pt x="92131" y="468828"/>
                </a:lnTo>
                <a:lnTo>
                  <a:pt x="106829" y="419591"/>
                </a:lnTo>
                <a:lnTo>
                  <a:pt x="127089" y="373531"/>
                </a:lnTo>
                <a:lnTo>
                  <a:pt x="152117" y="329058"/>
                </a:lnTo>
                <a:lnTo>
                  <a:pt x="181911" y="287366"/>
                </a:lnTo>
                <a:lnTo>
                  <a:pt x="215281" y="248452"/>
                </a:lnTo>
                <a:close/>
                <a:moveTo>
                  <a:pt x="950292" y="112712"/>
                </a:moveTo>
                <a:lnTo>
                  <a:pt x="822075" y="115489"/>
                </a:lnTo>
                <a:lnTo>
                  <a:pt x="758561" y="119456"/>
                </a:lnTo>
                <a:lnTo>
                  <a:pt x="705369" y="124217"/>
                </a:lnTo>
                <a:lnTo>
                  <a:pt x="597397" y="136118"/>
                </a:lnTo>
                <a:lnTo>
                  <a:pt x="488631" y="153574"/>
                </a:lnTo>
                <a:lnTo>
                  <a:pt x="381849" y="178170"/>
                </a:lnTo>
                <a:lnTo>
                  <a:pt x="329848" y="193643"/>
                </a:lnTo>
                <a:lnTo>
                  <a:pt x="309206" y="208321"/>
                </a:lnTo>
                <a:lnTo>
                  <a:pt x="270304" y="239662"/>
                </a:lnTo>
                <a:lnTo>
                  <a:pt x="234181" y="274970"/>
                </a:lnTo>
                <a:lnTo>
                  <a:pt x="201631" y="313848"/>
                </a:lnTo>
                <a:lnTo>
                  <a:pt x="186943" y="334874"/>
                </a:lnTo>
                <a:lnTo>
                  <a:pt x="169080" y="362248"/>
                </a:lnTo>
                <a:lnTo>
                  <a:pt x="142087" y="418185"/>
                </a:lnTo>
                <a:lnTo>
                  <a:pt x="124621" y="475709"/>
                </a:lnTo>
                <a:lnTo>
                  <a:pt x="115888" y="534423"/>
                </a:lnTo>
                <a:lnTo>
                  <a:pt x="115888" y="593534"/>
                </a:lnTo>
                <a:lnTo>
                  <a:pt x="125415" y="652249"/>
                </a:lnTo>
                <a:lnTo>
                  <a:pt x="144469" y="709773"/>
                </a:lnTo>
                <a:lnTo>
                  <a:pt x="172256" y="765313"/>
                </a:lnTo>
                <a:lnTo>
                  <a:pt x="189722" y="792290"/>
                </a:lnTo>
                <a:lnTo>
                  <a:pt x="209570" y="818870"/>
                </a:lnTo>
                <a:lnTo>
                  <a:pt x="252044" y="866080"/>
                </a:lnTo>
                <a:lnTo>
                  <a:pt x="300076" y="908132"/>
                </a:lnTo>
                <a:lnTo>
                  <a:pt x="352077" y="944630"/>
                </a:lnTo>
                <a:lnTo>
                  <a:pt x="407651" y="976764"/>
                </a:lnTo>
                <a:lnTo>
                  <a:pt x="465210" y="1004931"/>
                </a:lnTo>
                <a:lnTo>
                  <a:pt x="524754" y="1029131"/>
                </a:lnTo>
                <a:lnTo>
                  <a:pt x="585488" y="1050157"/>
                </a:lnTo>
                <a:lnTo>
                  <a:pt x="616054" y="1059281"/>
                </a:lnTo>
                <a:lnTo>
                  <a:pt x="666467" y="1074753"/>
                </a:lnTo>
                <a:lnTo>
                  <a:pt x="717675" y="1089432"/>
                </a:lnTo>
                <a:lnTo>
                  <a:pt x="795875" y="1098953"/>
                </a:lnTo>
                <a:lnTo>
                  <a:pt x="873282" y="1105697"/>
                </a:lnTo>
                <a:lnTo>
                  <a:pt x="943940" y="1111251"/>
                </a:lnTo>
                <a:lnTo>
                  <a:pt x="1085654" y="1116012"/>
                </a:lnTo>
                <a:lnTo>
                  <a:pt x="1227765" y="1113632"/>
                </a:lnTo>
                <a:lnTo>
                  <a:pt x="1369081" y="1103714"/>
                </a:lnTo>
                <a:lnTo>
                  <a:pt x="1440136" y="1096176"/>
                </a:lnTo>
                <a:lnTo>
                  <a:pt x="1498886" y="1089432"/>
                </a:lnTo>
                <a:lnTo>
                  <a:pt x="1589392" y="1075944"/>
                </a:lnTo>
                <a:lnTo>
                  <a:pt x="1650127" y="1064439"/>
                </a:lnTo>
                <a:lnTo>
                  <a:pt x="1709670" y="1050554"/>
                </a:lnTo>
                <a:lnTo>
                  <a:pt x="1768420" y="1032701"/>
                </a:lnTo>
                <a:lnTo>
                  <a:pt x="1824391" y="1010088"/>
                </a:lnTo>
                <a:lnTo>
                  <a:pt x="1877980" y="981921"/>
                </a:lnTo>
                <a:lnTo>
                  <a:pt x="1902988" y="965259"/>
                </a:lnTo>
                <a:lnTo>
                  <a:pt x="1916485" y="956135"/>
                </a:lnTo>
                <a:lnTo>
                  <a:pt x="1941890" y="935109"/>
                </a:lnTo>
                <a:lnTo>
                  <a:pt x="1963723" y="912099"/>
                </a:lnTo>
                <a:lnTo>
                  <a:pt x="1982777" y="887899"/>
                </a:lnTo>
                <a:lnTo>
                  <a:pt x="1999449" y="862113"/>
                </a:lnTo>
                <a:lnTo>
                  <a:pt x="2013342" y="834739"/>
                </a:lnTo>
                <a:lnTo>
                  <a:pt x="2024457" y="806572"/>
                </a:lnTo>
                <a:lnTo>
                  <a:pt x="2032793" y="777612"/>
                </a:lnTo>
                <a:lnTo>
                  <a:pt x="2038351" y="747858"/>
                </a:lnTo>
                <a:lnTo>
                  <a:pt x="2041526" y="717707"/>
                </a:lnTo>
                <a:lnTo>
                  <a:pt x="2041526" y="671291"/>
                </a:lnTo>
                <a:lnTo>
                  <a:pt x="2032396" y="609403"/>
                </a:lnTo>
                <a:lnTo>
                  <a:pt x="2013342" y="548705"/>
                </a:lnTo>
                <a:lnTo>
                  <a:pt x="1999846" y="519745"/>
                </a:lnTo>
                <a:lnTo>
                  <a:pt x="1988731" y="497925"/>
                </a:lnTo>
                <a:lnTo>
                  <a:pt x="1962929" y="456667"/>
                </a:lnTo>
                <a:lnTo>
                  <a:pt x="1948241" y="437227"/>
                </a:lnTo>
                <a:lnTo>
                  <a:pt x="1925615" y="417788"/>
                </a:lnTo>
                <a:lnTo>
                  <a:pt x="1877980" y="381687"/>
                </a:lnTo>
                <a:lnTo>
                  <a:pt x="1827963" y="348759"/>
                </a:lnTo>
                <a:lnTo>
                  <a:pt x="1776756" y="319005"/>
                </a:lnTo>
                <a:lnTo>
                  <a:pt x="1750954" y="305120"/>
                </a:lnTo>
                <a:lnTo>
                  <a:pt x="1722373" y="290838"/>
                </a:lnTo>
                <a:lnTo>
                  <a:pt x="1664417" y="263068"/>
                </a:lnTo>
                <a:lnTo>
                  <a:pt x="1575896" y="225777"/>
                </a:lnTo>
                <a:lnTo>
                  <a:pt x="1454824" y="185708"/>
                </a:lnTo>
                <a:lnTo>
                  <a:pt x="1330973" y="154367"/>
                </a:lnTo>
                <a:lnTo>
                  <a:pt x="1205535" y="132548"/>
                </a:lnTo>
                <a:lnTo>
                  <a:pt x="1077715" y="118663"/>
                </a:lnTo>
                <a:close/>
                <a:moveTo>
                  <a:pt x="970360" y="31750"/>
                </a:moveTo>
                <a:lnTo>
                  <a:pt x="905670" y="32146"/>
                </a:lnTo>
                <a:lnTo>
                  <a:pt x="840582" y="35712"/>
                </a:lnTo>
                <a:lnTo>
                  <a:pt x="775891" y="41654"/>
                </a:lnTo>
                <a:lnTo>
                  <a:pt x="711994" y="51559"/>
                </a:lnTo>
                <a:lnTo>
                  <a:pt x="648098" y="64236"/>
                </a:lnTo>
                <a:lnTo>
                  <a:pt x="616744" y="71764"/>
                </a:lnTo>
                <a:lnTo>
                  <a:pt x="574279" y="82856"/>
                </a:lnTo>
                <a:lnTo>
                  <a:pt x="490538" y="110985"/>
                </a:lnTo>
                <a:lnTo>
                  <a:pt x="449263" y="128020"/>
                </a:lnTo>
                <a:lnTo>
                  <a:pt x="508794" y="115739"/>
                </a:lnTo>
                <a:lnTo>
                  <a:pt x="629048" y="96326"/>
                </a:lnTo>
                <a:lnTo>
                  <a:pt x="750491" y="83253"/>
                </a:lnTo>
                <a:lnTo>
                  <a:pt x="872729" y="77310"/>
                </a:lnTo>
                <a:lnTo>
                  <a:pt x="933451" y="76914"/>
                </a:lnTo>
                <a:lnTo>
                  <a:pt x="1003301" y="77706"/>
                </a:lnTo>
                <a:lnTo>
                  <a:pt x="1142207" y="87611"/>
                </a:lnTo>
                <a:lnTo>
                  <a:pt x="1245395" y="101873"/>
                </a:lnTo>
                <a:lnTo>
                  <a:pt x="1314451" y="114154"/>
                </a:lnTo>
                <a:lnTo>
                  <a:pt x="1382317" y="129209"/>
                </a:lnTo>
                <a:lnTo>
                  <a:pt x="1449785" y="146640"/>
                </a:lnTo>
                <a:lnTo>
                  <a:pt x="1483123" y="156148"/>
                </a:lnTo>
                <a:lnTo>
                  <a:pt x="1547417" y="176750"/>
                </a:lnTo>
                <a:lnTo>
                  <a:pt x="1643064" y="213197"/>
                </a:lnTo>
                <a:lnTo>
                  <a:pt x="1705770" y="240533"/>
                </a:lnTo>
                <a:lnTo>
                  <a:pt x="1736726" y="255588"/>
                </a:lnTo>
                <a:lnTo>
                  <a:pt x="1709342" y="238949"/>
                </a:lnTo>
                <a:lnTo>
                  <a:pt x="1653382" y="208047"/>
                </a:lnTo>
                <a:lnTo>
                  <a:pt x="1625601" y="193785"/>
                </a:lnTo>
                <a:lnTo>
                  <a:pt x="1596232" y="179523"/>
                </a:lnTo>
                <a:lnTo>
                  <a:pt x="1537495" y="152583"/>
                </a:lnTo>
                <a:lnTo>
                  <a:pt x="1477567" y="128416"/>
                </a:lnTo>
                <a:lnTo>
                  <a:pt x="1416448" y="107023"/>
                </a:lnTo>
                <a:lnTo>
                  <a:pt x="1354139" y="88007"/>
                </a:lnTo>
                <a:lnTo>
                  <a:pt x="1291432" y="72160"/>
                </a:lnTo>
                <a:lnTo>
                  <a:pt x="1227932" y="58294"/>
                </a:lnTo>
                <a:lnTo>
                  <a:pt x="1163638" y="47597"/>
                </a:lnTo>
                <a:lnTo>
                  <a:pt x="1099345" y="39277"/>
                </a:lnTo>
                <a:lnTo>
                  <a:pt x="1034654" y="34127"/>
                </a:lnTo>
                <a:close/>
                <a:moveTo>
                  <a:pt x="976240" y="0"/>
                </a:moveTo>
                <a:lnTo>
                  <a:pt x="1045347" y="3172"/>
                </a:lnTo>
                <a:lnTo>
                  <a:pt x="1114851" y="8723"/>
                </a:lnTo>
                <a:lnTo>
                  <a:pt x="1183959" y="18238"/>
                </a:lnTo>
                <a:lnTo>
                  <a:pt x="1252669" y="30529"/>
                </a:lnTo>
                <a:lnTo>
                  <a:pt x="1321379" y="45198"/>
                </a:lnTo>
                <a:lnTo>
                  <a:pt x="1389295" y="63833"/>
                </a:lnTo>
                <a:lnTo>
                  <a:pt x="1455622" y="85242"/>
                </a:lnTo>
                <a:lnTo>
                  <a:pt x="1521154" y="109427"/>
                </a:lnTo>
                <a:lnTo>
                  <a:pt x="1585496" y="136784"/>
                </a:lnTo>
                <a:lnTo>
                  <a:pt x="1647851" y="166916"/>
                </a:lnTo>
                <a:lnTo>
                  <a:pt x="1707823" y="200617"/>
                </a:lnTo>
                <a:lnTo>
                  <a:pt x="1766604" y="237093"/>
                </a:lnTo>
                <a:lnTo>
                  <a:pt x="1822605" y="275947"/>
                </a:lnTo>
                <a:lnTo>
                  <a:pt x="1849613" y="296961"/>
                </a:lnTo>
                <a:lnTo>
                  <a:pt x="1875826" y="317974"/>
                </a:lnTo>
                <a:lnTo>
                  <a:pt x="1924280" y="364362"/>
                </a:lnTo>
                <a:lnTo>
                  <a:pt x="1946919" y="388943"/>
                </a:lnTo>
                <a:lnTo>
                  <a:pt x="1957642" y="398458"/>
                </a:lnTo>
                <a:lnTo>
                  <a:pt x="1968366" y="407577"/>
                </a:lnTo>
                <a:lnTo>
                  <a:pt x="1991004" y="428194"/>
                </a:lnTo>
                <a:lnTo>
                  <a:pt x="2032707" y="472203"/>
                </a:lnTo>
                <a:lnTo>
                  <a:pt x="2069247" y="520177"/>
                </a:lnTo>
                <a:lnTo>
                  <a:pt x="2100226" y="572115"/>
                </a:lnTo>
                <a:lnTo>
                  <a:pt x="2124850" y="626432"/>
                </a:lnTo>
                <a:lnTo>
                  <a:pt x="2142325" y="683525"/>
                </a:lnTo>
                <a:lnTo>
                  <a:pt x="2151063" y="742600"/>
                </a:lnTo>
                <a:lnTo>
                  <a:pt x="2151063" y="803261"/>
                </a:lnTo>
                <a:lnTo>
                  <a:pt x="2147091" y="834186"/>
                </a:lnTo>
                <a:lnTo>
                  <a:pt x="2144311" y="848855"/>
                </a:lnTo>
                <a:lnTo>
                  <a:pt x="2136765" y="878195"/>
                </a:lnTo>
                <a:lnTo>
                  <a:pt x="2126439" y="905551"/>
                </a:lnTo>
                <a:lnTo>
                  <a:pt x="2114524" y="931322"/>
                </a:lnTo>
                <a:lnTo>
                  <a:pt x="2092282" y="966609"/>
                </a:lnTo>
                <a:lnTo>
                  <a:pt x="2055743" y="1008239"/>
                </a:lnTo>
                <a:lnTo>
                  <a:pt x="2013246" y="1043921"/>
                </a:lnTo>
                <a:lnTo>
                  <a:pt x="1964791" y="1074054"/>
                </a:lnTo>
                <a:lnTo>
                  <a:pt x="1912762" y="1098239"/>
                </a:lnTo>
                <a:lnTo>
                  <a:pt x="1857556" y="1117666"/>
                </a:lnTo>
                <a:lnTo>
                  <a:pt x="1829754" y="1125596"/>
                </a:lnTo>
                <a:lnTo>
                  <a:pt x="1792817" y="1134318"/>
                </a:lnTo>
                <a:lnTo>
                  <a:pt x="1717753" y="1148988"/>
                </a:lnTo>
                <a:lnTo>
                  <a:pt x="1641894" y="1160882"/>
                </a:lnTo>
                <a:lnTo>
                  <a:pt x="1565240" y="1169208"/>
                </a:lnTo>
                <a:lnTo>
                  <a:pt x="1450061" y="1177930"/>
                </a:lnTo>
                <a:lnTo>
                  <a:pt x="1295960" y="1181895"/>
                </a:lnTo>
                <a:lnTo>
                  <a:pt x="1219704" y="1182688"/>
                </a:lnTo>
                <a:lnTo>
                  <a:pt x="1137093" y="1182688"/>
                </a:lnTo>
                <a:lnTo>
                  <a:pt x="971076" y="1177930"/>
                </a:lnTo>
                <a:lnTo>
                  <a:pt x="723243" y="1163657"/>
                </a:lnTo>
                <a:lnTo>
                  <a:pt x="558021" y="1150177"/>
                </a:lnTo>
                <a:lnTo>
                  <a:pt x="552064" y="1148988"/>
                </a:lnTo>
                <a:lnTo>
                  <a:pt x="546504" y="1141851"/>
                </a:lnTo>
                <a:lnTo>
                  <a:pt x="546504" y="1132732"/>
                </a:lnTo>
                <a:lnTo>
                  <a:pt x="552064" y="1125992"/>
                </a:lnTo>
                <a:lnTo>
                  <a:pt x="558021" y="1125596"/>
                </a:lnTo>
                <a:lnTo>
                  <a:pt x="679555" y="1131146"/>
                </a:lnTo>
                <a:lnTo>
                  <a:pt x="801486" y="1136697"/>
                </a:lnTo>
                <a:lnTo>
                  <a:pt x="774081" y="1130750"/>
                </a:lnTo>
                <a:lnTo>
                  <a:pt x="747471" y="1124010"/>
                </a:lnTo>
                <a:lnTo>
                  <a:pt x="680349" y="1114494"/>
                </a:lnTo>
                <a:lnTo>
                  <a:pt x="614419" y="1102996"/>
                </a:lnTo>
                <a:lnTo>
                  <a:pt x="581057" y="1096256"/>
                </a:lnTo>
                <a:lnTo>
                  <a:pt x="515127" y="1079604"/>
                </a:lnTo>
                <a:lnTo>
                  <a:pt x="450389" y="1060177"/>
                </a:lnTo>
                <a:lnTo>
                  <a:pt x="386445" y="1036388"/>
                </a:lnTo>
                <a:lnTo>
                  <a:pt x="325281" y="1007842"/>
                </a:lnTo>
                <a:lnTo>
                  <a:pt x="266500" y="974935"/>
                </a:lnTo>
                <a:lnTo>
                  <a:pt x="210896" y="936476"/>
                </a:lnTo>
                <a:lnTo>
                  <a:pt x="159265" y="891675"/>
                </a:lnTo>
                <a:lnTo>
                  <a:pt x="135832" y="867093"/>
                </a:lnTo>
                <a:lnTo>
                  <a:pt x="116370" y="844891"/>
                </a:lnTo>
                <a:lnTo>
                  <a:pt x="80625" y="797710"/>
                </a:lnTo>
                <a:lnTo>
                  <a:pt x="50838" y="746564"/>
                </a:lnTo>
                <a:lnTo>
                  <a:pt x="27802" y="693833"/>
                </a:lnTo>
                <a:lnTo>
                  <a:pt x="11121" y="638326"/>
                </a:lnTo>
                <a:lnTo>
                  <a:pt x="1589" y="581234"/>
                </a:lnTo>
                <a:lnTo>
                  <a:pt x="0" y="523348"/>
                </a:lnTo>
                <a:lnTo>
                  <a:pt x="7149" y="464273"/>
                </a:lnTo>
                <a:lnTo>
                  <a:pt x="14298" y="434934"/>
                </a:lnTo>
                <a:lnTo>
                  <a:pt x="22639" y="406388"/>
                </a:lnTo>
                <a:lnTo>
                  <a:pt x="45674" y="355639"/>
                </a:lnTo>
                <a:lnTo>
                  <a:pt x="75065" y="311630"/>
                </a:lnTo>
                <a:lnTo>
                  <a:pt x="110413" y="272776"/>
                </a:lnTo>
                <a:lnTo>
                  <a:pt x="150527" y="239868"/>
                </a:lnTo>
                <a:lnTo>
                  <a:pt x="195407" y="211718"/>
                </a:lnTo>
                <a:lnTo>
                  <a:pt x="243861" y="188723"/>
                </a:lnTo>
                <a:lnTo>
                  <a:pt x="294699" y="168502"/>
                </a:lnTo>
                <a:lnTo>
                  <a:pt x="320912" y="160573"/>
                </a:lnTo>
                <a:lnTo>
                  <a:pt x="348317" y="143524"/>
                </a:lnTo>
                <a:lnTo>
                  <a:pt x="404317" y="112599"/>
                </a:lnTo>
                <a:lnTo>
                  <a:pt x="462701" y="86432"/>
                </a:lnTo>
                <a:lnTo>
                  <a:pt x="523468" y="64229"/>
                </a:lnTo>
                <a:lnTo>
                  <a:pt x="585029" y="45991"/>
                </a:lnTo>
                <a:lnTo>
                  <a:pt x="647781" y="30925"/>
                </a:lnTo>
                <a:lnTo>
                  <a:pt x="711328" y="19427"/>
                </a:lnTo>
                <a:lnTo>
                  <a:pt x="774478" y="10308"/>
                </a:lnTo>
                <a:lnTo>
                  <a:pt x="805854" y="7137"/>
                </a:lnTo>
                <a:lnTo>
                  <a:pt x="839614" y="4361"/>
                </a:lnTo>
                <a:lnTo>
                  <a:pt x="907927" y="396"/>
                </a:lnTo>
                <a:close/>
              </a:path>
            </a:pathLst>
          </a:custGeom>
          <a:solidFill>
            <a:schemeClr val="accent3"/>
          </a:solidFill>
          <a:ln w="9525">
            <a:noFill/>
            <a:round/>
            <a:headEnd/>
            <a:tailEnd/>
          </a:ln>
        </p:spPr>
        <p:txBody>
          <a:bodyPr vert="horz" wrap="square" lIns="91440" tIns="45720" rIns="91440" bIns="45720" numCol="1" anchor="ctr" anchorCtr="0" compatLnSpc="1">
            <a:prstTxWarp prst="textNoShape">
              <a:avLst/>
            </a:prstTxWarp>
            <a:noAutofit/>
          </a:bodyPr>
          <a:lstStyle/>
          <a:p>
            <a:pPr algn="ctr">
              <a:lnSpc>
                <a:spcPts val="3000"/>
              </a:lnSpc>
            </a:pPr>
            <a:endParaRPr lang="en-US" sz="3200" b="1" dirty="0">
              <a:solidFill>
                <a:schemeClr val="accent3">
                  <a:lumMod val="75000"/>
                </a:schemeClr>
              </a:solidFill>
            </a:endParaRPr>
          </a:p>
        </p:txBody>
      </p:sp>
      <p:sp>
        <p:nvSpPr>
          <p:cNvPr id="102" name="Freeform: Shape 19">
            <a:extLst>
              <a:ext uri="{FF2B5EF4-FFF2-40B4-BE49-F238E27FC236}">
                <a16:creationId xmlns:a16="http://schemas.microsoft.com/office/drawing/2014/main" xmlns="" id="{C7C91C7E-AEF1-49E4-9678-3453F5C47FC9}"/>
              </a:ext>
            </a:extLst>
          </p:cNvPr>
          <p:cNvSpPr>
            <a:spLocks/>
          </p:cNvSpPr>
          <p:nvPr/>
        </p:nvSpPr>
        <p:spPr bwMode="auto">
          <a:xfrm>
            <a:off x="32278321" y="13144812"/>
            <a:ext cx="10889918" cy="4866909"/>
          </a:xfrm>
          <a:custGeom>
            <a:avLst/>
            <a:gdLst>
              <a:gd name="connsiteX0" fmla="*/ 2044671 w 2151063"/>
              <a:gd name="connsiteY0" fmla="*/ 546100 h 1182688"/>
              <a:gd name="connsiteX1" fmla="*/ 2052215 w 2151063"/>
              <a:gd name="connsiteY1" fmla="*/ 567545 h 1182688"/>
              <a:gd name="connsiteX2" fmla="*/ 2064523 w 2151063"/>
              <a:gd name="connsiteY2" fmla="*/ 611628 h 1182688"/>
              <a:gd name="connsiteX3" fmla="*/ 2072464 w 2151063"/>
              <a:gd name="connsiteY3" fmla="*/ 657298 h 1182688"/>
              <a:gd name="connsiteX4" fmla="*/ 2074847 w 2151063"/>
              <a:gd name="connsiteY4" fmla="*/ 704161 h 1182688"/>
              <a:gd name="connsiteX5" fmla="*/ 2073258 w 2151063"/>
              <a:gd name="connsiteY5" fmla="*/ 728386 h 1182688"/>
              <a:gd name="connsiteX6" fmla="*/ 2070876 w 2151063"/>
              <a:gd name="connsiteY6" fmla="*/ 758171 h 1182688"/>
              <a:gd name="connsiteX7" fmla="*/ 2056979 w 2151063"/>
              <a:gd name="connsiteY7" fmla="*/ 813771 h 1182688"/>
              <a:gd name="connsiteX8" fmla="*/ 2034745 w 2151063"/>
              <a:gd name="connsiteY8" fmla="*/ 864207 h 1182688"/>
              <a:gd name="connsiteX9" fmla="*/ 2004966 w 2151063"/>
              <a:gd name="connsiteY9" fmla="*/ 909481 h 1182688"/>
              <a:gd name="connsiteX10" fmla="*/ 1968438 w 2151063"/>
              <a:gd name="connsiteY10" fmla="*/ 949989 h 1182688"/>
              <a:gd name="connsiteX11" fmla="*/ 1926350 w 2151063"/>
              <a:gd name="connsiteY11" fmla="*/ 985731 h 1182688"/>
              <a:gd name="connsiteX12" fmla="*/ 1879102 w 2151063"/>
              <a:gd name="connsiteY12" fmla="*/ 1015913 h 1182688"/>
              <a:gd name="connsiteX13" fmla="*/ 1827882 w 2151063"/>
              <a:gd name="connsiteY13" fmla="*/ 1041330 h 1182688"/>
              <a:gd name="connsiteX14" fmla="*/ 1801280 w 2151063"/>
              <a:gd name="connsiteY14" fmla="*/ 1052053 h 1182688"/>
              <a:gd name="connsiteX15" fmla="*/ 1767928 w 2151063"/>
              <a:gd name="connsiteY15" fmla="*/ 1064364 h 1182688"/>
              <a:gd name="connsiteX16" fmla="*/ 1699239 w 2151063"/>
              <a:gd name="connsiteY16" fmla="*/ 1085015 h 1182688"/>
              <a:gd name="connsiteX17" fmla="*/ 1629358 w 2151063"/>
              <a:gd name="connsiteY17" fmla="*/ 1102092 h 1182688"/>
              <a:gd name="connsiteX18" fmla="*/ 1557889 w 2151063"/>
              <a:gd name="connsiteY18" fmla="*/ 1114801 h 1182688"/>
              <a:gd name="connsiteX19" fmla="*/ 1449892 w 2151063"/>
              <a:gd name="connsiteY19" fmla="*/ 1129892 h 1182688"/>
              <a:gd name="connsiteX20" fmla="*/ 1304969 w 2151063"/>
              <a:gd name="connsiteY20" fmla="*/ 1141012 h 1182688"/>
              <a:gd name="connsiteX21" fmla="*/ 1234692 w 2151063"/>
              <a:gd name="connsiteY21" fmla="*/ 1144189 h 1182688"/>
              <a:gd name="connsiteX22" fmla="*/ 1219604 w 2151063"/>
              <a:gd name="connsiteY22" fmla="*/ 1144586 h 1182688"/>
              <a:gd name="connsiteX23" fmla="*/ 1204913 w 2151063"/>
              <a:gd name="connsiteY23" fmla="*/ 1145380 h 1182688"/>
              <a:gd name="connsiteX24" fmla="*/ 1205310 w 2151063"/>
              <a:gd name="connsiteY24" fmla="*/ 1146969 h 1182688"/>
              <a:gd name="connsiteX25" fmla="*/ 1205310 w 2151063"/>
              <a:gd name="connsiteY25" fmla="*/ 1147763 h 1182688"/>
              <a:gd name="connsiteX26" fmla="*/ 1259309 w 2151063"/>
              <a:gd name="connsiteY26" fmla="*/ 1147366 h 1182688"/>
              <a:gd name="connsiteX27" fmla="*/ 1367306 w 2151063"/>
              <a:gd name="connsiteY27" fmla="*/ 1143792 h 1182688"/>
              <a:gd name="connsiteX28" fmla="*/ 1420908 w 2151063"/>
              <a:gd name="connsiteY28" fmla="*/ 1140615 h 1182688"/>
              <a:gd name="connsiteX29" fmla="*/ 1484832 w 2151063"/>
              <a:gd name="connsiteY29" fmla="*/ 1137040 h 1182688"/>
              <a:gd name="connsiteX30" fmla="*/ 1616256 w 2151063"/>
              <a:gd name="connsiteY30" fmla="*/ 1127906 h 1182688"/>
              <a:gd name="connsiteX31" fmla="*/ 1715915 w 2151063"/>
              <a:gd name="connsiteY31" fmla="*/ 1114404 h 1182688"/>
              <a:gd name="connsiteX32" fmla="*/ 1781031 w 2151063"/>
              <a:gd name="connsiteY32" fmla="*/ 1101298 h 1182688"/>
              <a:gd name="connsiteX33" fmla="*/ 1844558 w 2151063"/>
              <a:gd name="connsiteY33" fmla="*/ 1084618 h 1182688"/>
              <a:gd name="connsiteX34" fmla="*/ 1905307 w 2151063"/>
              <a:gd name="connsiteY34" fmla="*/ 1062379 h 1182688"/>
              <a:gd name="connsiteX35" fmla="*/ 1934291 w 2151063"/>
              <a:gd name="connsiteY35" fmla="*/ 1048876 h 1182688"/>
              <a:gd name="connsiteX36" fmla="*/ 1948982 w 2151063"/>
              <a:gd name="connsiteY36" fmla="*/ 1041727 h 1182688"/>
              <a:gd name="connsiteX37" fmla="*/ 1975584 w 2151063"/>
              <a:gd name="connsiteY37" fmla="*/ 1025445 h 1182688"/>
              <a:gd name="connsiteX38" fmla="*/ 2000201 w 2151063"/>
              <a:gd name="connsiteY38" fmla="*/ 1007176 h 1182688"/>
              <a:gd name="connsiteX39" fmla="*/ 2022436 w 2151063"/>
              <a:gd name="connsiteY39" fmla="*/ 987717 h 1182688"/>
              <a:gd name="connsiteX40" fmla="*/ 2041892 w 2151063"/>
              <a:gd name="connsiteY40" fmla="*/ 966668 h 1182688"/>
              <a:gd name="connsiteX41" fmla="*/ 2059362 w 2151063"/>
              <a:gd name="connsiteY41" fmla="*/ 943635 h 1182688"/>
              <a:gd name="connsiteX42" fmla="*/ 2074450 w 2151063"/>
              <a:gd name="connsiteY42" fmla="*/ 919409 h 1182688"/>
              <a:gd name="connsiteX43" fmla="*/ 2087155 w 2151063"/>
              <a:gd name="connsiteY43" fmla="*/ 893992 h 1182688"/>
              <a:gd name="connsiteX44" fmla="*/ 2097081 w 2151063"/>
              <a:gd name="connsiteY44" fmla="*/ 867781 h 1182688"/>
              <a:gd name="connsiteX45" fmla="*/ 2105419 w 2151063"/>
              <a:gd name="connsiteY45" fmla="*/ 840379 h 1182688"/>
              <a:gd name="connsiteX46" fmla="*/ 2112566 w 2151063"/>
              <a:gd name="connsiteY46" fmla="*/ 797885 h 1182688"/>
              <a:gd name="connsiteX47" fmla="*/ 2112963 w 2151063"/>
              <a:gd name="connsiteY47" fmla="*/ 739109 h 1182688"/>
              <a:gd name="connsiteX48" fmla="*/ 2103831 w 2151063"/>
              <a:gd name="connsiteY48" fmla="*/ 678744 h 1182688"/>
              <a:gd name="connsiteX49" fmla="*/ 2094699 w 2151063"/>
              <a:gd name="connsiteY49" fmla="*/ 648561 h 1182688"/>
              <a:gd name="connsiteX50" fmla="*/ 2084773 w 2151063"/>
              <a:gd name="connsiteY50" fmla="*/ 621159 h 1182688"/>
              <a:gd name="connsiteX51" fmla="*/ 2059362 w 2151063"/>
              <a:gd name="connsiteY51" fmla="*/ 569928 h 1182688"/>
              <a:gd name="connsiteX52" fmla="*/ 233158 w 2151063"/>
              <a:gd name="connsiteY52" fmla="*/ 230187 h 1182688"/>
              <a:gd name="connsiteX53" fmla="*/ 206541 w 2151063"/>
              <a:gd name="connsiteY53" fmla="*/ 244085 h 1182688"/>
              <a:gd name="connsiteX54" fmla="*/ 158870 w 2151063"/>
              <a:gd name="connsiteY54" fmla="*/ 277836 h 1182688"/>
              <a:gd name="connsiteX55" fmla="*/ 117952 w 2151063"/>
              <a:gd name="connsiteY55" fmla="*/ 317146 h 1182688"/>
              <a:gd name="connsiteX56" fmla="*/ 84980 w 2151063"/>
              <a:gd name="connsiteY56" fmla="*/ 362810 h 1182688"/>
              <a:gd name="connsiteX57" fmla="*/ 59953 w 2151063"/>
              <a:gd name="connsiteY57" fmla="*/ 412444 h 1182688"/>
              <a:gd name="connsiteX58" fmla="*/ 43268 w 2151063"/>
              <a:gd name="connsiteY58" fmla="*/ 466446 h 1182688"/>
              <a:gd name="connsiteX59" fmla="*/ 34925 w 2151063"/>
              <a:gd name="connsiteY59" fmla="*/ 523624 h 1182688"/>
              <a:gd name="connsiteX60" fmla="*/ 36117 w 2151063"/>
              <a:gd name="connsiteY60" fmla="*/ 582788 h 1182688"/>
              <a:gd name="connsiteX61" fmla="*/ 40090 w 2151063"/>
              <a:gd name="connsiteY61" fmla="*/ 613363 h 1182688"/>
              <a:gd name="connsiteX62" fmla="*/ 46446 w 2151063"/>
              <a:gd name="connsiteY62" fmla="*/ 643143 h 1182688"/>
              <a:gd name="connsiteX63" fmla="*/ 65117 w 2151063"/>
              <a:gd name="connsiteY63" fmla="*/ 699528 h 1182688"/>
              <a:gd name="connsiteX64" fmla="*/ 91336 w 2151063"/>
              <a:gd name="connsiteY64" fmla="*/ 753133 h 1182688"/>
              <a:gd name="connsiteX65" fmla="*/ 123514 w 2151063"/>
              <a:gd name="connsiteY65" fmla="*/ 802767 h 1182688"/>
              <a:gd name="connsiteX66" fmla="*/ 162446 w 2151063"/>
              <a:gd name="connsiteY66" fmla="*/ 848430 h 1182688"/>
              <a:gd name="connsiteX67" fmla="*/ 205350 w 2151063"/>
              <a:gd name="connsiteY67" fmla="*/ 889726 h 1182688"/>
              <a:gd name="connsiteX68" fmla="*/ 252226 w 2151063"/>
              <a:gd name="connsiteY68" fmla="*/ 927051 h 1182688"/>
              <a:gd name="connsiteX69" fmla="*/ 302281 w 2151063"/>
              <a:gd name="connsiteY69" fmla="*/ 959611 h 1182688"/>
              <a:gd name="connsiteX70" fmla="*/ 328103 w 2151063"/>
              <a:gd name="connsiteY70" fmla="*/ 973906 h 1182688"/>
              <a:gd name="connsiteX71" fmla="*/ 356308 w 2151063"/>
              <a:gd name="connsiteY71" fmla="*/ 988994 h 1182688"/>
              <a:gd name="connsiteX72" fmla="*/ 414706 w 2151063"/>
              <a:gd name="connsiteY72" fmla="*/ 1014010 h 1182688"/>
              <a:gd name="connsiteX73" fmla="*/ 444500 w 2151063"/>
              <a:gd name="connsiteY73" fmla="*/ 1025525 h 1182688"/>
              <a:gd name="connsiteX74" fmla="*/ 419076 w 2151063"/>
              <a:gd name="connsiteY74" fmla="*/ 1013613 h 1182688"/>
              <a:gd name="connsiteX75" fmla="*/ 371007 w 2151063"/>
              <a:gd name="connsiteY75" fmla="*/ 988597 h 1182688"/>
              <a:gd name="connsiteX76" fmla="*/ 347171 w 2151063"/>
              <a:gd name="connsiteY76" fmla="*/ 973906 h 1182688"/>
              <a:gd name="connsiteX77" fmla="*/ 322541 w 2151063"/>
              <a:gd name="connsiteY77" fmla="*/ 958420 h 1182688"/>
              <a:gd name="connsiteX78" fmla="*/ 274473 w 2151063"/>
              <a:gd name="connsiteY78" fmla="*/ 922683 h 1182688"/>
              <a:gd name="connsiteX79" fmla="*/ 229583 w 2151063"/>
              <a:gd name="connsiteY79" fmla="*/ 882579 h 1182688"/>
              <a:gd name="connsiteX80" fmla="*/ 189459 w 2151063"/>
              <a:gd name="connsiteY80" fmla="*/ 838106 h 1182688"/>
              <a:gd name="connsiteX81" fmla="*/ 154103 w 2151063"/>
              <a:gd name="connsiteY81" fmla="*/ 790458 h 1182688"/>
              <a:gd name="connsiteX82" fmla="*/ 124706 w 2151063"/>
              <a:gd name="connsiteY82" fmla="*/ 738838 h 1182688"/>
              <a:gd name="connsiteX83" fmla="*/ 102062 w 2151063"/>
              <a:gd name="connsiteY83" fmla="*/ 683645 h 1182688"/>
              <a:gd name="connsiteX84" fmla="*/ 86966 w 2151063"/>
              <a:gd name="connsiteY84" fmla="*/ 625672 h 1182688"/>
              <a:gd name="connsiteX85" fmla="*/ 83391 w 2151063"/>
              <a:gd name="connsiteY85" fmla="*/ 595892 h 1182688"/>
              <a:gd name="connsiteX86" fmla="*/ 81405 w 2151063"/>
              <a:gd name="connsiteY86" fmla="*/ 569685 h 1182688"/>
              <a:gd name="connsiteX87" fmla="*/ 83391 w 2151063"/>
              <a:gd name="connsiteY87" fmla="*/ 518462 h 1182688"/>
              <a:gd name="connsiteX88" fmla="*/ 92131 w 2151063"/>
              <a:gd name="connsiteY88" fmla="*/ 468828 h 1182688"/>
              <a:gd name="connsiteX89" fmla="*/ 106829 w 2151063"/>
              <a:gd name="connsiteY89" fmla="*/ 419591 h 1182688"/>
              <a:gd name="connsiteX90" fmla="*/ 127089 w 2151063"/>
              <a:gd name="connsiteY90" fmla="*/ 373531 h 1182688"/>
              <a:gd name="connsiteX91" fmla="*/ 152117 w 2151063"/>
              <a:gd name="connsiteY91" fmla="*/ 329058 h 1182688"/>
              <a:gd name="connsiteX92" fmla="*/ 181911 w 2151063"/>
              <a:gd name="connsiteY92" fmla="*/ 287366 h 1182688"/>
              <a:gd name="connsiteX93" fmla="*/ 215281 w 2151063"/>
              <a:gd name="connsiteY93" fmla="*/ 248452 h 1182688"/>
              <a:gd name="connsiteX94" fmla="*/ 950292 w 2151063"/>
              <a:gd name="connsiteY94" fmla="*/ 112712 h 1182688"/>
              <a:gd name="connsiteX95" fmla="*/ 822075 w 2151063"/>
              <a:gd name="connsiteY95" fmla="*/ 115489 h 1182688"/>
              <a:gd name="connsiteX96" fmla="*/ 758561 w 2151063"/>
              <a:gd name="connsiteY96" fmla="*/ 119456 h 1182688"/>
              <a:gd name="connsiteX97" fmla="*/ 705369 w 2151063"/>
              <a:gd name="connsiteY97" fmla="*/ 124217 h 1182688"/>
              <a:gd name="connsiteX98" fmla="*/ 597397 w 2151063"/>
              <a:gd name="connsiteY98" fmla="*/ 136118 h 1182688"/>
              <a:gd name="connsiteX99" fmla="*/ 488631 w 2151063"/>
              <a:gd name="connsiteY99" fmla="*/ 153574 h 1182688"/>
              <a:gd name="connsiteX100" fmla="*/ 381849 w 2151063"/>
              <a:gd name="connsiteY100" fmla="*/ 178170 h 1182688"/>
              <a:gd name="connsiteX101" fmla="*/ 329848 w 2151063"/>
              <a:gd name="connsiteY101" fmla="*/ 193643 h 1182688"/>
              <a:gd name="connsiteX102" fmla="*/ 309206 w 2151063"/>
              <a:gd name="connsiteY102" fmla="*/ 208321 h 1182688"/>
              <a:gd name="connsiteX103" fmla="*/ 270304 w 2151063"/>
              <a:gd name="connsiteY103" fmla="*/ 239662 h 1182688"/>
              <a:gd name="connsiteX104" fmla="*/ 234181 w 2151063"/>
              <a:gd name="connsiteY104" fmla="*/ 274970 h 1182688"/>
              <a:gd name="connsiteX105" fmla="*/ 201631 w 2151063"/>
              <a:gd name="connsiteY105" fmla="*/ 313848 h 1182688"/>
              <a:gd name="connsiteX106" fmla="*/ 186943 w 2151063"/>
              <a:gd name="connsiteY106" fmla="*/ 334874 h 1182688"/>
              <a:gd name="connsiteX107" fmla="*/ 169080 w 2151063"/>
              <a:gd name="connsiteY107" fmla="*/ 362248 h 1182688"/>
              <a:gd name="connsiteX108" fmla="*/ 142087 w 2151063"/>
              <a:gd name="connsiteY108" fmla="*/ 418185 h 1182688"/>
              <a:gd name="connsiteX109" fmla="*/ 124621 w 2151063"/>
              <a:gd name="connsiteY109" fmla="*/ 475709 h 1182688"/>
              <a:gd name="connsiteX110" fmla="*/ 115888 w 2151063"/>
              <a:gd name="connsiteY110" fmla="*/ 534423 h 1182688"/>
              <a:gd name="connsiteX111" fmla="*/ 115888 w 2151063"/>
              <a:gd name="connsiteY111" fmla="*/ 593534 h 1182688"/>
              <a:gd name="connsiteX112" fmla="*/ 125415 w 2151063"/>
              <a:gd name="connsiteY112" fmla="*/ 652249 h 1182688"/>
              <a:gd name="connsiteX113" fmla="*/ 144469 w 2151063"/>
              <a:gd name="connsiteY113" fmla="*/ 709773 h 1182688"/>
              <a:gd name="connsiteX114" fmla="*/ 172256 w 2151063"/>
              <a:gd name="connsiteY114" fmla="*/ 765313 h 1182688"/>
              <a:gd name="connsiteX115" fmla="*/ 189722 w 2151063"/>
              <a:gd name="connsiteY115" fmla="*/ 792290 h 1182688"/>
              <a:gd name="connsiteX116" fmla="*/ 209570 w 2151063"/>
              <a:gd name="connsiteY116" fmla="*/ 818870 h 1182688"/>
              <a:gd name="connsiteX117" fmla="*/ 252044 w 2151063"/>
              <a:gd name="connsiteY117" fmla="*/ 866080 h 1182688"/>
              <a:gd name="connsiteX118" fmla="*/ 300076 w 2151063"/>
              <a:gd name="connsiteY118" fmla="*/ 908132 h 1182688"/>
              <a:gd name="connsiteX119" fmla="*/ 352077 w 2151063"/>
              <a:gd name="connsiteY119" fmla="*/ 944630 h 1182688"/>
              <a:gd name="connsiteX120" fmla="*/ 407651 w 2151063"/>
              <a:gd name="connsiteY120" fmla="*/ 976764 h 1182688"/>
              <a:gd name="connsiteX121" fmla="*/ 465210 w 2151063"/>
              <a:gd name="connsiteY121" fmla="*/ 1004931 h 1182688"/>
              <a:gd name="connsiteX122" fmla="*/ 524754 w 2151063"/>
              <a:gd name="connsiteY122" fmla="*/ 1029131 h 1182688"/>
              <a:gd name="connsiteX123" fmla="*/ 585488 w 2151063"/>
              <a:gd name="connsiteY123" fmla="*/ 1050157 h 1182688"/>
              <a:gd name="connsiteX124" fmla="*/ 616054 w 2151063"/>
              <a:gd name="connsiteY124" fmla="*/ 1059281 h 1182688"/>
              <a:gd name="connsiteX125" fmla="*/ 666467 w 2151063"/>
              <a:gd name="connsiteY125" fmla="*/ 1074753 h 1182688"/>
              <a:gd name="connsiteX126" fmla="*/ 717675 w 2151063"/>
              <a:gd name="connsiteY126" fmla="*/ 1089432 h 1182688"/>
              <a:gd name="connsiteX127" fmla="*/ 795875 w 2151063"/>
              <a:gd name="connsiteY127" fmla="*/ 1098953 h 1182688"/>
              <a:gd name="connsiteX128" fmla="*/ 873282 w 2151063"/>
              <a:gd name="connsiteY128" fmla="*/ 1105697 h 1182688"/>
              <a:gd name="connsiteX129" fmla="*/ 943940 w 2151063"/>
              <a:gd name="connsiteY129" fmla="*/ 1111251 h 1182688"/>
              <a:gd name="connsiteX130" fmla="*/ 1085654 w 2151063"/>
              <a:gd name="connsiteY130" fmla="*/ 1116012 h 1182688"/>
              <a:gd name="connsiteX131" fmla="*/ 1227765 w 2151063"/>
              <a:gd name="connsiteY131" fmla="*/ 1113632 h 1182688"/>
              <a:gd name="connsiteX132" fmla="*/ 1369081 w 2151063"/>
              <a:gd name="connsiteY132" fmla="*/ 1103714 h 1182688"/>
              <a:gd name="connsiteX133" fmla="*/ 1440136 w 2151063"/>
              <a:gd name="connsiteY133" fmla="*/ 1096176 h 1182688"/>
              <a:gd name="connsiteX134" fmla="*/ 1498886 w 2151063"/>
              <a:gd name="connsiteY134" fmla="*/ 1089432 h 1182688"/>
              <a:gd name="connsiteX135" fmla="*/ 1589392 w 2151063"/>
              <a:gd name="connsiteY135" fmla="*/ 1075944 h 1182688"/>
              <a:gd name="connsiteX136" fmla="*/ 1650127 w 2151063"/>
              <a:gd name="connsiteY136" fmla="*/ 1064439 h 1182688"/>
              <a:gd name="connsiteX137" fmla="*/ 1709670 w 2151063"/>
              <a:gd name="connsiteY137" fmla="*/ 1050554 h 1182688"/>
              <a:gd name="connsiteX138" fmla="*/ 1768420 w 2151063"/>
              <a:gd name="connsiteY138" fmla="*/ 1032701 h 1182688"/>
              <a:gd name="connsiteX139" fmla="*/ 1824391 w 2151063"/>
              <a:gd name="connsiteY139" fmla="*/ 1010088 h 1182688"/>
              <a:gd name="connsiteX140" fmla="*/ 1877980 w 2151063"/>
              <a:gd name="connsiteY140" fmla="*/ 981921 h 1182688"/>
              <a:gd name="connsiteX141" fmla="*/ 1902988 w 2151063"/>
              <a:gd name="connsiteY141" fmla="*/ 965259 h 1182688"/>
              <a:gd name="connsiteX142" fmla="*/ 1916485 w 2151063"/>
              <a:gd name="connsiteY142" fmla="*/ 956135 h 1182688"/>
              <a:gd name="connsiteX143" fmla="*/ 1941890 w 2151063"/>
              <a:gd name="connsiteY143" fmla="*/ 935109 h 1182688"/>
              <a:gd name="connsiteX144" fmla="*/ 1963723 w 2151063"/>
              <a:gd name="connsiteY144" fmla="*/ 912099 h 1182688"/>
              <a:gd name="connsiteX145" fmla="*/ 1982777 w 2151063"/>
              <a:gd name="connsiteY145" fmla="*/ 887899 h 1182688"/>
              <a:gd name="connsiteX146" fmla="*/ 1999449 w 2151063"/>
              <a:gd name="connsiteY146" fmla="*/ 862113 h 1182688"/>
              <a:gd name="connsiteX147" fmla="*/ 2013342 w 2151063"/>
              <a:gd name="connsiteY147" fmla="*/ 834739 h 1182688"/>
              <a:gd name="connsiteX148" fmla="*/ 2024457 w 2151063"/>
              <a:gd name="connsiteY148" fmla="*/ 806572 h 1182688"/>
              <a:gd name="connsiteX149" fmla="*/ 2032793 w 2151063"/>
              <a:gd name="connsiteY149" fmla="*/ 777612 h 1182688"/>
              <a:gd name="connsiteX150" fmla="*/ 2038351 w 2151063"/>
              <a:gd name="connsiteY150" fmla="*/ 747858 h 1182688"/>
              <a:gd name="connsiteX151" fmla="*/ 2041526 w 2151063"/>
              <a:gd name="connsiteY151" fmla="*/ 717707 h 1182688"/>
              <a:gd name="connsiteX152" fmla="*/ 2041526 w 2151063"/>
              <a:gd name="connsiteY152" fmla="*/ 671291 h 1182688"/>
              <a:gd name="connsiteX153" fmla="*/ 2032396 w 2151063"/>
              <a:gd name="connsiteY153" fmla="*/ 609403 h 1182688"/>
              <a:gd name="connsiteX154" fmla="*/ 2013342 w 2151063"/>
              <a:gd name="connsiteY154" fmla="*/ 548705 h 1182688"/>
              <a:gd name="connsiteX155" fmla="*/ 1999846 w 2151063"/>
              <a:gd name="connsiteY155" fmla="*/ 519745 h 1182688"/>
              <a:gd name="connsiteX156" fmla="*/ 1988731 w 2151063"/>
              <a:gd name="connsiteY156" fmla="*/ 497925 h 1182688"/>
              <a:gd name="connsiteX157" fmla="*/ 1962929 w 2151063"/>
              <a:gd name="connsiteY157" fmla="*/ 456667 h 1182688"/>
              <a:gd name="connsiteX158" fmla="*/ 1948241 w 2151063"/>
              <a:gd name="connsiteY158" fmla="*/ 437227 h 1182688"/>
              <a:gd name="connsiteX159" fmla="*/ 1925615 w 2151063"/>
              <a:gd name="connsiteY159" fmla="*/ 417788 h 1182688"/>
              <a:gd name="connsiteX160" fmla="*/ 1877980 w 2151063"/>
              <a:gd name="connsiteY160" fmla="*/ 381687 h 1182688"/>
              <a:gd name="connsiteX161" fmla="*/ 1827963 w 2151063"/>
              <a:gd name="connsiteY161" fmla="*/ 348759 h 1182688"/>
              <a:gd name="connsiteX162" fmla="*/ 1776756 w 2151063"/>
              <a:gd name="connsiteY162" fmla="*/ 319005 h 1182688"/>
              <a:gd name="connsiteX163" fmla="*/ 1750954 w 2151063"/>
              <a:gd name="connsiteY163" fmla="*/ 305120 h 1182688"/>
              <a:gd name="connsiteX164" fmla="*/ 1722373 w 2151063"/>
              <a:gd name="connsiteY164" fmla="*/ 290838 h 1182688"/>
              <a:gd name="connsiteX165" fmla="*/ 1664417 w 2151063"/>
              <a:gd name="connsiteY165" fmla="*/ 263068 h 1182688"/>
              <a:gd name="connsiteX166" fmla="*/ 1575896 w 2151063"/>
              <a:gd name="connsiteY166" fmla="*/ 225777 h 1182688"/>
              <a:gd name="connsiteX167" fmla="*/ 1454824 w 2151063"/>
              <a:gd name="connsiteY167" fmla="*/ 185708 h 1182688"/>
              <a:gd name="connsiteX168" fmla="*/ 1330973 w 2151063"/>
              <a:gd name="connsiteY168" fmla="*/ 154367 h 1182688"/>
              <a:gd name="connsiteX169" fmla="*/ 1205535 w 2151063"/>
              <a:gd name="connsiteY169" fmla="*/ 132548 h 1182688"/>
              <a:gd name="connsiteX170" fmla="*/ 1077715 w 2151063"/>
              <a:gd name="connsiteY170" fmla="*/ 118663 h 1182688"/>
              <a:gd name="connsiteX171" fmla="*/ 970360 w 2151063"/>
              <a:gd name="connsiteY171" fmla="*/ 31750 h 1182688"/>
              <a:gd name="connsiteX172" fmla="*/ 905670 w 2151063"/>
              <a:gd name="connsiteY172" fmla="*/ 32146 h 1182688"/>
              <a:gd name="connsiteX173" fmla="*/ 840582 w 2151063"/>
              <a:gd name="connsiteY173" fmla="*/ 35712 h 1182688"/>
              <a:gd name="connsiteX174" fmla="*/ 775891 w 2151063"/>
              <a:gd name="connsiteY174" fmla="*/ 41654 h 1182688"/>
              <a:gd name="connsiteX175" fmla="*/ 711994 w 2151063"/>
              <a:gd name="connsiteY175" fmla="*/ 51559 h 1182688"/>
              <a:gd name="connsiteX176" fmla="*/ 648098 w 2151063"/>
              <a:gd name="connsiteY176" fmla="*/ 64236 h 1182688"/>
              <a:gd name="connsiteX177" fmla="*/ 616744 w 2151063"/>
              <a:gd name="connsiteY177" fmla="*/ 71764 h 1182688"/>
              <a:gd name="connsiteX178" fmla="*/ 574279 w 2151063"/>
              <a:gd name="connsiteY178" fmla="*/ 82856 h 1182688"/>
              <a:gd name="connsiteX179" fmla="*/ 490538 w 2151063"/>
              <a:gd name="connsiteY179" fmla="*/ 110985 h 1182688"/>
              <a:gd name="connsiteX180" fmla="*/ 449263 w 2151063"/>
              <a:gd name="connsiteY180" fmla="*/ 128020 h 1182688"/>
              <a:gd name="connsiteX181" fmla="*/ 508794 w 2151063"/>
              <a:gd name="connsiteY181" fmla="*/ 115739 h 1182688"/>
              <a:gd name="connsiteX182" fmla="*/ 629048 w 2151063"/>
              <a:gd name="connsiteY182" fmla="*/ 96326 h 1182688"/>
              <a:gd name="connsiteX183" fmla="*/ 750491 w 2151063"/>
              <a:gd name="connsiteY183" fmla="*/ 83253 h 1182688"/>
              <a:gd name="connsiteX184" fmla="*/ 872729 w 2151063"/>
              <a:gd name="connsiteY184" fmla="*/ 77310 h 1182688"/>
              <a:gd name="connsiteX185" fmla="*/ 933451 w 2151063"/>
              <a:gd name="connsiteY185" fmla="*/ 76914 h 1182688"/>
              <a:gd name="connsiteX186" fmla="*/ 1003301 w 2151063"/>
              <a:gd name="connsiteY186" fmla="*/ 77706 h 1182688"/>
              <a:gd name="connsiteX187" fmla="*/ 1142207 w 2151063"/>
              <a:gd name="connsiteY187" fmla="*/ 87611 h 1182688"/>
              <a:gd name="connsiteX188" fmla="*/ 1245395 w 2151063"/>
              <a:gd name="connsiteY188" fmla="*/ 101873 h 1182688"/>
              <a:gd name="connsiteX189" fmla="*/ 1314451 w 2151063"/>
              <a:gd name="connsiteY189" fmla="*/ 114154 h 1182688"/>
              <a:gd name="connsiteX190" fmla="*/ 1382317 w 2151063"/>
              <a:gd name="connsiteY190" fmla="*/ 129209 h 1182688"/>
              <a:gd name="connsiteX191" fmla="*/ 1449785 w 2151063"/>
              <a:gd name="connsiteY191" fmla="*/ 146640 h 1182688"/>
              <a:gd name="connsiteX192" fmla="*/ 1483123 w 2151063"/>
              <a:gd name="connsiteY192" fmla="*/ 156148 h 1182688"/>
              <a:gd name="connsiteX193" fmla="*/ 1547417 w 2151063"/>
              <a:gd name="connsiteY193" fmla="*/ 176750 h 1182688"/>
              <a:gd name="connsiteX194" fmla="*/ 1643064 w 2151063"/>
              <a:gd name="connsiteY194" fmla="*/ 213197 h 1182688"/>
              <a:gd name="connsiteX195" fmla="*/ 1705770 w 2151063"/>
              <a:gd name="connsiteY195" fmla="*/ 240533 h 1182688"/>
              <a:gd name="connsiteX196" fmla="*/ 1736726 w 2151063"/>
              <a:gd name="connsiteY196" fmla="*/ 255588 h 1182688"/>
              <a:gd name="connsiteX197" fmla="*/ 1709342 w 2151063"/>
              <a:gd name="connsiteY197" fmla="*/ 238949 h 1182688"/>
              <a:gd name="connsiteX198" fmla="*/ 1653382 w 2151063"/>
              <a:gd name="connsiteY198" fmla="*/ 208047 h 1182688"/>
              <a:gd name="connsiteX199" fmla="*/ 1625601 w 2151063"/>
              <a:gd name="connsiteY199" fmla="*/ 193785 h 1182688"/>
              <a:gd name="connsiteX200" fmla="*/ 1596232 w 2151063"/>
              <a:gd name="connsiteY200" fmla="*/ 179523 h 1182688"/>
              <a:gd name="connsiteX201" fmla="*/ 1537495 w 2151063"/>
              <a:gd name="connsiteY201" fmla="*/ 152583 h 1182688"/>
              <a:gd name="connsiteX202" fmla="*/ 1477567 w 2151063"/>
              <a:gd name="connsiteY202" fmla="*/ 128416 h 1182688"/>
              <a:gd name="connsiteX203" fmla="*/ 1416448 w 2151063"/>
              <a:gd name="connsiteY203" fmla="*/ 107023 h 1182688"/>
              <a:gd name="connsiteX204" fmla="*/ 1354139 w 2151063"/>
              <a:gd name="connsiteY204" fmla="*/ 88007 h 1182688"/>
              <a:gd name="connsiteX205" fmla="*/ 1291432 w 2151063"/>
              <a:gd name="connsiteY205" fmla="*/ 72160 h 1182688"/>
              <a:gd name="connsiteX206" fmla="*/ 1227932 w 2151063"/>
              <a:gd name="connsiteY206" fmla="*/ 58294 h 1182688"/>
              <a:gd name="connsiteX207" fmla="*/ 1163638 w 2151063"/>
              <a:gd name="connsiteY207" fmla="*/ 47597 h 1182688"/>
              <a:gd name="connsiteX208" fmla="*/ 1099345 w 2151063"/>
              <a:gd name="connsiteY208" fmla="*/ 39277 h 1182688"/>
              <a:gd name="connsiteX209" fmla="*/ 1034654 w 2151063"/>
              <a:gd name="connsiteY209" fmla="*/ 34127 h 1182688"/>
              <a:gd name="connsiteX210" fmla="*/ 976240 w 2151063"/>
              <a:gd name="connsiteY210" fmla="*/ 0 h 1182688"/>
              <a:gd name="connsiteX211" fmla="*/ 1045347 w 2151063"/>
              <a:gd name="connsiteY211" fmla="*/ 3172 h 1182688"/>
              <a:gd name="connsiteX212" fmla="*/ 1114851 w 2151063"/>
              <a:gd name="connsiteY212" fmla="*/ 8723 h 1182688"/>
              <a:gd name="connsiteX213" fmla="*/ 1183959 w 2151063"/>
              <a:gd name="connsiteY213" fmla="*/ 18238 h 1182688"/>
              <a:gd name="connsiteX214" fmla="*/ 1252669 w 2151063"/>
              <a:gd name="connsiteY214" fmla="*/ 30529 h 1182688"/>
              <a:gd name="connsiteX215" fmla="*/ 1321379 w 2151063"/>
              <a:gd name="connsiteY215" fmla="*/ 45198 h 1182688"/>
              <a:gd name="connsiteX216" fmla="*/ 1389295 w 2151063"/>
              <a:gd name="connsiteY216" fmla="*/ 63833 h 1182688"/>
              <a:gd name="connsiteX217" fmla="*/ 1455622 w 2151063"/>
              <a:gd name="connsiteY217" fmla="*/ 85242 h 1182688"/>
              <a:gd name="connsiteX218" fmla="*/ 1521154 w 2151063"/>
              <a:gd name="connsiteY218" fmla="*/ 109427 h 1182688"/>
              <a:gd name="connsiteX219" fmla="*/ 1585496 w 2151063"/>
              <a:gd name="connsiteY219" fmla="*/ 136784 h 1182688"/>
              <a:gd name="connsiteX220" fmla="*/ 1647851 w 2151063"/>
              <a:gd name="connsiteY220" fmla="*/ 166916 h 1182688"/>
              <a:gd name="connsiteX221" fmla="*/ 1707823 w 2151063"/>
              <a:gd name="connsiteY221" fmla="*/ 200617 h 1182688"/>
              <a:gd name="connsiteX222" fmla="*/ 1766604 w 2151063"/>
              <a:gd name="connsiteY222" fmla="*/ 237093 h 1182688"/>
              <a:gd name="connsiteX223" fmla="*/ 1822605 w 2151063"/>
              <a:gd name="connsiteY223" fmla="*/ 275947 h 1182688"/>
              <a:gd name="connsiteX224" fmla="*/ 1849613 w 2151063"/>
              <a:gd name="connsiteY224" fmla="*/ 296961 h 1182688"/>
              <a:gd name="connsiteX225" fmla="*/ 1875826 w 2151063"/>
              <a:gd name="connsiteY225" fmla="*/ 317974 h 1182688"/>
              <a:gd name="connsiteX226" fmla="*/ 1924280 w 2151063"/>
              <a:gd name="connsiteY226" fmla="*/ 364362 h 1182688"/>
              <a:gd name="connsiteX227" fmla="*/ 1946919 w 2151063"/>
              <a:gd name="connsiteY227" fmla="*/ 388943 h 1182688"/>
              <a:gd name="connsiteX228" fmla="*/ 1957642 w 2151063"/>
              <a:gd name="connsiteY228" fmla="*/ 398458 h 1182688"/>
              <a:gd name="connsiteX229" fmla="*/ 1968366 w 2151063"/>
              <a:gd name="connsiteY229" fmla="*/ 407577 h 1182688"/>
              <a:gd name="connsiteX230" fmla="*/ 1991004 w 2151063"/>
              <a:gd name="connsiteY230" fmla="*/ 428194 h 1182688"/>
              <a:gd name="connsiteX231" fmla="*/ 2032707 w 2151063"/>
              <a:gd name="connsiteY231" fmla="*/ 472203 h 1182688"/>
              <a:gd name="connsiteX232" fmla="*/ 2069247 w 2151063"/>
              <a:gd name="connsiteY232" fmla="*/ 520177 h 1182688"/>
              <a:gd name="connsiteX233" fmla="*/ 2100226 w 2151063"/>
              <a:gd name="connsiteY233" fmla="*/ 572115 h 1182688"/>
              <a:gd name="connsiteX234" fmla="*/ 2124850 w 2151063"/>
              <a:gd name="connsiteY234" fmla="*/ 626432 h 1182688"/>
              <a:gd name="connsiteX235" fmla="*/ 2142325 w 2151063"/>
              <a:gd name="connsiteY235" fmla="*/ 683525 h 1182688"/>
              <a:gd name="connsiteX236" fmla="*/ 2151063 w 2151063"/>
              <a:gd name="connsiteY236" fmla="*/ 742600 h 1182688"/>
              <a:gd name="connsiteX237" fmla="*/ 2151063 w 2151063"/>
              <a:gd name="connsiteY237" fmla="*/ 803261 h 1182688"/>
              <a:gd name="connsiteX238" fmla="*/ 2147091 w 2151063"/>
              <a:gd name="connsiteY238" fmla="*/ 834186 h 1182688"/>
              <a:gd name="connsiteX239" fmla="*/ 2144311 w 2151063"/>
              <a:gd name="connsiteY239" fmla="*/ 848855 h 1182688"/>
              <a:gd name="connsiteX240" fmla="*/ 2136765 w 2151063"/>
              <a:gd name="connsiteY240" fmla="*/ 878195 h 1182688"/>
              <a:gd name="connsiteX241" fmla="*/ 2126439 w 2151063"/>
              <a:gd name="connsiteY241" fmla="*/ 905551 h 1182688"/>
              <a:gd name="connsiteX242" fmla="*/ 2114524 w 2151063"/>
              <a:gd name="connsiteY242" fmla="*/ 931322 h 1182688"/>
              <a:gd name="connsiteX243" fmla="*/ 2092282 w 2151063"/>
              <a:gd name="connsiteY243" fmla="*/ 966609 h 1182688"/>
              <a:gd name="connsiteX244" fmla="*/ 2055743 w 2151063"/>
              <a:gd name="connsiteY244" fmla="*/ 1008239 h 1182688"/>
              <a:gd name="connsiteX245" fmla="*/ 2013246 w 2151063"/>
              <a:gd name="connsiteY245" fmla="*/ 1043921 h 1182688"/>
              <a:gd name="connsiteX246" fmla="*/ 1964791 w 2151063"/>
              <a:gd name="connsiteY246" fmla="*/ 1074054 h 1182688"/>
              <a:gd name="connsiteX247" fmla="*/ 1912762 w 2151063"/>
              <a:gd name="connsiteY247" fmla="*/ 1098239 h 1182688"/>
              <a:gd name="connsiteX248" fmla="*/ 1857556 w 2151063"/>
              <a:gd name="connsiteY248" fmla="*/ 1117666 h 1182688"/>
              <a:gd name="connsiteX249" fmla="*/ 1829754 w 2151063"/>
              <a:gd name="connsiteY249" fmla="*/ 1125596 h 1182688"/>
              <a:gd name="connsiteX250" fmla="*/ 1792817 w 2151063"/>
              <a:gd name="connsiteY250" fmla="*/ 1134318 h 1182688"/>
              <a:gd name="connsiteX251" fmla="*/ 1717753 w 2151063"/>
              <a:gd name="connsiteY251" fmla="*/ 1148988 h 1182688"/>
              <a:gd name="connsiteX252" fmla="*/ 1641894 w 2151063"/>
              <a:gd name="connsiteY252" fmla="*/ 1160882 h 1182688"/>
              <a:gd name="connsiteX253" fmla="*/ 1565240 w 2151063"/>
              <a:gd name="connsiteY253" fmla="*/ 1169208 h 1182688"/>
              <a:gd name="connsiteX254" fmla="*/ 1450061 w 2151063"/>
              <a:gd name="connsiteY254" fmla="*/ 1177930 h 1182688"/>
              <a:gd name="connsiteX255" fmla="*/ 1295960 w 2151063"/>
              <a:gd name="connsiteY255" fmla="*/ 1181895 h 1182688"/>
              <a:gd name="connsiteX256" fmla="*/ 1219704 w 2151063"/>
              <a:gd name="connsiteY256" fmla="*/ 1182688 h 1182688"/>
              <a:gd name="connsiteX257" fmla="*/ 1137093 w 2151063"/>
              <a:gd name="connsiteY257" fmla="*/ 1182688 h 1182688"/>
              <a:gd name="connsiteX258" fmla="*/ 971076 w 2151063"/>
              <a:gd name="connsiteY258" fmla="*/ 1177930 h 1182688"/>
              <a:gd name="connsiteX259" fmla="*/ 723243 w 2151063"/>
              <a:gd name="connsiteY259" fmla="*/ 1163657 h 1182688"/>
              <a:gd name="connsiteX260" fmla="*/ 558021 w 2151063"/>
              <a:gd name="connsiteY260" fmla="*/ 1150177 h 1182688"/>
              <a:gd name="connsiteX261" fmla="*/ 552064 w 2151063"/>
              <a:gd name="connsiteY261" fmla="*/ 1148988 h 1182688"/>
              <a:gd name="connsiteX262" fmla="*/ 546504 w 2151063"/>
              <a:gd name="connsiteY262" fmla="*/ 1141851 h 1182688"/>
              <a:gd name="connsiteX263" fmla="*/ 546504 w 2151063"/>
              <a:gd name="connsiteY263" fmla="*/ 1132732 h 1182688"/>
              <a:gd name="connsiteX264" fmla="*/ 552064 w 2151063"/>
              <a:gd name="connsiteY264" fmla="*/ 1125992 h 1182688"/>
              <a:gd name="connsiteX265" fmla="*/ 558021 w 2151063"/>
              <a:gd name="connsiteY265" fmla="*/ 1125596 h 1182688"/>
              <a:gd name="connsiteX266" fmla="*/ 679555 w 2151063"/>
              <a:gd name="connsiteY266" fmla="*/ 1131146 h 1182688"/>
              <a:gd name="connsiteX267" fmla="*/ 801486 w 2151063"/>
              <a:gd name="connsiteY267" fmla="*/ 1136697 h 1182688"/>
              <a:gd name="connsiteX268" fmla="*/ 774081 w 2151063"/>
              <a:gd name="connsiteY268" fmla="*/ 1130750 h 1182688"/>
              <a:gd name="connsiteX269" fmla="*/ 747471 w 2151063"/>
              <a:gd name="connsiteY269" fmla="*/ 1124010 h 1182688"/>
              <a:gd name="connsiteX270" fmla="*/ 680349 w 2151063"/>
              <a:gd name="connsiteY270" fmla="*/ 1114494 h 1182688"/>
              <a:gd name="connsiteX271" fmla="*/ 614419 w 2151063"/>
              <a:gd name="connsiteY271" fmla="*/ 1102996 h 1182688"/>
              <a:gd name="connsiteX272" fmla="*/ 581057 w 2151063"/>
              <a:gd name="connsiteY272" fmla="*/ 1096256 h 1182688"/>
              <a:gd name="connsiteX273" fmla="*/ 515127 w 2151063"/>
              <a:gd name="connsiteY273" fmla="*/ 1079604 h 1182688"/>
              <a:gd name="connsiteX274" fmla="*/ 450389 w 2151063"/>
              <a:gd name="connsiteY274" fmla="*/ 1060177 h 1182688"/>
              <a:gd name="connsiteX275" fmla="*/ 386445 w 2151063"/>
              <a:gd name="connsiteY275" fmla="*/ 1036388 h 1182688"/>
              <a:gd name="connsiteX276" fmla="*/ 325281 w 2151063"/>
              <a:gd name="connsiteY276" fmla="*/ 1007842 h 1182688"/>
              <a:gd name="connsiteX277" fmla="*/ 266500 w 2151063"/>
              <a:gd name="connsiteY277" fmla="*/ 974935 h 1182688"/>
              <a:gd name="connsiteX278" fmla="*/ 210896 w 2151063"/>
              <a:gd name="connsiteY278" fmla="*/ 936476 h 1182688"/>
              <a:gd name="connsiteX279" fmla="*/ 159265 w 2151063"/>
              <a:gd name="connsiteY279" fmla="*/ 891675 h 1182688"/>
              <a:gd name="connsiteX280" fmla="*/ 135832 w 2151063"/>
              <a:gd name="connsiteY280" fmla="*/ 867093 h 1182688"/>
              <a:gd name="connsiteX281" fmla="*/ 116370 w 2151063"/>
              <a:gd name="connsiteY281" fmla="*/ 844891 h 1182688"/>
              <a:gd name="connsiteX282" fmla="*/ 80625 w 2151063"/>
              <a:gd name="connsiteY282" fmla="*/ 797710 h 1182688"/>
              <a:gd name="connsiteX283" fmla="*/ 50838 w 2151063"/>
              <a:gd name="connsiteY283" fmla="*/ 746564 h 1182688"/>
              <a:gd name="connsiteX284" fmla="*/ 27802 w 2151063"/>
              <a:gd name="connsiteY284" fmla="*/ 693833 h 1182688"/>
              <a:gd name="connsiteX285" fmla="*/ 11121 w 2151063"/>
              <a:gd name="connsiteY285" fmla="*/ 638326 h 1182688"/>
              <a:gd name="connsiteX286" fmla="*/ 1589 w 2151063"/>
              <a:gd name="connsiteY286" fmla="*/ 581234 h 1182688"/>
              <a:gd name="connsiteX287" fmla="*/ 0 w 2151063"/>
              <a:gd name="connsiteY287" fmla="*/ 523348 h 1182688"/>
              <a:gd name="connsiteX288" fmla="*/ 7149 w 2151063"/>
              <a:gd name="connsiteY288" fmla="*/ 464273 h 1182688"/>
              <a:gd name="connsiteX289" fmla="*/ 14298 w 2151063"/>
              <a:gd name="connsiteY289" fmla="*/ 434934 h 1182688"/>
              <a:gd name="connsiteX290" fmla="*/ 22639 w 2151063"/>
              <a:gd name="connsiteY290" fmla="*/ 406388 h 1182688"/>
              <a:gd name="connsiteX291" fmla="*/ 45674 w 2151063"/>
              <a:gd name="connsiteY291" fmla="*/ 355639 h 1182688"/>
              <a:gd name="connsiteX292" fmla="*/ 75065 w 2151063"/>
              <a:gd name="connsiteY292" fmla="*/ 311630 h 1182688"/>
              <a:gd name="connsiteX293" fmla="*/ 110413 w 2151063"/>
              <a:gd name="connsiteY293" fmla="*/ 272776 h 1182688"/>
              <a:gd name="connsiteX294" fmla="*/ 150527 w 2151063"/>
              <a:gd name="connsiteY294" fmla="*/ 239868 h 1182688"/>
              <a:gd name="connsiteX295" fmla="*/ 195407 w 2151063"/>
              <a:gd name="connsiteY295" fmla="*/ 211718 h 1182688"/>
              <a:gd name="connsiteX296" fmla="*/ 243861 w 2151063"/>
              <a:gd name="connsiteY296" fmla="*/ 188723 h 1182688"/>
              <a:gd name="connsiteX297" fmla="*/ 294699 w 2151063"/>
              <a:gd name="connsiteY297" fmla="*/ 168502 h 1182688"/>
              <a:gd name="connsiteX298" fmla="*/ 320912 w 2151063"/>
              <a:gd name="connsiteY298" fmla="*/ 160573 h 1182688"/>
              <a:gd name="connsiteX299" fmla="*/ 348317 w 2151063"/>
              <a:gd name="connsiteY299" fmla="*/ 143524 h 1182688"/>
              <a:gd name="connsiteX300" fmla="*/ 404317 w 2151063"/>
              <a:gd name="connsiteY300" fmla="*/ 112599 h 1182688"/>
              <a:gd name="connsiteX301" fmla="*/ 462701 w 2151063"/>
              <a:gd name="connsiteY301" fmla="*/ 86432 h 1182688"/>
              <a:gd name="connsiteX302" fmla="*/ 523468 w 2151063"/>
              <a:gd name="connsiteY302" fmla="*/ 64229 h 1182688"/>
              <a:gd name="connsiteX303" fmla="*/ 585029 w 2151063"/>
              <a:gd name="connsiteY303" fmla="*/ 45991 h 1182688"/>
              <a:gd name="connsiteX304" fmla="*/ 647781 w 2151063"/>
              <a:gd name="connsiteY304" fmla="*/ 30925 h 1182688"/>
              <a:gd name="connsiteX305" fmla="*/ 711328 w 2151063"/>
              <a:gd name="connsiteY305" fmla="*/ 19427 h 1182688"/>
              <a:gd name="connsiteX306" fmla="*/ 774478 w 2151063"/>
              <a:gd name="connsiteY306" fmla="*/ 10308 h 1182688"/>
              <a:gd name="connsiteX307" fmla="*/ 805854 w 2151063"/>
              <a:gd name="connsiteY307" fmla="*/ 7137 h 1182688"/>
              <a:gd name="connsiteX308" fmla="*/ 839614 w 2151063"/>
              <a:gd name="connsiteY308" fmla="*/ 4361 h 1182688"/>
              <a:gd name="connsiteX309" fmla="*/ 907927 w 2151063"/>
              <a:gd name="connsiteY309" fmla="*/ 396 h 1182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2151063" h="1182688">
                <a:moveTo>
                  <a:pt x="2044671" y="546100"/>
                </a:moveTo>
                <a:lnTo>
                  <a:pt x="2052215" y="567545"/>
                </a:lnTo>
                <a:lnTo>
                  <a:pt x="2064523" y="611628"/>
                </a:lnTo>
                <a:lnTo>
                  <a:pt x="2072464" y="657298"/>
                </a:lnTo>
                <a:lnTo>
                  <a:pt x="2074847" y="704161"/>
                </a:lnTo>
                <a:lnTo>
                  <a:pt x="2073258" y="728386"/>
                </a:lnTo>
                <a:lnTo>
                  <a:pt x="2070876" y="758171"/>
                </a:lnTo>
                <a:lnTo>
                  <a:pt x="2056979" y="813771"/>
                </a:lnTo>
                <a:lnTo>
                  <a:pt x="2034745" y="864207"/>
                </a:lnTo>
                <a:lnTo>
                  <a:pt x="2004966" y="909481"/>
                </a:lnTo>
                <a:lnTo>
                  <a:pt x="1968438" y="949989"/>
                </a:lnTo>
                <a:lnTo>
                  <a:pt x="1926350" y="985731"/>
                </a:lnTo>
                <a:lnTo>
                  <a:pt x="1879102" y="1015913"/>
                </a:lnTo>
                <a:lnTo>
                  <a:pt x="1827882" y="1041330"/>
                </a:lnTo>
                <a:lnTo>
                  <a:pt x="1801280" y="1052053"/>
                </a:lnTo>
                <a:lnTo>
                  <a:pt x="1767928" y="1064364"/>
                </a:lnTo>
                <a:lnTo>
                  <a:pt x="1699239" y="1085015"/>
                </a:lnTo>
                <a:lnTo>
                  <a:pt x="1629358" y="1102092"/>
                </a:lnTo>
                <a:lnTo>
                  <a:pt x="1557889" y="1114801"/>
                </a:lnTo>
                <a:lnTo>
                  <a:pt x="1449892" y="1129892"/>
                </a:lnTo>
                <a:lnTo>
                  <a:pt x="1304969" y="1141012"/>
                </a:lnTo>
                <a:lnTo>
                  <a:pt x="1234692" y="1144189"/>
                </a:lnTo>
                <a:lnTo>
                  <a:pt x="1219604" y="1144586"/>
                </a:lnTo>
                <a:lnTo>
                  <a:pt x="1204913" y="1145380"/>
                </a:lnTo>
                <a:lnTo>
                  <a:pt x="1205310" y="1146969"/>
                </a:lnTo>
                <a:lnTo>
                  <a:pt x="1205310" y="1147763"/>
                </a:lnTo>
                <a:lnTo>
                  <a:pt x="1259309" y="1147366"/>
                </a:lnTo>
                <a:lnTo>
                  <a:pt x="1367306" y="1143792"/>
                </a:lnTo>
                <a:lnTo>
                  <a:pt x="1420908" y="1140615"/>
                </a:lnTo>
                <a:lnTo>
                  <a:pt x="1484832" y="1137040"/>
                </a:lnTo>
                <a:lnTo>
                  <a:pt x="1616256" y="1127906"/>
                </a:lnTo>
                <a:lnTo>
                  <a:pt x="1715915" y="1114404"/>
                </a:lnTo>
                <a:lnTo>
                  <a:pt x="1781031" y="1101298"/>
                </a:lnTo>
                <a:lnTo>
                  <a:pt x="1844558" y="1084618"/>
                </a:lnTo>
                <a:lnTo>
                  <a:pt x="1905307" y="1062379"/>
                </a:lnTo>
                <a:lnTo>
                  <a:pt x="1934291" y="1048876"/>
                </a:lnTo>
                <a:lnTo>
                  <a:pt x="1948982" y="1041727"/>
                </a:lnTo>
                <a:lnTo>
                  <a:pt x="1975584" y="1025445"/>
                </a:lnTo>
                <a:lnTo>
                  <a:pt x="2000201" y="1007176"/>
                </a:lnTo>
                <a:lnTo>
                  <a:pt x="2022436" y="987717"/>
                </a:lnTo>
                <a:lnTo>
                  <a:pt x="2041892" y="966668"/>
                </a:lnTo>
                <a:lnTo>
                  <a:pt x="2059362" y="943635"/>
                </a:lnTo>
                <a:lnTo>
                  <a:pt x="2074450" y="919409"/>
                </a:lnTo>
                <a:lnTo>
                  <a:pt x="2087155" y="893992"/>
                </a:lnTo>
                <a:lnTo>
                  <a:pt x="2097081" y="867781"/>
                </a:lnTo>
                <a:lnTo>
                  <a:pt x="2105419" y="840379"/>
                </a:lnTo>
                <a:lnTo>
                  <a:pt x="2112566" y="797885"/>
                </a:lnTo>
                <a:lnTo>
                  <a:pt x="2112963" y="739109"/>
                </a:lnTo>
                <a:lnTo>
                  <a:pt x="2103831" y="678744"/>
                </a:lnTo>
                <a:lnTo>
                  <a:pt x="2094699" y="648561"/>
                </a:lnTo>
                <a:lnTo>
                  <a:pt x="2084773" y="621159"/>
                </a:lnTo>
                <a:lnTo>
                  <a:pt x="2059362" y="569928"/>
                </a:lnTo>
                <a:close/>
                <a:moveTo>
                  <a:pt x="233158" y="230187"/>
                </a:moveTo>
                <a:lnTo>
                  <a:pt x="206541" y="244085"/>
                </a:lnTo>
                <a:lnTo>
                  <a:pt x="158870" y="277836"/>
                </a:lnTo>
                <a:lnTo>
                  <a:pt x="117952" y="317146"/>
                </a:lnTo>
                <a:lnTo>
                  <a:pt x="84980" y="362810"/>
                </a:lnTo>
                <a:lnTo>
                  <a:pt x="59953" y="412444"/>
                </a:lnTo>
                <a:lnTo>
                  <a:pt x="43268" y="466446"/>
                </a:lnTo>
                <a:lnTo>
                  <a:pt x="34925" y="523624"/>
                </a:lnTo>
                <a:lnTo>
                  <a:pt x="36117" y="582788"/>
                </a:lnTo>
                <a:lnTo>
                  <a:pt x="40090" y="613363"/>
                </a:lnTo>
                <a:lnTo>
                  <a:pt x="46446" y="643143"/>
                </a:lnTo>
                <a:lnTo>
                  <a:pt x="65117" y="699528"/>
                </a:lnTo>
                <a:lnTo>
                  <a:pt x="91336" y="753133"/>
                </a:lnTo>
                <a:lnTo>
                  <a:pt x="123514" y="802767"/>
                </a:lnTo>
                <a:lnTo>
                  <a:pt x="162446" y="848430"/>
                </a:lnTo>
                <a:lnTo>
                  <a:pt x="205350" y="889726"/>
                </a:lnTo>
                <a:lnTo>
                  <a:pt x="252226" y="927051"/>
                </a:lnTo>
                <a:lnTo>
                  <a:pt x="302281" y="959611"/>
                </a:lnTo>
                <a:lnTo>
                  <a:pt x="328103" y="973906"/>
                </a:lnTo>
                <a:lnTo>
                  <a:pt x="356308" y="988994"/>
                </a:lnTo>
                <a:lnTo>
                  <a:pt x="414706" y="1014010"/>
                </a:lnTo>
                <a:lnTo>
                  <a:pt x="444500" y="1025525"/>
                </a:lnTo>
                <a:lnTo>
                  <a:pt x="419076" y="1013613"/>
                </a:lnTo>
                <a:lnTo>
                  <a:pt x="371007" y="988597"/>
                </a:lnTo>
                <a:lnTo>
                  <a:pt x="347171" y="973906"/>
                </a:lnTo>
                <a:lnTo>
                  <a:pt x="322541" y="958420"/>
                </a:lnTo>
                <a:lnTo>
                  <a:pt x="274473" y="922683"/>
                </a:lnTo>
                <a:lnTo>
                  <a:pt x="229583" y="882579"/>
                </a:lnTo>
                <a:lnTo>
                  <a:pt x="189459" y="838106"/>
                </a:lnTo>
                <a:lnTo>
                  <a:pt x="154103" y="790458"/>
                </a:lnTo>
                <a:lnTo>
                  <a:pt x="124706" y="738838"/>
                </a:lnTo>
                <a:lnTo>
                  <a:pt x="102062" y="683645"/>
                </a:lnTo>
                <a:lnTo>
                  <a:pt x="86966" y="625672"/>
                </a:lnTo>
                <a:lnTo>
                  <a:pt x="83391" y="595892"/>
                </a:lnTo>
                <a:lnTo>
                  <a:pt x="81405" y="569685"/>
                </a:lnTo>
                <a:lnTo>
                  <a:pt x="83391" y="518462"/>
                </a:lnTo>
                <a:lnTo>
                  <a:pt x="92131" y="468828"/>
                </a:lnTo>
                <a:lnTo>
                  <a:pt x="106829" y="419591"/>
                </a:lnTo>
                <a:lnTo>
                  <a:pt x="127089" y="373531"/>
                </a:lnTo>
                <a:lnTo>
                  <a:pt x="152117" y="329058"/>
                </a:lnTo>
                <a:lnTo>
                  <a:pt x="181911" y="287366"/>
                </a:lnTo>
                <a:lnTo>
                  <a:pt x="215281" y="248452"/>
                </a:lnTo>
                <a:close/>
                <a:moveTo>
                  <a:pt x="950292" y="112712"/>
                </a:moveTo>
                <a:lnTo>
                  <a:pt x="822075" y="115489"/>
                </a:lnTo>
                <a:lnTo>
                  <a:pt x="758561" y="119456"/>
                </a:lnTo>
                <a:lnTo>
                  <a:pt x="705369" y="124217"/>
                </a:lnTo>
                <a:lnTo>
                  <a:pt x="597397" y="136118"/>
                </a:lnTo>
                <a:lnTo>
                  <a:pt x="488631" y="153574"/>
                </a:lnTo>
                <a:lnTo>
                  <a:pt x="381849" y="178170"/>
                </a:lnTo>
                <a:lnTo>
                  <a:pt x="329848" y="193643"/>
                </a:lnTo>
                <a:lnTo>
                  <a:pt x="309206" y="208321"/>
                </a:lnTo>
                <a:lnTo>
                  <a:pt x="270304" y="239662"/>
                </a:lnTo>
                <a:lnTo>
                  <a:pt x="234181" y="274970"/>
                </a:lnTo>
                <a:lnTo>
                  <a:pt x="201631" y="313848"/>
                </a:lnTo>
                <a:lnTo>
                  <a:pt x="186943" y="334874"/>
                </a:lnTo>
                <a:lnTo>
                  <a:pt x="169080" y="362248"/>
                </a:lnTo>
                <a:lnTo>
                  <a:pt x="142087" y="418185"/>
                </a:lnTo>
                <a:lnTo>
                  <a:pt x="124621" y="475709"/>
                </a:lnTo>
                <a:lnTo>
                  <a:pt x="115888" y="534423"/>
                </a:lnTo>
                <a:lnTo>
                  <a:pt x="115888" y="593534"/>
                </a:lnTo>
                <a:lnTo>
                  <a:pt x="125415" y="652249"/>
                </a:lnTo>
                <a:lnTo>
                  <a:pt x="144469" y="709773"/>
                </a:lnTo>
                <a:lnTo>
                  <a:pt x="172256" y="765313"/>
                </a:lnTo>
                <a:lnTo>
                  <a:pt x="189722" y="792290"/>
                </a:lnTo>
                <a:lnTo>
                  <a:pt x="209570" y="818870"/>
                </a:lnTo>
                <a:lnTo>
                  <a:pt x="252044" y="866080"/>
                </a:lnTo>
                <a:lnTo>
                  <a:pt x="300076" y="908132"/>
                </a:lnTo>
                <a:lnTo>
                  <a:pt x="352077" y="944630"/>
                </a:lnTo>
                <a:lnTo>
                  <a:pt x="407651" y="976764"/>
                </a:lnTo>
                <a:lnTo>
                  <a:pt x="465210" y="1004931"/>
                </a:lnTo>
                <a:lnTo>
                  <a:pt x="524754" y="1029131"/>
                </a:lnTo>
                <a:lnTo>
                  <a:pt x="585488" y="1050157"/>
                </a:lnTo>
                <a:lnTo>
                  <a:pt x="616054" y="1059281"/>
                </a:lnTo>
                <a:lnTo>
                  <a:pt x="666467" y="1074753"/>
                </a:lnTo>
                <a:lnTo>
                  <a:pt x="717675" y="1089432"/>
                </a:lnTo>
                <a:lnTo>
                  <a:pt x="795875" y="1098953"/>
                </a:lnTo>
                <a:lnTo>
                  <a:pt x="873282" y="1105697"/>
                </a:lnTo>
                <a:lnTo>
                  <a:pt x="943940" y="1111251"/>
                </a:lnTo>
                <a:lnTo>
                  <a:pt x="1085654" y="1116012"/>
                </a:lnTo>
                <a:lnTo>
                  <a:pt x="1227765" y="1113632"/>
                </a:lnTo>
                <a:lnTo>
                  <a:pt x="1369081" y="1103714"/>
                </a:lnTo>
                <a:lnTo>
                  <a:pt x="1440136" y="1096176"/>
                </a:lnTo>
                <a:lnTo>
                  <a:pt x="1498886" y="1089432"/>
                </a:lnTo>
                <a:lnTo>
                  <a:pt x="1589392" y="1075944"/>
                </a:lnTo>
                <a:lnTo>
                  <a:pt x="1650127" y="1064439"/>
                </a:lnTo>
                <a:lnTo>
                  <a:pt x="1709670" y="1050554"/>
                </a:lnTo>
                <a:lnTo>
                  <a:pt x="1768420" y="1032701"/>
                </a:lnTo>
                <a:lnTo>
                  <a:pt x="1824391" y="1010088"/>
                </a:lnTo>
                <a:lnTo>
                  <a:pt x="1877980" y="981921"/>
                </a:lnTo>
                <a:lnTo>
                  <a:pt x="1902988" y="965259"/>
                </a:lnTo>
                <a:lnTo>
                  <a:pt x="1916485" y="956135"/>
                </a:lnTo>
                <a:lnTo>
                  <a:pt x="1941890" y="935109"/>
                </a:lnTo>
                <a:lnTo>
                  <a:pt x="1963723" y="912099"/>
                </a:lnTo>
                <a:lnTo>
                  <a:pt x="1982777" y="887899"/>
                </a:lnTo>
                <a:lnTo>
                  <a:pt x="1999449" y="862113"/>
                </a:lnTo>
                <a:lnTo>
                  <a:pt x="2013342" y="834739"/>
                </a:lnTo>
                <a:lnTo>
                  <a:pt x="2024457" y="806572"/>
                </a:lnTo>
                <a:lnTo>
                  <a:pt x="2032793" y="777612"/>
                </a:lnTo>
                <a:lnTo>
                  <a:pt x="2038351" y="747858"/>
                </a:lnTo>
                <a:lnTo>
                  <a:pt x="2041526" y="717707"/>
                </a:lnTo>
                <a:lnTo>
                  <a:pt x="2041526" y="671291"/>
                </a:lnTo>
                <a:lnTo>
                  <a:pt x="2032396" y="609403"/>
                </a:lnTo>
                <a:lnTo>
                  <a:pt x="2013342" y="548705"/>
                </a:lnTo>
                <a:lnTo>
                  <a:pt x="1999846" y="519745"/>
                </a:lnTo>
                <a:lnTo>
                  <a:pt x="1988731" y="497925"/>
                </a:lnTo>
                <a:lnTo>
                  <a:pt x="1962929" y="456667"/>
                </a:lnTo>
                <a:lnTo>
                  <a:pt x="1948241" y="437227"/>
                </a:lnTo>
                <a:lnTo>
                  <a:pt x="1925615" y="417788"/>
                </a:lnTo>
                <a:lnTo>
                  <a:pt x="1877980" y="381687"/>
                </a:lnTo>
                <a:lnTo>
                  <a:pt x="1827963" y="348759"/>
                </a:lnTo>
                <a:lnTo>
                  <a:pt x="1776756" y="319005"/>
                </a:lnTo>
                <a:lnTo>
                  <a:pt x="1750954" y="305120"/>
                </a:lnTo>
                <a:lnTo>
                  <a:pt x="1722373" y="290838"/>
                </a:lnTo>
                <a:lnTo>
                  <a:pt x="1664417" y="263068"/>
                </a:lnTo>
                <a:lnTo>
                  <a:pt x="1575896" y="225777"/>
                </a:lnTo>
                <a:lnTo>
                  <a:pt x="1454824" y="185708"/>
                </a:lnTo>
                <a:lnTo>
                  <a:pt x="1330973" y="154367"/>
                </a:lnTo>
                <a:lnTo>
                  <a:pt x="1205535" y="132548"/>
                </a:lnTo>
                <a:lnTo>
                  <a:pt x="1077715" y="118663"/>
                </a:lnTo>
                <a:close/>
                <a:moveTo>
                  <a:pt x="970360" y="31750"/>
                </a:moveTo>
                <a:lnTo>
                  <a:pt x="905670" y="32146"/>
                </a:lnTo>
                <a:lnTo>
                  <a:pt x="840582" y="35712"/>
                </a:lnTo>
                <a:lnTo>
                  <a:pt x="775891" y="41654"/>
                </a:lnTo>
                <a:lnTo>
                  <a:pt x="711994" y="51559"/>
                </a:lnTo>
                <a:lnTo>
                  <a:pt x="648098" y="64236"/>
                </a:lnTo>
                <a:lnTo>
                  <a:pt x="616744" y="71764"/>
                </a:lnTo>
                <a:lnTo>
                  <a:pt x="574279" y="82856"/>
                </a:lnTo>
                <a:lnTo>
                  <a:pt x="490538" y="110985"/>
                </a:lnTo>
                <a:lnTo>
                  <a:pt x="449263" y="128020"/>
                </a:lnTo>
                <a:lnTo>
                  <a:pt x="508794" y="115739"/>
                </a:lnTo>
                <a:lnTo>
                  <a:pt x="629048" y="96326"/>
                </a:lnTo>
                <a:lnTo>
                  <a:pt x="750491" y="83253"/>
                </a:lnTo>
                <a:lnTo>
                  <a:pt x="872729" y="77310"/>
                </a:lnTo>
                <a:lnTo>
                  <a:pt x="933451" y="76914"/>
                </a:lnTo>
                <a:lnTo>
                  <a:pt x="1003301" y="77706"/>
                </a:lnTo>
                <a:lnTo>
                  <a:pt x="1142207" y="87611"/>
                </a:lnTo>
                <a:lnTo>
                  <a:pt x="1245395" y="101873"/>
                </a:lnTo>
                <a:lnTo>
                  <a:pt x="1314451" y="114154"/>
                </a:lnTo>
                <a:lnTo>
                  <a:pt x="1382317" y="129209"/>
                </a:lnTo>
                <a:lnTo>
                  <a:pt x="1449785" y="146640"/>
                </a:lnTo>
                <a:lnTo>
                  <a:pt x="1483123" y="156148"/>
                </a:lnTo>
                <a:lnTo>
                  <a:pt x="1547417" y="176750"/>
                </a:lnTo>
                <a:lnTo>
                  <a:pt x="1643064" y="213197"/>
                </a:lnTo>
                <a:lnTo>
                  <a:pt x="1705770" y="240533"/>
                </a:lnTo>
                <a:lnTo>
                  <a:pt x="1736726" y="255588"/>
                </a:lnTo>
                <a:lnTo>
                  <a:pt x="1709342" y="238949"/>
                </a:lnTo>
                <a:lnTo>
                  <a:pt x="1653382" y="208047"/>
                </a:lnTo>
                <a:lnTo>
                  <a:pt x="1625601" y="193785"/>
                </a:lnTo>
                <a:lnTo>
                  <a:pt x="1596232" y="179523"/>
                </a:lnTo>
                <a:lnTo>
                  <a:pt x="1537495" y="152583"/>
                </a:lnTo>
                <a:lnTo>
                  <a:pt x="1477567" y="128416"/>
                </a:lnTo>
                <a:lnTo>
                  <a:pt x="1416448" y="107023"/>
                </a:lnTo>
                <a:lnTo>
                  <a:pt x="1354139" y="88007"/>
                </a:lnTo>
                <a:lnTo>
                  <a:pt x="1291432" y="72160"/>
                </a:lnTo>
                <a:lnTo>
                  <a:pt x="1227932" y="58294"/>
                </a:lnTo>
                <a:lnTo>
                  <a:pt x="1163638" y="47597"/>
                </a:lnTo>
                <a:lnTo>
                  <a:pt x="1099345" y="39277"/>
                </a:lnTo>
                <a:lnTo>
                  <a:pt x="1034654" y="34127"/>
                </a:lnTo>
                <a:close/>
                <a:moveTo>
                  <a:pt x="976240" y="0"/>
                </a:moveTo>
                <a:lnTo>
                  <a:pt x="1045347" y="3172"/>
                </a:lnTo>
                <a:lnTo>
                  <a:pt x="1114851" y="8723"/>
                </a:lnTo>
                <a:lnTo>
                  <a:pt x="1183959" y="18238"/>
                </a:lnTo>
                <a:lnTo>
                  <a:pt x="1252669" y="30529"/>
                </a:lnTo>
                <a:lnTo>
                  <a:pt x="1321379" y="45198"/>
                </a:lnTo>
                <a:lnTo>
                  <a:pt x="1389295" y="63833"/>
                </a:lnTo>
                <a:lnTo>
                  <a:pt x="1455622" y="85242"/>
                </a:lnTo>
                <a:lnTo>
                  <a:pt x="1521154" y="109427"/>
                </a:lnTo>
                <a:lnTo>
                  <a:pt x="1585496" y="136784"/>
                </a:lnTo>
                <a:lnTo>
                  <a:pt x="1647851" y="166916"/>
                </a:lnTo>
                <a:lnTo>
                  <a:pt x="1707823" y="200617"/>
                </a:lnTo>
                <a:lnTo>
                  <a:pt x="1766604" y="237093"/>
                </a:lnTo>
                <a:lnTo>
                  <a:pt x="1822605" y="275947"/>
                </a:lnTo>
                <a:lnTo>
                  <a:pt x="1849613" y="296961"/>
                </a:lnTo>
                <a:lnTo>
                  <a:pt x="1875826" y="317974"/>
                </a:lnTo>
                <a:lnTo>
                  <a:pt x="1924280" y="364362"/>
                </a:lnTo>
                <a:lnTo>
                  <a:pt x="1946919" y="388943"/>
                </a:lnTo>
                <a:lnTo>
                  <a:pt x="1957642" y="398458"/>
                </a:lnTo>
                <a:lnTo>
                  <a:pt x="1968366" y="407577"/>
                </a:lnTo>
                <a:lnTo>
                  <a:pt x="1991004" y="428194"/>
                </a:lnTo>
                <a:lnTo>
                  <a:pt x="2032707" y="472203"/>
                </a:lnTo>
                <a:lnTo>
                  <a:pt x="2069247" y="520177"/>
                </a:lnTo>
                <a:lnTo>
                  <a:pt x="2100226" y="572115"/>
                </a:lnTo>
                <a:lnTo>
                  <a:pt x="2124850" y="626432"/>
                </a:lnTo>
                <a:lnTo>
                  <a:pt x="2142325" y="683525"/>
                </a:lnTo>
                <a:lnTo>
                  <a:pt x="2151063" y="742600"/>
                </a:lnTo>
                <a:lnTo>
                  <a:pt x="2151063" y="803261"/>
                </a:lnTo>
                <a:lnTo>
                  <a:pt x="2147091" y="834186"/>
                </a:lnTo>
                <a:lnTo>
                  <a:pt x="2144311" y="848855"/>
                </a:lnTo>
                <a:lnTo>
                  <a:pt x="2136765" y="878195"/>
                </a:lnTo>
                <a:lnTo>
                  <a:pt x="2126439" y="905551"/>
                </a:lnTo>
                <a:lnTo>
                  <a:pt x="2114524" y="931322"/>
                </a:lnTo>
                <a:lnTo>
                  <a:pt x="2092282" y="966609"/>
                </a:lnTo>
                <a:lnTo>
                  <a:pt x="2055743" y="1008239"/>
                </a:lnTo>
                <a:lnTo>
                  <a:pt x="2013246" y="1043921"/>
                </a:lnTo>
                <a:lnTo>
                  <a:pt x="1964791" y="1074054"/>
                </a:lnTo>
                <a:lnTo>
                  <a:pt x="1912762" y="1098239"/>
                </a:lnTo>
                <a:lnTo>
                  <a:pt x="1857556" y="1117666"/>
                </a:lnTo>
                <a:lnTo>
                  <a:pt x="1829754" y="1125596"/>
                </a:lnTo>
                <a:lnTo>
                  <a:pt x="1792817" y="1134318"/>
                </a:lnTo>
                <a:lnTo>
                  <a:pt x="1717753" y="1148988"/>
                </a:lnTo>
                <a:lnTo>
                  <a:pt x="1641894" y="1160882"/>
                </a:lnTo>
                <a:lnTo>
                  <a:pt x="1565240" y="1169208"/>
                </a:lnTo>
                <a:lnTo>
                  <a:pt x="1450061" y="1177930"/>
                </a:lnTo>
                <a:lnTo>
                  <a:pt x="1295960" y="1181895"/>
                </a:lnTo>
                <a:lnTo>
                  <a:pt x="1219704" y="1182688"/>
                </a:lnTo>
                <a:lnTo>
                  <a:pt x="1137093" y="1182688"/>
                </a:lnTo>
                <a:lnTo>
                  <a:pt x="971076" y="1177930"/>
                </a:lnTo>
                <a:lnTo>
                  <a:pt x="723243" y="1163657"/>
                </a:lnTo>
                <a:lnTo>
                  <a:pt x="558021" y="1150177"/>
                </a:lnTo>
                <a:lnTo>
                  <a:pt x="552064" y="1148988"/>
                </a:lnTo>
                <a:lnTo>
                  <a:pt x="546504" y="1141851"/>
                </a:lnTo>
                <a:lnTo>
                  <a:pt x="546504" y="1132732"/>
                </a:lnTo>
                <a:lnTo>
                  <a:pt x="552064" y="1125992"/>
                </a:lnTo>
                <a:lnTo>
                  <a:pt x="558021" y="1125596"/>
                </a:lnTo>
                <a:lnTo>
                  <a:pt x="679555" y="1131146"/>
                </a:lnTo>
                <a:lnTo>
                  <a:pt x="801486" y="1136697"/>
                </a:lnTo>
                <a:lnTo>
                  <a:pt x="774081" y="1130750"/>
                </a:lnTo>
                <a:lnTo>
                  <a:pt x="747471" y="1124010"/>
                </a:lnTo>
                <a:lnTo>
                  <a:pt x="680349" y="1114494"/>
                </a:lnTo>
                <a:lnTo>
                  <a:pt x="614419" y="1102996"/>
                </a:lnTo>
                <a:lnTo>
                  <a:pt x="581057" y="1096256"/>
                </a:lnTo>
                <a:lnTo>
                  <a:pt x="515127" y="1079604"/>
                </a:lnTo>
                <a:lnTo>
                  <a:pt x="450389" y="1060177"/>
                </a:lnTo>
                <a:lnTo>
                  <a:pt x="386445" y="1036388"/>
                </a:lnTo>
                <a:lnTo>
                  <a:pt x="325281" y="1007842"/>
                </a:lnTo>
                <a:lnTo>
                  <a:pt x="266500" y="974935"/>
                </a:lnTo>
                <a:lnTo>
                  <a:pt x="210896" y="936476"/>
                </a:lnTo>
                <a:lnTo>
                  <a:pt x="159265" y="891675"/>
                </a:lnTo>
                <a:lnTo>
                  <a:pt x="135832" y="867093"/>
                </a:lnTo>
                <a:lnTo>
                  <a:pt x="116370" y="844891"/>
                </a:lnTo>
                <a:lnTo>
                  <a:pt x="80625" y="797710"/>
                </a:lnTo>
                <a:lnTo>
                  <a:pt x="50838" y="746564"/>
                </a:lnTo>
                <a:lnTo>
                  <a:pt x="27802" y="693833"/>
                </a:lnTo>
                <a:lnTo>
                  <a:pt x="11121" y="638326"/>
                </a:lnTo>
                <a:lnTo>
                  <a:pt x="1589" y="581234"/>
                </a:lnTo>
                <a:lnTo>
                  <a:pt x="0" y="523348"/>
                </a:lnTo>
                <a:lnTo>
                  <a:pt x="7149" y="464273"/>
                </a:lnTo>
                <a:lnTo>
                  <a:pt x="14298" y="434934"/>
                </a:lnTo>
                <a:lnTo>
                  <a:pt x="22639" y="406388"/>
                </a:lnTo>
                <a:lnTo>
                  <a:pt x="45674" y="355639"/>
                </a:lnTo>
                <a:lnTo>
                  <a:pt x="75065" y="311630"/>
                </a:lnTo>
                <a:lnTo>
                  <a:pt x="110413" y="272776"/>
                </a:lnTo>
                <a:lnTo>
                  <a:pt x="150527" y="239868"/>
                </a:lnTo>
                <a:lnTo>
                  <a:pt x="195407" y="211718"/>
                </a:lnTo>
                <a:lnTo>
                  <a:pt x="243861" y="188723"/>
                </a:lnTo>
                <a:lnTo>
                  <a:pt x="294699" y="168502"/>
                </a:lnTo>
                <a:lnTo>
                  <a:pt x="320912" y="160573"/>
                </a:lnTo>
                <a:lnTo>
                  <a:pt x="348317" y="143524"/>
                </a:lnTo>
                <a:lnTo>
                  <a:pt x="404317" y="112599"/>
                </a:lnTo>
                <a:lnTo>
                  <a:pt x="462701" y="86432"/>
                </a:lnTo>
                <a:lnTo>
                  <a:pt x="523468" y="64229"/>
                </a:lnTo>
                <a:lnTo>
                  <a:pt x="585029" y="45991"/>
                </a:lnTo>
                <a:lnTo>
                  <a:pt x="647781" y="30925"/>
                </a:lnTo>
                <a:lnTo>
                  <a:pt x="711328" y="19427"/>
                </a:lnTo>
                <a:lnTo>
                  <a:pt x="774478" y="10308"/>
                </a:lnTo>
                <a:lnTo>
                  <a:pt x="805854" y="7137"/>
                </a:lnTo>
                <a:lnTo>
                  <a:pt x="839614" y="4361"/>
                </a:lnTo>
                <a:lnTo>
                  <a:pt x="907927" y="396"/>
                </a:lnTo>
                <a:close/>
              </a:path>
            </a:pathLst>
          </a:custGeom>
          <a:solidFill>
            <a:schemeClr val="accent6"/>
          </a:solidFill>
          <a:ln w="9525">
            <a:noFill/>
            <a:round/>
            <a:headEnd/>
            <a:tailEnd/>
          </a:ln>
        </p:spPr>
        <p:txBody>
          <a:bodyPr vert="horz" wrap="square" lIns="91440" tIns="45720" rIns="91440" bIns="45720" numCol="1" anchor="ctr" anchorCtr="0" compatLnSpc="1">
            <a:prstTxWarp prst="textNoShape">
              <a:avLst/>
            </a:prstTxWarp>
            <a:noAutofit/>
          </a:bodyPr>
          <a:lstStyle/>
          <a:p>
            <a:pPr algn="ctr">
              <a:lnSpc>
                <a:spcPts val="3000"/>
              </a:lnSpc>
            </a:pPr>
            <a:endParaRPr lang="en-US" sz="3200" b="1" dirty="0">
              <a:solidFill>
                <a:schemeClr val="accent6">
                  <a:lumMod val="75000"/>
                </a:schemeClr>
              </a:solidFill>
            </a:endParaRPr>
          </a:p>
        </p:txBody>
      </p:sp>
      <p:sp>
        <p:nvSpPr>
          <p:cNvPr id="103" name="Freeform: Shape 20">
            <a:extLst>
              <a:ext uri="{FF2B5EF4-FFF2-40B4-BE49-F238E27FC236}">
                <a16:creationId xmlns:a16="http://schemas.microsoft.com/office/drawing/2014/main" xmlns="" id="{7E606F6F-758D-445D-9C4A-A0CEAB6D7683}"/>
              </a:ext>
            </a:extLst>
          </p:cNvPr>
          <p:cNvSpPr>
            <a:spLocks/>
          </p:cNvSpPr>
          <p:nvPr/>
        </p:nvSpPr>
        <p:spPr bwMode="auto">
          <a:xfrm>
            <a:off x="30752956" y="19391928"/>
            <a:ext cx="12802362" cy="7772531"/>
          </a:xfrm>
          <a:custGeom>
            <a:avLst/>
            <a:gdLst>
              <a:gd name="connsiteX0" fmla="*/ 2044671 w 2151063"/>
              <a:gd name="connsiteY0" fmla="*/ 546100 h 1182688"/>
              <a:gd name="connsiteX1" fmla="*/ 2052215 w 2151063"/>
              <a:gd name="connsiteY1" fmla="*/ 567545 h 1182688"/>
              <a:gd name="connsiteX2" fmla="*/ 2064523 w 2151063"/>
              <a:gd name="connsiteY2" fmla="*/ 611628 h 1182688"/>
              <a:gd name="connsiteX3" fmla="*/ 2072464 w 2151063"/>
              <a:gd name="connsiteY3" fmla="*/ 657298 h 1182688"/>
              <a:gd name="connsiteX4" fmla="*/ 2074847 w 2151063"/>
              <a:gd name="connsiteY4" fmla="*/ 704161 h 1182688"/>
              <a:gd name="connsiteX5" fmla="*/ 2073258 w 2151063"/>
              <a:gd name="connsiteY5" fmla="*/ 728386 h 1182688"/>
              <a:gd name="connsiteX6" fmla="*/ 2070876 w 2151063"/>
              <a:gd name="connsiteY6" fmla="*/ 758171 h 1182688"/>
              <a:gd name="connsiteX7" fmla="*/ 2056979 w 2151063"/>
              <a:gd name="connsiteY7" fmla="*/ 813771 h 1182688"/>
              <a:gd name="connsiteX8" fmla="*/ 2034745 w 2151063"/>
              <a:gd name="connsiteY8" fmla="*/ 864207 h 1182688"/>
              <a:gd name="connsiteX9" fmla="*/ 2004966 w 2151063"/>
              <a:gd name="connsiteY9" fmla="*/ 909481 h 1182688"/>
              <a:gd name="connsiteX10" fmla="*/ 1968438 w 2151063"/>
              <a:gd name="connsiteY10" fmla="*/ 949989 h 1182688"/>
              <a:gd name="connsiteX11" fmla="*/ 1926350 w 2151063"/>
              <a:gd name="connsiteY11" fmla="*/ 985731 h 1182688"/>
              <a:gd name="connsiteX12" fmla="*/ 1879102 w 2151063"/>
              <a:gd name="connsiteY12" fmla="*/ 1015913 h 1182688"/>
              <a:gd name="connsiteX13" fmla="*/ 1827882 w 2151063"/>
              <a:gd name="connsiteY13" fmla="*/ 1041330 h 1182688"/>
              <a:gd name="connsiteX14" fmla="*/ 1801280 w 2151063"/>
              <a:gd name="connsiteY14" fmla="*/ 1052053 h 1182688"/>
              <a:gd name="connsiteX15" fmla="*/ 1767928 w 2151063"/>
              <a:gd name="connsiteY15" fmla="*/ 1064364 h 1182688"/>
              <a:gd name="connsiteX16" fmla="*/ 1699239 w 2151063"/>
              <a:gd name="connsiteY16" fmla="*/ 1085015 h 1182688"/>
              <a:gd name="connsiteX17" fmla="*/ 1629358 w 2151063"/>
              <a:gd name="connsiteY17" fmla="*/ 1102092 h 1182688"/>
              <a:gd name="connsiteX18" fmla="*/ 1557889 w 2151063"/>
              <a:gd name="connsiteY18" fmla="*/ 1114801 h 1182688"/>
              <a:gd name="connsiteX19" fmla="*/ 1449892 w 2151063"/>
              <a:gd name="connsiteY19" fmla="*/ 1129892 h 1182688"/>
              <a:gd name="connsiteX20" fmla="*/ 1304969 w 2151063"/>
              <a:gd name="connsiteY20" fmla="*/ 1141012 h 1182688"/>
              <a:gd name="connsiteX21" fmla="*/ 1234692 w 2151063"/>
              <a:gd name="connsiteY21" fmla="*/ 1144189 h 1182688"/>
              <a:gd name="connsiteX22" fmla="*/ 1219604 w 2151063"/>
              <a:gd name="connsiteY22" fmla="*/ 1144586 h 1182688"/>
              <a:gd name="connsiteX23" fmla="*/ 1204913 w 2151063"/>
              <a:gd name="connsiteY23" fmla="*/ 1145380 h 1182688"/>
              <a:gd name="connsiteX24" fmla="*/ 1205310 w 2151063"/>
              <a:gd name="connsiteY24" fmla="*/ 1146969 h 1182688"/>
              <a:gd name="connsiteX25" fmla="*/ 1205310 w 2151063"/>
              <a:gd name="connsiteY25" fmla="*/ 1147763 h 1182688"/>
              <a:gd name="connsiteX26" fmla="*/ 1259309 w 2151063"/>
              <a:gd name="connsiteY26" fmla="*/ 1147366 h 1182688"/>
              <a:gd name="connsiteX27" fmla="*/ 1367306 w 2151063"/>
              <a:gd name="connsiteY27" fmla="*/ 1143792 h 1182688"/>
              <a:gd name="connsiteX28" fmla="*/ 1420908 w 2151063"/>
              <a:gd name="connsiteY28" fmla="*/ 1140615 h 1182688"/>
              <a:gd name="connsiteX29" fmla="*/ 1484832 w 2151063"/>
              <a:gd name="connsiteY29" fmla="*/ 1137040 h 1182688"/>
              <a:gd name="connsiteX30" fmla="*/ 1616256 w 2151063"/>
              <a:gd name="connsiteY30" fmla="*/ 1127906 h 1182688"/>
              <a:gd name="connsiteX31" fmla="*/ 1715915 w 2151063"/>
              <a:gd name="connsiteY31" fmla="*/ 1114404 h 1182688"/>
              <a:gd name="connsiteX32" fmla="*/ 1781031 w 2151063"/>
              <a:gd name="connsiteY32" fmla="*/ 1101298 h 1182688"/>
              <a:gd name="connsiteX33" fmla="*/ 1844558 w 2151063"/>
              <a:gd name="connsiteY33" fmla="*/ 1084618 h 1182688"/>
              <a:gd name="connsiteX34" fmla="*/ 1905307 w 2151063"/>
              <a:gd name="connsiteY34" fmla="*/ 1062379 h 1182688"/>
              <a:gd name="connsiteX35" fmla="*/ 1934291 w 2151063"/>
              <a:gd name="connsiteY35" fmla="*/ 1048876 h 1182688"/>
              <a:gd name="connsiteX36" fmla="*/ 1948982 w 2151063"/>
              <a:gd name="connsiteY36" fmla="*/ 1041727 h 1182688"/>
              <a:gd name="connsiteX37" fmla="*/ 1975584 w 2151063"/>
              <a:gd name="connsiteY37" fmla="*/ 1025445 h 1182688"/>
              <a:gd name="connsiteX38" fmla="*/ 2000201 w 2151063"/>
              <a:gd name="connsiteY38" fmla="*/ 1007176 h 1182688"/>
              <a:gd name="connsiteX39" fmla="*/ 2022436 w 2151063"/>
              <a:gd name="connsiteY39" fmla="*/ 987717 h 1182688"/>
              <a:gd name="connsiteX40" fmla="*/ 2041892 w 2151063"/>
              <a:gd name="connsiteY40" fmla="*/ 966668 h 1182688"/>
              <a:gd name="connsiteX41" fmla="*/ 2059362 w 2151063"/>
              <a:gd name="connsiteY41" fmla="*/ 943635 h 1182688"/>
              <a:gd name="connsiteX42" fmla="*/ 2074450 w 2151063"/>
              <a:gd name="connsiteY42" fmla="*/ 919409 h 1182688"/>
              <a:gd name="connsiteX43" fmla="*/ 2087155 w 2151063"/>
              <a:gd name="connsiteY43" fmla="*/ 893992 h 1182688"/>
              <a:gd name="connsiteX44" fmla="*/ 2097081 w 2151063"/>
              <a:gd name="connsiteY44" fmla="*/ 867781 h 1182688"/>
              <a:gd name="connsiteX45" fmla="*/ 2105419 w 2151063"/>
              <a:gd name="connsiteY45" fmla="*/ 840379 h 1182688"/>
              <a:gd name="connsiteX46" fmla="*/ 2112566 w 2151063"/>
              <a:gd name="connsiteY46" fmla="*/ 797885 h 1182688"/>
              <a:gd name="connsiteX47" fmla="*/ 2112963 w 2151063"/>
              <a:gd name="connsiteY47" fmla="*/ 739109 h 1182688"/>
              <a:gd name="connsiteX48" fmla="*/ 2103831 w 2151063"/>
              <a:gd name="connsiteY48" fmla="*/ 678744 h 1182688"/>
              <a:gd name="connsiteX49" fmla="*/ 2094699 w 2151063"/>
              <a:gd name="connsiteY49" fmla="*/ 648561 h 1182688"/>
              <a:gd name="connsiteX50" fmla="*/ 2084773 w 2151063"/>
              <a:gd name="connsiteY50" fmla="*/ 621159 h 1182688"/>
              <a:gd name="connsiteX51" fmla="*/ 2059362 w 2151063"/>
              <a:gd name="connsiteY51" fmla="*/ 569928 h 1182688"/>
              <a:gd name="connsiteX52" fmla="*/ 233158 w 2151063"/>
              <a:gd name="connsiteY52" fmla="*/ 230187 h 1182688"/>
              <a:gd name="connsiteX53" fmla="*/ 206541 w 2151063"/>
              <a:gd name="connsiteY53" fmla="*/ 244085 h 1182688"/>
              <a:gd name="connsiteX54" fmla="*/ 158870 w 2151063"/>
              <a:gd name="connsiteY54" fmla="*/ 277836 h 1182688"/>
              <a:gd name="connsiteX55" fmla="*/ 117952 w 2151063"/>
              <a:gd name="connsiteY55" fmla="*/ 317146 h 1182688"/>
              <a:gd name="connsiteX56" fmla="*/ 84980 w 2151063"/>
              <a:gd name="connsiteY56" fmla="*/ 362810 h 1182688"/>
              <a:gd name="connsiteX57" fmla="*/ 59953 w 2151063"/>
              <a:gd name="connsiteY57" fmla="*/ 412444 h 1182688"/>
              <a:gd name="connsiteX58" fmla="*/ 43268 w 2151063"/>
              <a:gd name="connsiteY58" fmla="*/ 466446 h 1182688"/>
              <a:gd name="connsiteX59" fmla="*/ 34925 w 2151063"/>
              <a:gd name="connsiteY59" fmla="*/ 523624 h 1182688"/>
              <a:gd name="connsiteX60" fmla="*/ 36117 w 2151063"/>
              <a:gd name="connsiteY60" fmla="*/ 582788 h 1182688"/>
              <a:gd name="connsiteX61" fmla="*/ 40090 w 2151063"/>
              <a:gd name="connsiteY61" fmla="*/ 613363 h 1182688"/>
              <a:gd name="connsiteX62" fmla="*/ 46446 w 2151063"/>
              <a:gd name="connsiteY62" fmla="*/ 643143 h 1182688"/>
              <a:gd name="connsiteX63" fmla="*/ 65117 w 2151063"/>
              <a:gd name="connsiteY63" fmla="*/ 699528 h 1182688"/>
              <a:gd name="connsiteX64" fmla="*/ 91336 w 2151063"/>
              <a:gd name="connsiteY64" fmla="*/ 753133 h 1182688"/>
              <a:gd name="connsiteX65" fmla="*/ 123514 w 2151063"/>
              <a:gd name="connsiteY65" fmla="*/ 802767 h 1182688"/>
              <a:gd name="connsiteX66" fmla="*/ 162446 w 2151063"/>
              <a:gd name="connsiteY66" fmla="*/ 848430 h 1182688"/>
              <a:gd name="connsiteX67" fmla="*/ 205350 w 2151063"/>
              <a:gd name="connsiteY67" fmla="*/ 889726 h 1182688"/>
              <a:gd name="connsiteX68" fmla="*/ 252226 w 2151063"/>
              <a:gd name="connsiteY68" fmla="*/ 927051 h 1182688"/>
              <a:gd name="connsiteX69" fmla="*/ 302281 w 2151063"/>
              <a:gd name="connsiteY69" fmla="*/ 959611 h 1182688"/>
              <a:gd name="connsiteX70" fmla="*/ 328103 w 2151063"/>
              <a:gd name="connsiteY70" fmla="*/ 973906 h 1182688"/>
              <a:gd name="connsiteX71" fmla="*/ 356308 w 2151063"/>
              <a:gd name="connsiteY71" fmla="*/ 988994 h 1182688"/>
              <a:gd name="connsiteX72" fmla="*/ 414706 w 2151063"/>
              <a:gd name="connsiteY72" fmla="*/ 1014010 h 1182688"/>
              <a:gd name="connsiteX73" fmla="*/ 444500 w 2151063"/>
              <a:gd name="connsiteY73" fmla="*/ 1025525 h 1182688"/>
              <a:gd name="connsiteX74" fmla="*/ 419076 w 2151063"/>
              <a:gd name="connsiteY74" fmla="*/ 1013613 h 1182688"/>
              <a:gd name="connsiteX75" fmla="*/ 371007 w 2151063"/>
              <a:gd name="connsiteY75" fmla="*/ 988597 h 1182688"/>
              <a:gd name="connsiteX76" fmla="*/ 347171 w 2151063"/>
              <a:gd name="connsiteY76" fmla="*/ 973906 h 1182688"/>
              <a:gd name="connsiteX77" fmla="*/ 322541 w 2151063"/>
              <a:gd name="connsiteY77" fmla="*/ 958420 h 1182688"/>
              <a:gd name="connsiteX78" fmla="*/ 274473 w 2151063"/>
              <a:gd name="connsiteY78" fmla="*/ 922683 h 1182688"/>
              <a:gd name="connsiteX79" fmla="*/ 229583 w 2151063"/>
              <a:gd name="connsiteY79" fmla="*/ 882579 h 1182688"/>
              <a:gd name="connsiteX80" fmla="*/ 189459 w 2151063"/>
              <a:gd name="connsiteY80" fmla="*/ 838106 h 1182688"/>
              <a:gd name="connsiteX81" fmla="*/ 154103 w 2151063"/>
              <a:gd name="connsiteY81" fmla="*/ 790458 h 1182688"/>
              <a:gd name="connsiteX82" fmla="*/ 124706 w 2151063"/>
              <a:gd name="connsiteY82" fmla="*/ 738838 h 1182688"/>
              <a:gd name="connsiteX83" fmla="*/ 102062 w 2151063"/>
              <a:gd name="connsiteY83" fmla="*/ 683645 h 1182688"/>
              <a:gd name="connsiteX84" fmla="*/ 86966 w 2151063"/>
              <a:gd name="connsiteY84" fmla="*/ 625672 h 1182688"/>
              <a:gd name="connsiteX85" fmla="*/ 83391 w 2151063"/>
              <a:gd name="connsiteY85" fmla="*/ 595892 h 1182688"/>
              <a:gd name="connsiteX86" fmla="*/ 81405 w 2151063"/>
              <a:gd name="connsiteY86" fmla="*/ 569685 h 1182688"/>
              <a:gd name="connsiteX87" fmla="*/ 83391 w 2151063"/>
              <a:gd name="connsiteY87" fmla="*/ 518462 h 1182688"/>
              <a:gd name="connsiteX88" fmla="*/ 92131 w 2151063"/>
              <a:gd name="connsiteY88" fmla="*/ 468828 h 1182688"/>
              <a:gd name="connsiteX89" fmla="*/ 106829 w 2151063"/>
              <a:gd name="connsiteY89" fmla="*/ 419591 h 1182688"/>
              <a:gd name="connsiteX90" fmla="*/ 127089 w 2151063"/>
              <a:gd name="connsiteY90" fmla="*/ 373531 h 1182688"/>
              <a:gd name="connsiteX91" fmla="*/ 152117 w 2151063"/>
              <a:gd name="connsiteY91" fmla="*/ 329058 h 1182688"/>
              <a:gd name="connsiteX92" fmla="*/ 181911 w 2151063"/>
              <a:gd name="connsiteY92" fmla="*/ 287366 h 1182688"/>
              <a:gd name="connsiteX93" fmla="*/ 215281 w 2151063"/>
              <a:gd name="connsiteY93" fmla="*/ 248452 h 1182688"/>
              <a:gd name="connsiteX94" fmla="*/ 950292 w 2151063"/>
              <a:gd name="connsiteY94" fmla="*/ 112712 h 1182688"/>
              <a:gd name="connsiteX95" fmla="*/ 822075 w 2151063"/>
              <a:gd name="connsiteY95" fmla="*/ 115489 h 1182688"/>
              <a:gd name="connsiteX96" fmla="*/ 758561 w 2151063"/>
              <a:gd name="connsiteY96" fmla="*/ 119456 h 1182688"/>
              <a:gd name="connsiteX97" fmla="*/ 705369 w 2151063"/>
              <a:gd name="connsiteY97" fmla="*/ 124217 h 1182688"/>
              <a:gd name="connsiteX98" fmla="*/ 597397 w 2151063"/>
              <a:gd name="connsiteY98" fmla="*/ 136118 h 1182688"/>
              <a:gd name="connsiteX99" fmla="*/ 488631 w 2151063"/>
              <a:gd name="connsiteY99" fmla="*/ 153574 h 1182688"/>
              <a:gd name="connsiteX100" fmla="*/ 381849 w 2151063"/>
              <a:gd name="connsiteY100" fmla="*/ 178170 h 1182688"/>
              <a:gd name="connsiteX101" fmla="*/ 329848 w 2151063"/>
              <a:gd name="connsiteY101" fmla="*/ 193643 h 1182688"/>
              <a:gd name="connsiteX102" fmla="*/ 309206 w 2151063"/>
              <a:gd name="connsiteY102" fmla="*/ 208321 h 1182688"/>
              <a:gd name="connsiteX103" fmla="*/ 270304 w 2151063"/>
              <a:gd name="connsiteY103" fmla="*/ 239662 h 1182688"/>
              <a:gd name="connsiteX104" fmla="*/ 234181 w 2151063"/>
              <a:gd name="connsiteY104" fmla="*/ 274970 h 1182688"/>
              <a:gd name="connsiteX105" fmla="*/ 201631 w 2151063"/>
              <a:gd name="connsiteY105" fmla="*/ 313848 h 1182688"/>
              <a:gd name="connsiteX106" fmla="*/ 186943 w 2151063"/>
              <a:gd name="connsiteY106" fmla="*/ 334874 h 1182688"/>
              <a:gd name="connsiteX107" fmla="*/ 169080 w 2151063"/>
              <a:gd name="connsiteY107" fmla="*/ 362248 h 1182688"/>
              <a:gd name="connsiteX108" fmla="*/ 142087 w 2151063"/>
              <a:gd name="connsiteY108" fmla="*/ 418185 h 1182688"/>
              <a:gd name="connsiteX109" fmla="*/ 124621 w 2151063"/>
              <a:gd name="connsiteY109" fmla="*/ 475709 h 1182688"/>
              <a:gd name="connsiteX110" fmla="*/ 115888 w 2151063"/>
              <a:gd name="connsiteY110" fmla="*/ 534423 h 1182688"/>
              <a:gd name="connsiteX111" fmla="*/ 115888 w 2151063"/>
              <a:gd name="connsiteY111" fmla="*/ 593534 h 1182688"/>
              <a:gd name="connsiteX112" fmla="*/ 125415 w 2151063"/>
              <a:gd name="connsiteY112" fmla="*/ 652249 h 1182688"/>
              <a:gd name="connsiteX113" fmla="*/ 144469 w 2151063"/>
              <a:gd name="connsiteY113" fmla="*/ 709773 h 1182688"/>
              <a:gd name="connsiteX114" fmla="*/ 172256 w 2151063"/>
              <a:gd name="connsiteY114" fmla="*/ 765313 h 1182688"/>
              <a:gd name="connsiteX115" fmla="*/ 189722 w 2151063"/>
              <a:gd name="connsiteY115" fmla="*/ 792290 h 1182688"/>
              <a:gd name="connsiteX116" fmla="*/ 209570 w 2151063"/>
              <a:gd name="connsiteY116" fmla="*/ 818870 h 1182688"/>
              <a:gd name="connsiteX117" fmla="*/ 252044 w 2151063"/>
              <a:gd name="connsiteY117" fmla="*/ 866080 h 1182688"/>
              <a:gd name="connsiteX118" fmla="*/ 300076 w 2151063"/>
              <a:gd name="connsiteY118" fmla="*/ 908132 h 1182688"/>
              <a:gd name="connsiteX119" fmla="*/ 352077 w 2151063"/>
              <a:gd name="connsiteY119" fmla="*/ 944630 h 1182688"/>
              <a:gd name="connsiteX120" fmla="*/ 407651 w 2151063"/>
              <a:gd name="connsiteY120" fmla="*/ 976764 h 1182688"/>
              <a:gd name="connsiteX121" fmla="*/ 465210 w 2151063"/>
              <a:gd name="connsiteY121" fmla="*/ 1004931 h 1182688"/>
              <a:gd name="connsiteX122" fmla="*/ 524754 w 2151063"/>
              <a:gd name="connsiteY122" fmla="*/ 1029131 h 1182688"/>
              <a:gd name="connsiteX123" fmla="*/ 585488 w 2151063"/>
              <a:gd name="connsiteY123" fmla="*/ 1050157 h 1182688"/>
              <a:gd name="connsiteX124" fmla="*/ 616054 w 2151063"/>
              <a:gd name="connsiteY124" fmla="*/ 1059281 h 1182688"/>
              <a:gd name="connsiteX125" fmla="*/ 666467 w 2151063"/>
              <a:gd name="connsiteY125" fmla="*/ 1074753 h 1182688"/>
              <a:gd name="connsiteX126" fmla="*/ 717675 w 2151063"/>
              <a:gd name="connsiteY126" fmla="*/ 1089432 h 1182688"/>
              <a:gd name="connsiteX127" fmla="*/ 795875 w 2151063"/>
              <a:gd name="connsiteY127" fmla="*/ 1098953 h 1182688"/>
              <a:gd name="connsiteX128" fmla="*/ 873282 w 2151063"/>
              <a:gd name="connsiteY128" fmla="*/ 1105697 h 1182688"/>
              <a:gd name="connsiteX129" fmla="*/ 943940 w 2151063"/>
              <a:gd name="connsiteY129" fmla="*/ 1111251 h 1182688"/>
              <a:gd name="connsiteX130" fmla="*/ 1085654 w 2151063"/>
              <a:gd name="connsiteY130" fmla="*/ 1116012 h 1182688"/>
              <a:gd name="connsiteX131" fmla="*/ 1227765 w 2151063"/>
              <a:gd name="connsiteY131" fmla="*/ 1113632 h 1182688"/>
              <a:gd name="connsiteX132" fmla="*/ 1369081 w 2151063"/>
              <a:gd name="connsiteY132" fmla="*/ 1103714 h 1182688"/>
              <a:gd name="connsiteX133" fmla="*/ 1440136 w 2151063"/>
              <a:gd name="connsiteY133" fmla="*/ 1096176 h 1182688"/>
              <a:gd name="connsiteX134" fmla="*/ 1498886 w 2151063"/>
              <a:gd name="connsiteY134" fmla="*/ 1089432 h 1182688"/>
              <a:gd name="connsiteX135" fmla="*/ 1589392 w 2151063"/>
              <a:gd name="connsiteY135" fmla="*/ 1075944 h 1182688"/>
              <a:gd name="connsiteX136" fmla="*/ 1650127 w 2151063"/>
              <a:gd name="connsiteY136" fmla="*/ 1064439 h 1182688"/>
              <a:gd name="connsiteX137" fmla="*/ 1709670 w 2151063"/>
              <a:gd name="connsiteY137" fmla="*/ 1050554 h 1182688"/>
              <a:gd name="connsiteX138" fmla="*/ 1768420 w 2151063"/>
              <a:gd name="connsiteY138" fmla="*/ 1032701 h 1182688"/>
              <a:gd name="connsiteX139" fmla="*/ 1824391 w 2151063"/>
              <a:gd name="connsiteY139" fmla="*/ 1010088 h 1182688"/>
              <a:gd name="connsiteX140" fmla="*/ 1877980 w 2151063"/>
              <a:gd name="connsiteY140" fmla="*/ 981921 h 1182688"/>
              <a:gd name="connsiteX141" fmla="*/ 1902988 w 2151063"/>
              <a:gd name="connsiteY141" fmla="*/ 965259 h 1182688"/>
              <a:gd name="connsiteX142" fmla="*/ 1916485 w 2151063"/>
              <a:gd name="connsiteY142" fmla="*/ 956135 h 1182688"/>
              <a:gd name="connsiteX143" fmla="*/ 1941890 w 2151063"/>
              <a:gd name="connsiteY143" fmla="*/ 935109 h 1182688"/>
              <a:gd name="connsiteX144" fmla="*/ 1963723 w 2151063"/>
              <a:gd name="connsiteY144" fmla="*/ 912099 h 1182688"/>
              <a:gd name="connsiteX145" fmla="*/ 1982777 w 2151063"/>
              <a:gd name="connsiteY145" fmla="*/ 887899 h 1182688"/>
              <a:gd name="connsiteX146" fmla="*/ 1999449 w 2151063"/>
              <a:gd name="connsiteY146" fmla="*/ 862113 h 1182688"/>
              <a:gd name="connsiteX147" fmla="*/ 2013342 w 2151063"/>
              <a:gd name="connsiteY147" fmla="*/ 834739 h 1182688"/>
              <a:gd name="connsiteX148" fmla="*/ 2024457 w 2151063"/>
              <a:gd name="connsiteY148" fmla="*/ 806572 h 1182688"/>
              <a:gd name="connsiteX149" fmla="*/ 2032793 w 2151063"/>
              <a:gd name="connsiteY149" fmla="*/ 777612 h 1182688"/>
              <a:gd name="connsiteX150" fmla="*/ 2038351 w 2151063"/>
              <a:gd name="connsiteY150" fmla="*/ 747858 h 1182688"/>
              <a:gd name="connsiteX151" fmla="*/ 2041526 w 2151063"/>
              <a:gd name="connsiteY151" fmla="*/ 717707 h 1182688"/>
              <a:gd name="connsiteX152" fmla="*/ 2041526 w 2151063"/>
              <a:gd name="connsiteY152" fmla="*/ 671291 h 1182688"/>
              <a:gd name="connsiteX153" fmla="*/ 2032396 w 2151063"/>
              <a:gd name="connsiteY153" fmla="*/ 609403 h 1182688"/>
              <a:gd name="connsiteX154" fmla="*/ 2013342 w 2151063"/>
              <a:gd name="connsiteY154" fmla="*/ 548705 h 1182688"/>
              <a:gd name="connsiteX155" fmla="*/ 1999846 w 2151063"/>
              <a:gd name="connsiteY155" fmla="*/ 519745 h 1182688"/>
              <a:gd name="connsiteX156" fmla="*/ 1988731 w 2151063"/>
              <a:gd name="connsiteY156" fmla="*/ 497925 h 1182688"/>
              <a:gd name="connsiteX157" fmla="*/ 1962929 w 2151063"/>
              <a:gd name="connsiteY157" fmla="*/ 456667 h 1182688"/>
              <a:gd name="connsiteX158" fmla="*/ 1948241 w 2151063"/>
              <a:gd name="connsiteY158" fmla="*/ 437227 h 1182688"/>
              <a:gd name="connsiteX159" fmla="*/ 1925615 w 2151063"/>
              <a:gd name="connsiteY159" fmla="*/ 417788 h 1182688"/>
              <a:gd name="connsiteX160" fmla="*/ 1877980 w 2151063"/>
              <a:gd name="connsiteY160" fmla="*/ 381687 h 1182688"/>
              <a:gd name="connsiteX161" fmla="*/ 1827963 w 2151063"/>
              <a:gd name="connsiteY161" fmla="*/ 348759 h 1182688"/>
              <a:gd name="connsiteX162" fmla="*/ 1776756 w 2151063"/>
              <a:gd name="connsiteY162" fmla="*/ 319005 h 1182688"/>
              <a:gd name="connsiteX163" fmla="*/ 1750954 w 2151063"/>
              <a:gd name="connsiteY163" fmla="*/ 305120 h 1182688"/>
              <a:gd name="connsiteX164" fmla="*/ 1722373 w 2151063"/>
              <a:gd name="connsiteY164" fmla="*/ 290838 h 1182688"/>
              <a:gd name="connsiteX165" fmla="*/ 1664417 w 2151063"/>
              <a:gd name="connsiteY165" fmla="*/ 263068 h 1182688"/>
              <a:gd name="connsiteX166" fmla="*/ 1575896 w 2151063"/>
              <a:gd name="connsiteY166" fmla="*/ 225777 h 1182688"/>
              <a:gd name="connsiteX167" fmla="*/ 1454824 w 2151063"/>
              <a:gd name="connsiteY167" fmla="*/ 185708 h 1182688"/>
              <a:gd name="connsiteX168" fmla="*/ 1330973 w 2151063"/>
              <a:gd name="connsiteY168" fmla="*/ 154367 h 1182688"/>
              <a:gd name="connsiteX169" fmla="*/ 1205535 w 2151063"/>
              <a:gd name="connsiteY169" fmla="*/ 132548 h 1182688"/>
              <a:gd name="connsiteX170" fmla="*/ 1077715 w 2151063"/>
              <a:gd name="connsiteY170" fmla="*/ 118663 h 1182688"/>
              <a:gd name="connsiteX171" fmla="*/ 970360 w 2151063"/>
              <a:gd name="connsiteY171" fmla="*/ 31750 h 1182688"/>
              <a:gd name="connsiteX172" fmla="*/ 905670 w 2151063"/>
              <a:gd name="connsiteY172" fmla="*/ 32146 h 1182688"/>
              <a:gd name="connsiteX173" fmla="*/ 840582 w 2151063"/>
              <a:gd name="connsiteY173" fmla="*/ 35712 h 1182688"/>
              <a:gd name="connsiteX174" fmla="*/ 775891 w 2151063"/>
              <a:gd name="connsiteY174" fmla="*/ 41654 h 1182688"/>
              <a:gd name="connsiteX175" fmla="*/ 711994 w 2151063"/>
              <a:gd name="connsiteY175" fmla="*/ 51559 h 1182688"/>
              <a:gd name="connsiteX176" fmla="*/ 648098 w 2151063"/>
              <a:gd name="connsiteY176" fmla="*/ 64236 h 1182688"/>
              <a:gd name="connsiteX177" fmla="*/ 616744 w 2151063"/>
              <a:gd name="connsiteY177" fmla="*/ 71764 h 1182688"/>
              <a:gd name="connsiteX178" fmla="*/ 574279 w 2151063"/>
              <a:gd name="connsiteY178" fmla="*/ 82856 h 1182688"/>
              <a:gd name="connsiteX179" fmla="*/ 490538 w 2151063"/>
              <a:gd name="connsiteY179" fmla="*/ 110985 h 1182688"/>
              <a:gd name="connsiteX180" fmla="*/ 449263 w 2151063"/>
              <a:gd name="connsiteY180" fmla="*/ 128020 h 1182688"/>
              <a:gd name="connsiteX181" fmla="*/ 508794 w 2151063"/>
              <a:gd name="connsiteY181" fmla="*/ 115739 h 1182688"/>
              <a:gd name="connsiteX182" fmla="*/ 629048 w 2151063"/>
              <a:gd name="connsiteY182" fmla="*/ 96326 h 1182688"/>
              <a:gd name="connsiteX183" fmla="*/ 750491 w 2151063"/>
              <a:gd name="connsiteY183" fmla="*/ 83253 h 1182688"/>
              <a:gd name="connsiteX184" fmla="*/ 872729 w 2151063"/>
              <a:gd name="connsiteY184" fmla="*/ 77310 h 1182688"/>
              <a:gd name="connsiteX185" fmla="*/ 933451 w 2151063"/>
              <a:gd name="connsiteY185" fmla="*/ 76914 h 1182688"/>
              <a:gd name="connsiteX186" fmla="*/ 1003301 w 2151063"/>
              <a:gd name="connsiteY186" fmla="*/ 77706 h 1182688"/>
              <a:gd name="connsiteX187" fmla="*/ 1142207 w 2151063"/>
              <a:gd name="connsiteY187" fmla="*/ 87611 h 1182688"/>
              <a:gd name="connsiteX188" fmla="*/ 1245395 w 2151063"/>
              <a:gd name="connsiteY188" fmla="*/ 101873 h 1182688"/>
              <a:gd name="connsiteX189" fmla="*/ 1314451 w 2151063"/>
              <a:gd name="connsiteY189" fmla="*/ 114154 h 1182688"/>
              <a:gd name="connsiteX190" fmla="*/ 1382317 w 2151063"/>
              <a:gd name="connsiteY190" fmla="*/ 129209 h 1182688"/>
              <a:gd name="connsiteX191" fmla="*/ 1449785 w 2151063"/>
              <a:gd name="connsiteY191" fmla="*/ 146640 h 1182688"/>
              <a:gd name="connsiteX192" fmla="*/ 1483123 w 2151063"/>
              <a:gd name="connsiteY192" fmla="*/ 156148 h 1182688"/>
              <a:gd name="connsiteX193" fmla="*/ 1547417 w 2151063"/>
              <a:gd name="connsiteY193" fmla="*/ 176750 h 1182688"/>
              <a:gd name="connsiteX194" fmla="*/ 1643064 w 2151063"/>
              <a:gd name="connsiteY194" fmla="*/ 213197 h 1182688"/>
              <a:gd name="connsiteX195" fmla="*/ 1705770 w 2151063"/>
              <a:gd name="connsiteY195" fmla="*/ 240533 h 1182688"/>
              <a:gd name="connsiteX196" fmla="*/ 1736726 w 2151063"/>
              <a:gd name="connsiteY196" fmla="*/ 255588 h 1182688"/>
              <a:gd name="connsiteX197" fmla="*/ 1709342 w 2151063"/>
              <a:gd name="connsiteY197" fmla="*/ 238949 h 1182688"/>
              <a:gd name="connsiteX198" fmla="*/ 1653382 w 2151063"/>
              <a:gd name="connsiteY198" fmla="*/ 208047 h 1182688"/>
              <a:gd name="connsiteX199" fmla="*/ 1625601 w 2151063"/>
              <a:gd name="connsiteY199" fmla="*/ 193785 h 1182688"/>
              <a:gd name="connsiteX200" fmla="*/ 1596232 w 2151063"/>
              <a:gd name="connsiteY200" fmla="*/ 179523 h 1182688"/>
              <a:gd name="connsiteX201" fmla="*/ 1537495 w 2151063"/>
              <a:gd name="connsiteY201" fmla="*/ 152583 h 1182688"/>
              <a:gd name="connsiteX202" fmla="*/ 1477567 w 2151063"/>
              <a:gd name="connsiteY202" fmla="*/ 128416 h 1182688"/>
              <a:gd name="connsiteX203" fmla="*/ 1416448 w 2151063"/>
              <a:gd name="connsiteY203" fmla="*/ 107023 h 1182688"/>
              <a:gd name="connsiteX204" fmla="*/ 1354139 w 2151063"/>
              <a:gd name="connsiteY204" fmla="*/ 88007 h 1182688"/>
              <a:gd name="connsiteX205" fmla="*/ 1291432 w 2151063"/>
              <a:gd name="connsiteY205" fmla="*/ 72160 h 1182688"/>
              <a:gd name="connsiteX206" fmla="*/ 1227932 w 2151063"/>
              <a:gd name="connsiteY206" fmla="*/ 58294 h 1182688"/>
              <a:gd name="connsiteX207" fmla="*/ 1163638 w 2151063"/>
              <a:gd name="connsiteY207" fmla="*/ 47597 h 1182688"/>
              <a:gd name="connsiteX208" fmla="*/ 1099345 w 2151063"/>
              <a:gd name="connsiteY208" fmla="*/ 39277 h 1182688"/>
              <a:gd name="connsiteX209" fmla="*/ 1034654 w 2151063"/>
              <a:gd name="connsiteY209" fmla="*/ 34127 h 1182688"/>
              <a:gd name="connsiteX210" fmla="*/ 976240 w 2151063"/>
              <a:gd name="connsiteY210" fmla="*/ 0 h 1182688"/>
              <a:gd name="connsiteX211" fmla="*/ 1045347 w 2151063"/>
              <a:gd name="connsiteY211" fmla="*/ 3172 h 1182688"/>
              <a:gd name="connsiteX212" fmla="*/ 1114851 w 2151063"/>
              <a:gd name="connsiteY212" fmla="*/ 8723 h 1182688"/>
              <a:gd name="connsiteX213" fmla="*/ 1183959 w 2151063"/>
              <a:gd name="connsiteY213" fmla="*/ 18238 h 1182688"/>
              <a:gd name="connsiteX214" fmla="*/ 1252669 w 2151063"/>
              <a:gd name="connsiteY214" fmla="*/ 30529 h 1182688"/>
              <a:gd name="connsiteX215" fmla="*/ 1321379 w 2151063"/>
              <a:gd name="connsiteY215" fmla="*/ 45198 h 1182688"/>
              <a:gd name="connsiteX216" fmla="*/ 1389295 w 2151063"/>
              <a:gd name="connsiteY216" fmla="*/ 63833 h 1182688"/>
              <a:gd name="connsiteX217" fmla="*/ 1455622 w 2151063"/>
              <a:gd name="connsiteY217" fmla="*/ 85242 h 1182688"/>
              <a:gd name="connsiteX218" fmla="*/ 1521154 w 2151063"/>
              <a:gd name="connsiteY218" fmla="*/ 109427 h 1182688"/>
              <a:gd name="connsiteX219" fmla="*/ 1585496 w 2151063"/>
              <a:gd name="connsiteY219" fmla="*/ 136784 h 1182688"/>
              <a:gd name="connsiteX220" fmla="*/ 1647851 w 2151063"/>
              <a:gd name="connsiteY220" fmla="*/ 166916 h 1182688"/>
              <a:gd name="connsiteX221" fmla="*/ 1707823 w 2151063"/>
              <a:gd name="connsiteY221" fmla="*/ 200617 h 1182688"/>
              <a:gd name="connsiteX222" fmla="*/ 1766604 w 2151063"/>
              <a:gd name="connsiteY222" fmla="*/ 237093 h 1182688"/>
              <a:gd name="connsiteX223" fmla="*/ 1822605 w 2151063"/>
              <a:gd name="connsiteY223" fmla="*/ 275947 h 1182688"/>
              <a:gd name="connsiteX224" fmla="*/ 1849613 w 2151063"/>
              <a:gd name="connsiteY224" fmla="*/ 296961 h 1182688"/>
              <a:gd name="connsiteX225" fmla="*/ 1875826 w 2151063"/>
              <a:gd name="connsiteY225" fmla="*/ 317974 h 1182688"/>
              <a:gd name="connsiteX226" fmla="*/ 1924280 w 2151063"/>
              <a:gd name="connsiteY226" fmla="*/ 364362 h 1182688"/>
              <a:gd name="connsiteX227" fmla="*/ 1946919 w 2151063"/>
              <a:gd name="connsiteY227" fmla="*/ 388943 h 1182688"/>
              <a:gd name="connsiteX228" fmla="*/ 1957642 w 2151063"/>
              <a:gd name="connsiteY228" fmla="*/ 398458 h 1182688"/>
              <a:gd name="connsiteX229" fmla="*/ 1968366 w 2151063"/>
              <a:gd name="connsiteY229" fmla="*/ 407577 h 1182688"/>
              <a:gd name="connsiteX230" fmla="*/ 1991004 w 2151063"/>
              <a:gd name="connsiteY230" fmla="*/ 428194 h 1182688"/>
              <a:gd name="connsiteX231" fmla="*/ 2032707 w 2151063"/>
              <a:gd name="connsiteY231" fmla="*/ 472203 h 1182688"/>
              <a:gd name="connsiteX232" fmla="*/ 2069247 w 2151063"/>
              <a:gd name="connsiteY232" fmla="*/ 520177 h 1182688"/>
              <a:gd name="connsiteX233" fmla="*/ 2100226 w 2151063"/>
              <a:gd name="connsiteY233" fmla="*/ 572115 h 1182688"/>
              <a:gd name="connsiteX234" fmla="*/ 2124850 w 2151063"/>
              <a:gd name="connsiteY234" fmla="*/ 626432 h 1182688"/>
              <a:gd name="connsiteX235" fmla="*/ 2142325 w 2151063"/>
              <a:gd name="connsiteY235" fmla="*/ 683525 h 1182688"/>
              <a:gd name="connsiteX236" fmla="*/ 2151063 w 2151063"/>
              <a:gd name="connsiteY236" fmla="*/ 742600 h 1182688"/>
              <a:gd name="connsiteX237" fmla="*/ 2151063 w 2151063"/>
              <a:gd name="connsiteY237" fmla="*/ 803261 h 1182688"/>
              <a:gd name="connsiteX238" fmla="*/ 2147091 w 2151063"/>
              <a:gd name="connsiteY238" fmla="*/ 834186 h 1182688"/>
              <a:gd name="connsiteX239" fmla="*/ 2144311 w 2151063"/>
              <a:gd name="connsiteY239" fmla="*/ 848855 h 1182688"/>
              <a:gd name="connsiteX240" fmla="*/ 2136765 w 2151063"/>
              <a:gd name="connsiteY240" fmla="*/ 878195 h 1182688"/>
              <a:gd name="connsiteX241" fmla="*/ 2126439 w 2151063"/>
              <a:gd name="connsiteY241" fmla="*/ 905551 h 1182688"/>
              <a:gd name="connsiteX242" fmla="*/ 2114524 w 2151063"/>
              <a:gd name="connsiteY242" fmla="*/ 931322 h 1182688"/>
              <a:gd name="connsiteX243" fmla="*/ 2092282 w 2151063"/>
              <a:gd name="connsiteY243" fmla="*/ 966609 h 1182688"/>
              <a:gd name="connsiteX244" fmla="*/ 2055743 w 2151063"/>
              <a:gd name="connsiteY244" fmla="*/ 1008239 h 1182688"/>
              <a:gd name="connsiteX245" fmla="*/ 2013246 w 2151063"/>
              <a:gd name="connsiteY245" fmla="*/ 1043921 h 1182688"/>
              <a:gd name="connsiteX246" fmla="*/ 1964791 w 2151063"/>
              <a:gd name="connsiteY246" fmla="*/ 1074054 h 1182688"/>
              <a:gd name="connsiteX247" fmla="*/ 1912762 w 2151063"/>
              <a:gd name="connsiteY247" fmla="*/ 1098239 h 1182688"/>
              <a:gd name="connsiteX248" fmla="*/ 1857556 w 2151063"/>
              <a:gd name="connsiteY248" fmla="*/ 1117666 h 1182688"/>
              <a:gd name="connsiteX249" fmla="*/ 1829754 w 2151063"/>
              <a:gd name="connsiteY249" fmla="*/ 1125596 h 1182688"/>
              <a:gd name="connsiteX250" fmla="*/ 1792817 w 2151063"/>
              <a:gd name="connsiteY250" fmla="*/ 1134318 h 1182688"/>
              <a:gd name="connsiteX251" fmla="*/ 1717753 w 2151063"/>
              <a:gd name="connsiteY251" fmla="*/ 1148988 h 1182688"/>
              <a:gd name="connsiteX252" fmla="*/ 1641894 w 2151063"/>
              <a:gd name="connsiteY252" fmla="*/ 1160882 h 1182688"/>
              <a:gd name="connsiteX253" fmla="*/ 1565240 w 2151063"/>
              <a:gd name="connsiteY253" fmla="*/ 1169208 h 1182688"/>
              <a:gd name="connsiteX254" fmla="*/ 1450061 w 2151063"/>
              <a:gd name="connsiteY254" fmla="*/ 1177930 h 1182688"/>
              <a:gd name="connsiteX255" fmla="*/ 1295960 w 2151063"/>
              <a:gd name="connsiteY255" fmla="*/ 1181895 h 1182688"/>
              <a:gd name="connsiteX256" fmla="*/ 1219704 w 2151063"/>
              <a:gd name="connsiteY256" fmla="*/ 1182688 h 1182688"/>
              <a:gd name="connsiteX257" fmla="*/ 1137093 w 2151063"/>
              <a:gd name="connsiteY257" fmla="*/ 1182688 h 1182688"/>
              <a:gd name="connsiteX258" fmla="*/ 971076 w 2151063"/>
              <a:gd name="connsiteY258" fmla="*/ 1177930 h 1182688"/>
              <a:gd name="connsiteX259" fmla="*/ 723243 w 2151063"/>
              <a:gd name="connsiteY259" fmla="*/ 1163657 h 1182688"/>
              <a:gd name="connsiteX260" fmla="*/ 558021 w 2151063"/>
              <a:gd name="connsiteY260" fmla="*/ 1150177 h 1182688"/>
              <a:gd name="connsiteX261" fmla="*/ 552064 w 2151063"/>
              <a:gd name="connsiteY261" fmla="*/ 1148988 h 1182688"/>
              <a:gd name="connsiteX262" fmla="*/ 546504 w 2151063"/>
              <a:gd name="connsiteY262" fmla="*/ 1141851 h 1182688"/>
              <a:gd name="connsiteX263" fmla="*/ 546504 w 2151063"/>
              <a:gd name="connsiteY263" fmla="*/ 1132732 h 1182688"/>
              <a:gd name="connsiteX264" fmla="*/ 552064 w 2151063"/>
              <a:gd name="connsiteY264" fmla="*/ 1125992 h 1182688"/>
              <a:gd name="connsiteX265" fmla="*/ 558021 w 2151063"/>
              <a:gd name="connsiteY265" fmla="*/ 1125596 h 1182688"/>
              <a:gd name="connsiteX266" fmla="*/ 679555 w 2151063"/>
              <a:gd name="connsiteY266" fmla="*/ 1131146 h 1182688"/>
              <a:gd name="connsiteX267" fmla="*/ 801486 w 2151063"/>
              <a:gd name="connsiteY267" fmla="*/ 1136697 h 1182688"/>
              <a:gd name="connsiteX268" fmla="*/ 774081 w 2151063"/>
              <a:gd name="connsiteY268" fmla="*/ 1130750 h 1182688"/>
              <a:gd name="connsiteX269" fmla="*/ 747471 w 2151063"/>
              <a:gd name="connsiteY269" fmla="*/ 1124010 h 1182688"/>
              <a:gd name="connsiteX270" fmla="*/ 680349 w 2151063"/>
              <a:gd name="connsiteY270" fmla="*/ 1114494 h 1182688"/>
              <a:gd name="connsiteX271" fmla="*/ 614419 w 2151063"/>
              <a:gd name="connsiteY271" fmla="*/ 1102996 h 1182688"/>
              <a:gd name="connsiteX272" fmla="*/ 581057 w 2151063"/>
              <a:gd name="connsiteY272" fmla="*/ 1096256 h 1182688"/>
              <a:gd name="connsiteX273" fmla="*/ 515127 w 2151063"/>
              <a:gd name="connsiteY273" fmla="*/ 1079604 h 1182688"/>
              <a:gd name="connsiteX274" fmla="*/ 450389 w 2151063"/>
              <a:gd name="connsiteY274" fmla="*/ 1060177 h 1182688"/>
              <a:gd name="connsiteX275" fmla="*/ 386445 w 2151063"/>
              <a:gd name="connsiteY275" fmla="*/ 1036388 h 1182688"/>
              <a:gd name="connsiteX276" fmla="*/ 325281 w 2151063"/>
              <a:gd name="connsiteY276" fmla="*/ 1007842 h 1182688"/>
              <a:gd name="connsiteX277" fmla="*/ 266500 w 2151063"/>
              <a:gd name="connsiteY277" fmla="*/ 974935 h 1182688"/>
              <a:gd name="connsiteX278" fmla="*/ 210896 w 2151063"/>
              <a:gd name="connsiteY278" fmla="*/ 936476 h 1182688"/>
              <a:gd name="connsiteX279" fmla="*/ 159265 w 2151063"/>
              <a:gd name="connsiteY279" fmla="*/ 891675 h 1182688"/>
              <a:gd name="connsiteX280" fmla="*/ 135832 w 2151063"/>
              <a:gd name="connsiteY280" fmla="*/ 867093 h 1182688"/>
              <a:gd name="connsiteX281" fmla="*/ 116370 w 2151063"/>
              <a:gd name="connsiteY281" fmla="*/ 844891 h 1182688"/>
              <a:gd name="connsiteX282" fmla="*/ 80625 w 2151063"/>
              <a:gd name="connsiteY282" fmla="*/ 797710 h 1182688"/>
              <a:gd name="connsiteX283" fmla="*/ 50838 w 2151063"/>
              <a:gd name="connsiteY283" fmla="*/ 746564 h 1182688"/>
              <a:gd name="connsiteX284" fmla="*/ 27802 w 2151063"/>
              <a:gd name="connsiteY284" fmla="*/ 693833 h 1182688"/>
              <a:gd name="connsiteX285" fmla="*/ 11121 w 2151063"/>
              <a:gd name="connsiteY285" fmla="*/ 638326 h 1182688"/>
              <a:gd name="connsiteX286" fmla="*/ 1589 w 2151063"/>
              <a:gd name="connsiteY286" fmla="*/ 581234 h 1182688"/>
              <a:gd name="connsiteX287" fmla="*/ 0 w 2151063"/>
              <a:gd name="connsiteY287" fmla="*/ 523348 h 1182688"/>
              <a:gd name="connsiteX288" fmla="*/ 7149 w 2151063"/>
              <a:gd name="connsiteY288" fmla="*/ 464273 h 1182688"/>
              <a:gd name="connsiteX289" fmla="*/ 14298 w 2151063"/>
              <a:gd name="connsiteY289" fmla="*/ 434934 h 1182688"/>
              <a:gd name="connsiteX290" fmla="*/ 22639 w 2151063"/>
              <a:gd name="connsiteY290" fmla="*/ 406388 h 1182688"/>
              <a:gd name="connsiteX291" fmla="*/ 45674 w 2151063"/>
              <a:gd name="connsiteY291" fmla="*/ 355639 h 1182688"/>
              <a:gd name="connsiteX292" fmla="*/ 75065 w 2151063"/>
              <a:gd name="connsiteY292" fmla="*/ 311630 h 1182688"/>
              <a:gd name="connsiteX293" fmla="*/ 110413 w 2151063"/>
              <a:gd name="connsiteY293" fmla="*/ 272776 h 1182688"/>
              <a:gd name="connsiteX294" fmla="*/ 150527 w 2151063"/>
              <a:gd name="connsiteY294" fmla="*/ 239868 h 1182688"/>
              <a:gd name="connsiteX295" fmla="*/ 195407 w 2151063"/>
              <a:gd name="connsiteY295" fmla="*/ 211718 h 1182688"/>
              <a:gd name="connsiteX296" fmla="*/ 243861 w 2151063"/>
              <a:gd name="connsiteY296" fmla="*/ 188723 h 1182688"/>
              <a:gd name="connsiteX297" fmla="*/ 294699 w 2151063"/>
              <a:gd name="connsiteY297" fmla="*/ 168502 h 1182688"/>
              <a:gd name="connsiteX298" fmla="*/ 320912 w 2151063"/>
              <a:gd name="connsiteY298" fmla="*/ 160573 h 1182688"/>
              <a:gd name="connsiteX299" fmla="*/ 348317 w 2151063"/>
              <a:gd name="connsiteY299" fmla="*/ 143524 h 1182688"/>
              <a:gd name="connsiteX300" fmla="*/ 404317 w 2151063"/>
              <a:gd name="connsiteY300" fmla="*/ 112599 h 1182688"/>
              <a:gd name="connsiteX301" fmla="*/ 462701 w 2151063"/>
              <a:gd name="connsiteY301" fmla="*/ 86432 h 1182688"/>
              <a:gd name="connsiteX302" fmla="*/ 523468 w 2151063"/>
              <a:gd name="connsiteY302" fmla="*/ 64229 h 1182688"/>
              <a:gd name="connsiteX303" fmla="*/ 585029 w 2151063"/>
              <a:gd name="connsiteY303" fmla="*/ 45991 h 1182688"/>
              <a:gd name="connsiteX304" fmla="*/ 647781 w 2151063"/>
              <a:gd name="connsiteY304" fmla="*/ 30925 h 1182688"/>
              <a:gd name="connsiteX305" fmla="*/ 711328 w 2151063"/>
              <a:gd name="connsiteY305" fmla="*/ 19427 h 1182688"/>
              <a:gd name="connsiteX306" fmla="*/ 774478 w 2151063"/>
              <a:gd name="connsiteY306" fmla="*/ 10308 h 1182688"/>
              <a:gd name="connsiteX307" fmla="*/ 805854 w 2151063"/>
              <a:gd name="connsiteY307" fmla="*/ 7137 h 1182688"/>
              <a:gd name="connsiteX308" fmla="*/ 839614 w 2151063"/>
              <a:gd name="connsiteY308" fmla="*/ 4361 h 1182688"/>
              <a:gd name="connsiteX309" fmla="*/ 907927 w 2151063"/>
              <a:gd name="connsiteY309" fmla="*/ 396 h 1182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2151063" h="1182688">
                <a:moveTo>
                  <a:pt x="2044671" y="546100"/>
                </a:moveTo>
                <a:lnTo>
                  <a:pt x="2052215" y="567545"/>
                </a:lnTo>
                <a:lnTo>
                  <a:pt x="2064523" y="611628"/>
                </a:lnTo>
                <a:lnTo>
                  <a:pt x="2072464" y="657298"/>
                </a:lnTo>
                <a:lnTo>
                  <a:pt x="2074847" y="704161"/>
                </a:lnTo>
                <a:lnTo>
                  <a:pt x="2073258" y="728386"/>
                </a:lnTo>
                <a:lnTo>
                  <a:pt x="2070876" y="758171"/>
                </a:lnTo>
                <a:lnTo>
                  <a:pt x="2056979" y="813771"/>
                </a:lnTo>
                <a:lnTo>
                  <a:pt x="2034745" y="864207"/>
                </a:lnTo>
                <a:lnTo>
                  <a:pt x="2004966" y="909481"/>
                </a:lnTo>
                <a:lnTo>
                  <a:pt x="1968438" y="949989"/>
                </a:lnTo>
                <a:lnTo>
                  <a:pt x="1926350" y="985731"/>
                </a:lnTo>
                <a:lnTo>
                  <a:pt x="1879102" y="1015913"/>
                </a:lnTo>
                <a:lnTo>
                  <a:pt x="1827882" y="1041330"/>
                </a:lnTo>
                <a:lnTo>
                  <a:pt x="1801280" y="1052053"/>
                </a:lnTo>
                <a:lnTo>
                  <a:pt x="1767928" y="1064364"/>
                </a:lnTo>
                <a:lnTo>
                  <a:pt x="1699239" y="1085015"/>
                </a:lnTo>
                <a:lnTo>
                  <a:pt x="1629358" y="1102092"/>
                </a:lnTo>
                <a:lnTo>
                  <a:pt x="1557889" y="1114801"/>
                </a:lnTo>
                <a:lnTo>
                  <a:pt x="1449892" y="1129892"/>
                </a:lnTo>
                <a:lnTo>
                  <a:pt x="1304969" y="1141012"/>
                </a:lnTo>
                <a:lnTo>
                  <a:pt x="1234692" y="1144189"/>
                </a:lnTo>
                <a:lnTo>
                  <a:pt x="1219604" y="1144586"/>
                </a:lnTo>
                <a:lnTo>
                  <a:pt x="1204913" y="1145380"/>
                </a:lnTo>
                <a:lnTo>
                  <a:pt x="1205310" y="1146969"/>
                </a:lnTo>
                <a:lnTo>
                  <a:pt x="1205310" y="1147763"/>
                </a:lnTo>
                <a:lnTo>
                  <a:pt x="1259309" y="1147366"/>
                </a:lnTo>
                <a:lnTo>
                  <a:pt x="1367306" y="1143792"/>
                </a:lnTo>
                <a:lnTo>
                  <a:pt x="1420908" y="1140615"/>
                </a:lnTo>
                <a:lnTo>
                  <a:pt x="1484832" y="1137040"/>
                </a:lnTo>
                <a:lnTo>
                  <a:pt x="1616256" y="1127906"/>
                </a:lnTo>
                <a:lnTo>
                  <a:pt x="1715915" y="1114404"/>
                </a:lnTo>
                <a:lnTo>
                  <a:pt x="1781031" y="1101298"/>
                </a:lnTo>
                <a:lnTo>
                  <a:pt x="1844558" y="1084618"/>
                </a:lnTo>
                <a:lnTo>
                  <a:pt x="1905307" y="1062379"/>
                </a:lnTo>
                <a:lnTo>
                  <a:pt x="1934291" y="1048876"/>
                </a:lnTo>
                <a:lnTo>
                  <a:pt x="1948982" y="1041727"/>
                </a:lnTo>
                <a:lnTo>
                  <a:pt x="1975584" y="1025445"/>
                </a:lnTo>
                <a:lnTo>
                  <a:pt x="2000201" y="1007176"/>
                </a:lnTo>
                <a:lnTo>
                  <a:pt x="2022436" y="987717"/>
                </a:lnTo>
                <a:lnTo>
                  <a:pt x="2041892" y="966668"/>
                </a:lnTo>
                <a:lnTo>
                  <a:pt x="2059362" y="943635"/>
                </a:lnTo>
                <a:lnTo>
                  <a:pt x="2074450" y="919409"/>
                </a:lnTo>
                <a:lnTo>
                  <a:pt x="2087155" y="893992"/>
                </a:lnTo>
                <a:lnTo>
                  <a:pt x="2097081" y="867781"/>
                </a:lnTo>
                <a:lnTo>
                  <a:pt x="2105419" y="840379"/>
                </a:lnTo>
                <a:lnTo>
                  <a:pt x="2112566" y="797885"/>
                </a:lnTo>
                <a:lnTo>
                  <a:pt x="2112963" y="739109"/>
                </a:lnTo>
                <a:lnTo>
                  <a:pt x="2103831" y="678744"/>
                </a:lnTo>
                <a:lnTo>
                  <a:pt x="2094699" y="648561"/>
                </a:lnTo>
                <a:lnTo>
                  <a:pt x="2084773" y="621159"/>
                </a:lnTo>
                <a:lnTo>
                  <a:pt x="2059362" y="569928"/>
                </a:lnTo>
                <a:close/>
                <a:moveTo>
                  <a:pt x="233158" y="230187"/>
                </a:moveTo>
                <a:lnTo>
                  <a:pt x="206541" y="244085"/>
                </a:lnTo>
                <a:lnTo>
                  <a:pt x="158870" y="277836"/>
                </a:lnTo>
                <a:lnTo>
                  <a:pt x="117952" y="317146"/>
                </a:lnTo>
                <a:lnTo>
                  <a:pt x="84980" y="362810"/>
                </a:lnTo>
                <a:lnTo>
                  <a:pt x="59953" y="412444"/>
                </a:lnTo>
                <a:lnTo>
                  <a:pt x="43268" y="466446"/>
                </a:lnTo>
                <a:lnTo>
                  <a:pt x="34925" y="523624"/>
                </a:lnTo>
                <a:lnTo>
                  <a:pt x="36117" y="582788"/>
                </a:lnTo>
                <a:lnTo>
                  <a:pt x="40090" y="613363"/>
                </a:lnTo>
                <a:lnTo>
                  <a:pt x="46446" y="643143"/>
                </a:lnTo>
                <a:lnTo>
                  <a:pt x="65117" y="699528"/>
                </a:lnTo>
                <a:lnTo>
                  <a:pt x="91336" y="753133"/>
                </a:lnTo>
                <a:lnTo>
                  <a:pt x="123514" y="802767"/>
                </a:lnTo>
                <a:lnTo>
                  <a:pt x="162446" y="848430"/>
                </a:lnTo>
                <a:lnTo>
                  <a:pt x="205350" y="889726"/>
                </a:lnTo>
                <a:lnTo>
                  <a:pt x="252226" y="927051"/>
                </a:lnTo>
                <a:lnTo>
                  <a:pt x="302281" y="959611"/>
                </a:lnTo>
                <a:lnTo>
                  <a:pt x="328103" y="973906"/>
                </a:lnTo>
                <a:lnTo>
                  <a:pt x="356308" y="988994"/>
                </a:lnTo>
                <a:lnTo>
                  <a:pt x="414706" y="1014010"/>
                </a:lnTo>
                <a:lnTo>
                  <a:pt x="444500" y="1025525"/>
                </a:lnTo>
                <a:lnTo>
                  <a:pt x="419076" y="1013613"/>
                </a:lnTo>
                <a:lnTo>
                  <a:pt x="371007" y="988597"/>
                </a:lnTo>
                <a:lnTo>
                  <a:pt x="347171" y="973906"/>
                </a:lnTo>
                <a:lnTo>
                  <a:pt x="322541" y="958420"/>
                </a:lnTo>
                <a:lnTo>
                  <a:pt x="274473" y="922683"/>
                </a:lnTo>
                <a:lnTo>
                  <a:pt x="229583" y="882579"/>
                </a:lnTo>
                <a:lnTo>
                  <a:pt x="189459" y="838106"/>
                </a:lnTo>
                <a:lnTo>
                  <a:pt x="154103" y="790458"/>
                </a:lnTo>
                <a:lnTo>
                  <a:pt x="124706" y="738838"/>
                </a:lnTo>
                <a:lnTo>
                  <a:pt x="102062" y="683645"/>
                </a:lnTo>
                <a:lnTo>
                  <a:pt x="86966" y="625672"/>
                </a:lnTo>
                <a:lnTo>
                  <a:pt x="83391" y="595892"/>
                </a:lnTo>
                <a:lnTo>
                  <a:pt x="81405" y="569685"/>
                </a:lnTo>
                <a:lnTo>
                  <a:pt x="83391" y="518462"/>
                </a:lnTo>
                <a:lnTo>
                  <a:pt x="92131" y="468828"/>
                </a:lnTo>
                <a:lnTo>
                  <a:pt x="106829" y="419591"/>
                </a:lnTo>
                <a:lnTo>
                  <a:pt x="127089" y="373531"/>
                </a:lnTo>
                <a:lnTo>
                  <a:pt x="152117" y="329058"/>
                </a:lnTo>
                <a:lnTo>
                  <a:pt x="181911" y="287366"/>
                </a:lnTo>
                <a:lnTo>
                  <a:pt x="215281" y="248452"/>
                </a:lnTo>
                <a:close/>
                <a:moveTo>
                  <a:pt x="950292" y="112712"/>
                </a:moveTo>
                <a:lnTo>
                  <a:pt x="822075" y="115489"/>
                </a:lnTo>
                <a:lnTo>
                  <a:pt x="758561" y="119456"/>
                </a:lnTo>
                <a:lnTo>
                  <a:pt x="705369" y="124217"/>
                </a:lnTo>
                <a:lnTo>
                  <a:pt x="597397" y="136118"/>
                </a:lnTo>
                <a:lnTo>
                  <a:pt x="488631" y="153574"/>
                </a:lnTo>
                <a:lnTo>
                  <a:pt x="381849" y="178170"/>
                </a:lnTo>
                <a:lnTo>
                  <a:pt x="329848" y="193643"/>
                </a:lnTo>
                <a:lnTo>
                  <a:pt x="309206" y="208321"/>
                </a:lnTo>
                <a:lnTo>
                  <a:pt x="270304" y="239662"/>
                </a:lnTo>
                <a:lnTo>
                  <a:pt x="234181" y="274970"/>
                </a:lnTo>
                <a:lnTo>
                  <a:pt x="201631" y="313848"/>
                </a:lnTo>
                <a:lnTo>
                  <a:pt x="186943" y="334874"/>
                </a:lnTo>
                <a:lnTo>
                  <a:pt x="169080" y="362248"/>
                </a:lnTo>
                <a:lnTo>
                  <a:pt x="142087" y="418185"/>
                </a:lnTo>
                <a:lnTo>
                  <a:pt x="124621" y="475709"/>
                </a:lnTo>
                <a:lnTo>
                  <a:pt x="115888" y="534423"/>
                </a:lnTo>
                <a:lnTo>
                  <a:pt x="115888" y="593534"/>
                </a:lnTo>
                <a:lnTo>
                  <a:pt x="125415" y="652249"/>
                </a:lnTo>
                <a:lnTo>
                  <a:pt x="144469" y="709773"/>
                </a:lnTo>
                <a:lnTo>
                  <a:pt x="172256" y="765313"/>
                </a:lnTo>
                <a:lnTo>
                  <a:pt x="189722" y="792290"/>
                </a:lnTo>
                <a:lnTo>
                  <a:pt x="209570" y="818870"/>
                </a:lnTo>
                <a:lnTo>
                  <a:pt x="252044" y="866080"/>
                </a:lnTo>
                <a:lnTo>
                  <a:pt x="300076" y="908132"/>
                </a:lnTo>
                <a:lnTo>
                  <a:pt x="352077" y="944630"/>
                </a:lnTo>
                <a:lnTo>
                  <a:pt x="407651" y="976764"/>
                </a:lnTo>
                <a:lnTo>
                  <a:pt x="465210" y="1004931"/>
                </a:lnTo>
                <a:lnTo>
                  <a:pt x="524754" y="1029131"/>
                </a:lnTo>
                <a:lnTo>
                  <a:pt x="585488" y="1050157"/>
                </a:lnTo>
                <a:lnTo>
                  <a:pt x="616054" y="1059281"/>
                </a:lnTo>
                <a:lnTo>
                  <a:pt x="666467" y="1074753"/>
                </a:lnTo>
                <a:lnTo>
                  <a:pt x="717675" y="1089432"/>
                </a:lnTo>
                <a:lnTo>
                  <a:pt x="795875" y="1098953"/>
                </a:lnTo>
                <a:lnTo>
                  <a:pt x="873282" y="1105697"/>
                </a:lnTo>
                <a:lnTo>
                  <a:pt x="943940" y="1111251"/>
                </a:lnTo>
                <a:lnTo>
                  <a:pt x="1085654" y="1116012"/>
                </a:lnTo>
                <a:lnTo>
                  <a:pt x="1227765" y="1113632"/>
                </a:lnTo>
                <a:lnTo>
                  <a:pt x="1369081" y="1103714"/>
                </a:lnTo>
                <a:lnTo>
                  <a:pt x="1440136" y="1096176"/>
                </a:lnTo>
                <a:lnTo>
                  <a:pt x="1498886" y="1089432"/>
                </a:lnTo>
                <a:lnTo>
                  <a:pt x="1589392" y="1075944"/>
                </a:lnTo>
                <a:lnTo>
                  <a:pt x="1650127" y="1064439"/>
                </a:lnTo>
                <a:lnTo>
                  <a:pt x="1709670" y="1050554"/>
                </a:lnTo>
                <a:lnTo>
                  <a:pt x="1768420" y="1032701"/>
                </a:lnTo>
                <a:lnTo>
                  <a:pt x="1824391" y="1010088"/>
                </a:lnTo>
                <a:lnTo>
                  <a:pt x="1877980" y="981921"/>
                </a:lnTo>
                <a:lnTo>
                  <a:pt x="1902988" y="965259"/>
                </a:lnTo>
                <a:lnTo>
                  <a:pt x="1916485" y="956135"/>
                </a:lnTo>
                <a:lnTo>
                  <a:pt x="1941890" y="935109"/>
                </a:lnTo>
                <a:lnTo>
                  <a:pt x="1963723" y="912099"/>
                </a:lnTo>
                <a:lnTo>
                  <a:pt x="1982777" y="887899"/>
                </a:lnTo>
                <a:lnTo>
                  <a:pt x="1999449" y="862113"/>
                </a:lnTo>
                <a:lnTo>
                  <a:pt x="2013342" y="834739"/>
                </a:lnTo>
                <a:lnTo>
                  <a:pt x="2024457" y="806572"/>
                </a:lnTo>
                <a:lnTo>
                  <a:pt x="2032793" y="777612"/>
                </a:lnTo>
                <a:lnTo>
                  <a:pt x="2038351" y="747858"/>
                </a:lnTo>
                <a:lnTo>
                  <a:pt x="2041526" y="717707"/>
                </a:lnTo>
                <a:lnTo>
                  <a:pt x="2041526" y="671291"/>
                </a:lnTo>
                <a:lnTo>
                  <a:pt x="2032396" y="609403"/>
                </a:lnTo>
                <a:lnTo>
                  <a:pt x="2013342" y="548705"/>
                </a:lnTo>
                <a:lnTo>
                  <a:pt x="1999846" y="519745"/>
                </a:lnTo>
                <a:lnTo>
                  <a:pt x="1988731" y="497925"/>
                </a:lnTo>
                <a:lnTo>
                  <a:pt x="1962929" y="456667"/>
                </a:lnTo>
                <a:lnTo>
                  <a:pt x="1948241" y="437227"/>
                </a:lnTo>
                <a:lnTo>
                  <a:pt x="1925615" y="417788"/>
                </a:lnTo>
                <a:lnTo>
                  <a:pt x="1877980" y="381687"/>
                </a:lnTo>
                <a:lnTo>
                  <a:pt x="1827963" y="348759"/>
                </a:lnTo>
                <a:lnTo>
                  <a:pt x="1776756" y="319005"/>
                </a:lnTo>
                <a:lnTo>
                  <a:pt x="1750954" y="305120"/>
                </a:lnTo>
                <a:lnTo>
                  <a:pt x="1722373" y="290838"/>
                </a:lnTo>
                <a:lnTo>
                  <a:pt x="1664417" y="263068"/>
                </a:lnTo>
                <a:lnTo>
                  <a:pt x="1575896" y="225777"/>
                </a:lnTo>
                <a:lnTo>
                  <a:pt x="1454824" y="185708"/>
                </a:lnTo>
                <a:lnTo>
                  <a:pt x="1330973" y="154367"/>
                </a:lnTo>
                <a:lnTo>
                  <a:pt x="1205535" y="132548"/>
                </a:lnTo>
                <a:lnTo>
                  <a:pt x="1077715" y="118663"/>
                </a:lnTo>
                <a:close/>
                <a:moveTo>
                  <a:pt x="970360" y="31750"/>
                </a:moveTo>
                <a:lnTo>
                  <a:pt x="905670" y="32146"/>
                </a:lnTo>
                <a:lnTo>
                  <a:pt x="840582" y="35712"/>
                </a:lnTo>
                <a:lnTo>
                  <a:pt x="775891" y="41654"/>
                </a:lnTo>
                <a:lnTo>
                  <a:pt x="711994" y="51559"/>
                </a:lnTo>
                <a:lnTo>
                  <a:pt x="648098" y="64236"/>
                </a:lnTo>
                <a:lnTo>
                  <a:pt x="616744" y="71764"/>
                </a:lnTo>
                <a:lnTo>
                  <a:pt x="574279" y="82856"/>
                </a:lnTo>
                <a:lnTo>
                  <a:pt x="490538" y="110985"/>
                </a:lnTo>
                <a:lnTo>
                  <a:pt x="449263" y="128020"/>
                </a:lnTo>
                <a:lnTo>
                  <a:pt x="508794" y="115739"/>
                </a:lnTo>
                <a:lnTo>
                  <a:pt x="629048" y="96326"/>
                </a:lnTo>
                <a:lnTo>
                  <a:pt x="750491" y="83253"/>
                </a:lnTo>
                <a:lnTo>
                  <a:pt x="872729" y="77310"/>
                </a:lnTo>
                <a:lnTo>
                  <a:pt x="933451" y="76914"/>
                </a:lnTo>
                <a:lnTo>
                  <a:pt x="1003301" y="77706"/>
                </a:lnTo>
                <a:lnTo>
                  <a:pt x="1142207" y="87611"/>
                </a:lnTo>
                <a:lnTo>
                  <a:pt x="1245395" y="101873"/>
                </a:lnTo>
                <a:lnTo>
                  <a:pt x="1314451" y="114154"/>
                </a:lnTo>
                <a:lnTo>
                  <a:pt x="1382317" y="129209"/>
                </a:lnTo>
                <a:lnTo>
                  <a:pt x="1449785" y="146640"/>
                </a:lnTo>
                <a:lnTo>
                  <a:pt x="1483123" y="156148"/>
                </a:lnTo>
                <a:lnTo>
                  <a:pt x="1547417" y="176750"/>
                </a:lnTo>
                <a:lnTo>
                  <a:pt x="1643064" y="213197"/>
                </a:lnTo>
                <a:lnTo>
                  <a:pt x="1705770" y="240533"/>
                </a:lnTo>
                <a:lnTo>
                  <a:pt x="1736726" y="255588"/>
                </a:lnTo>
                <a:lnTo>
                  <a:pt x="1709342" y="238949"/>
                </a:lnTo>
                <a:lnTo>
                  <a:pt x="1653382" y="208047"/>
                </a:lnTo>
                <a:lnTo>
                  <a:pt x="1625601" y="193785"/>
                </a:lnTo>
                <a:lnTo>
                  <a:pt x="1596232" y="179523"/>
                </a:lnTo>
                <a:lnTo>
                  <a:pt x="1537495" y="152583"/>
                </a:lnTo>
                <a:lnTo>
                  <a:pt x="1477567" y="128416"/>
                </a:lnTo>
                <a:lnTo>
                  <a:pt x="1416448" y="107023"/>
                </a:lnTo>
                <a:lnTo>
                  <a:pt x="1354139" y="88007"/>
                </a:lnTo>
                <a:lnTo>
                  <a:pt x="1291432" y="72160"/>
                </a:lnTo>
                <a:lnTo>
                  <a:pt x="1227932" y="58294"/>
                </a:lnTo>
                <a:lnTo>
                  <a:pt x="1163638" y="47597"/>
                </a:lnTo>
                <a:lnTo>
                  <a:pt x="1099345" y="39277"/>
                </a:lnTo>
                <a:lnTo>
                  <a:pt x="1034654" y="34127"/>
                </a:lnTo>
                <a:close/>
                <a:moveTo>
                  <a:pt x="976240" y="0"/>
                </a:moveTo>
                <a:lnTo>
                  <a:pt x="1045347" y="3172"/>
                </a:lnTo>
                <a:lnTo>
                  <a:pt x="1114851" y="8723"/>
                </a:lnTo>
                <a:lnTo>
                  <a:pt x="1183959" y="18238"/>
                </a:lnTo>
                <a:lnTo>
                  <a:pt x="1252669" y="30529"/>
                </a:lnTo>
                <a:lnTo>
                  <a:pt x="1321379" y="45198"/>
                </a:lnTo>
                <a:lnTo>
                  <a:pt x="1389295" y="63833"/>
                </a:lnTo>
                <a:lnTo>
                  <a:pt x="1455622" y="85242"/>
                </a:lnTo>
                <a:lnTo>
                  <a:pt x="1521154" y="109427"/>
                </a:lnTo>
                <a:lnTo>
                  <a:pt x="1585496" y="136784"/>
                </a:lnTo>
                <a:lnTo>
                  <a:pt x="1647851" y="166916"/>
                </a:lnTo>
                <a:lnTo>
                  <a:pt x="1707823" y="200617"/>
                </a:lnTo>
                <a:lnTo>
                  <a:pt x="1766604" y="237093"/>
                </a:lnTo>
                <a:lnTo>
                  <a:pt x="1822605" y="275947"/>
                </a:lnTo>
                <a:lnTo>
                  <a:pt x="1849613" y="296961"/>
                </a:lnTo>
                <a:lnTo>
                  <a:pt x="1875826" y="317974"/>
                </a:lnTo>
                <a:lnTo>
                  <a:pt x="1924280" y="364362"/>
                </a:lnTo>
                <a:lnTo>
                  <a:pt x="1946919" y="388943"/>
                </a:lnTo>
                <a:lnTo>
                  <a:pt x="1957642" y="398458"/>
                </a:lnTo>
                <a:lnTo>
                  <a:pt x="1968366" y="407577"/>
                </a:lnTo>
                <a:lnTo>
                  <a:pt x="1991004" y="428194"/>
                </a:lnTo>
                <a:lnTo>
                  <a:pt x="2032707" y="472203"/>
                </a:lnTo>
                <a:lnTo>
                  <a:pt x="2069247" y="520177"/>
                </a:lnTo>
                <a:lnTo>
                  <a:pt x="2100226" y="572115"/>
                </a:lnTo>
                <a:lnTo>
                  <a:pt x="2124850" y="626432"/>
                </a:lnTo>
                <a:lnTo>
                  <a:pt x="2142325" y="683525"/>
                </a:lnTo>
                <a:lnTo>
                  <a:pt x="2151063" y="742600"/>
                </a:lnTo>
                <a:lnTo>
                  <a:pt x="2151063" y="803261"/>
                </a:lnTo>
                <a:lnTo>
                  <a:pt x="2147091" y="834186"/>
                </a:lnTo>
                <a:lnTo>
                  <a:pt x="2144311" y="848855"/>
                </a:lnTo>
                <a:lnTo>
                  <a:pt x="2136765" y="878195"/>
                </a:lnTo>
                <a:lnTo>
                  <a:pt x="2126439" y="905551"/>
                </a:lnTo>
                <a:lnTo>
                  <a:pt x="2114524" y="931322"/>
                </a:lnTo>
                <a:lnTo>
                  <a:pt x="2092282" y="966609"/>
                </a:lnTo>
                <a:lnTo>
                  <a:pt x="2055743" y="1008239"/>
                </a:lnTo>
                <a:lnTo>
                  <a:pt x="2013246" y="1043921"/>
                </a:lnTo>
                <a:lnTo>
                  <a:pt x="1964791" y="1074054"/>
                </a:lnTo>
                <a:lnTo>
                  <a:pt x="1912762" y="1098239"/>
                </a:lnTo>
                <a:lnTo>
                  <a:pt x="1857556" y="1117666"/>
                </a:lnTo>
                <a:lnTo>
                  <a:pt x="1829754" y="1125596"/>
                </a:lnTo>
                <a:lnTo>
                  <a:pt x="1792817" y="1134318"/>
                </a:lnTo>
                <a:lnTo>
                  <a:pt x="1717753" y="1148988"/>
                </a:lnTo>
                <a:lnTo>
                  <a:pt x="1641894" y="1160882"/>
                </a:lnTo>
                <a:lnTo>
                  <a:pt x="1565240" y="1169208"/>
                </a:lnTo>
                <a:lnTo>
                  <a:pt x="1450061" y="1177930"/>
                </a:lnTo>
                <a:lnTo>
                  <a:pt x="1295960" y="1181895"/>
                </a:lnTo>
                <a:lnTo>
                  <a:pt x="1219704" y="1182688"/>
                </a:lnTo>
                <a:lnTo>
                  <a:pt x="1137093" y="1182688"/>
                </a:lnTo>
                <a:lnTo>
                  <a:pt x="971076" y="1177930"/>
                </a:lnTo>
                <a:lnTo>
                  <a:pt x="723243" y="1163657"/>
                </a:lnTo>
                <a:lnTo>
                  <a:pt x="558021" y="1150177"/>
                </a:lnTo>
                <a:lnTo>
                  <a:pt x="552064" y="1148988"/>
                </a:lnTo>
                <a:lnTo>
                  <a:pt x="546504" y="1141851"/>
                </a:lnTo>
                <a:lnTo>
                  <a:pt x="546504" y="1132732"/>
                </a:lnTo>
                <a:lnTo>
                  <a:pt x="552064" y="1125992"/>
                </a:lnTo>
                <a:lnTo>
                  <a:pt x="558021" y="1125596"/>
                </a:lnTo>
                <a:lnTo>
                  <a:pt x="679555" y="1131146"/>
                </a:lnTo>
                <a:lnTo>
                  <a:pt x="801486" y="1136697"/>
                </a:lnTo>
                <a:lnTo>
                  <a:pt x="774081" y="1130750"/>
                </a:lnTo>
                <a:lnTo>
                  <a:pt x="747471" y="1124010"/>
                </a:lnTo>
                <a:lnTo>
                  <a:pt x="680349" y="1114494"/>
                </a:lnTo>
                <a:lnTo>
                  <a:pt x="614419" y="1102996"/>
                </a:lnTo>
                <a:lnTo>
                  <a:pt x="581057" y="1096256"/>
                </a:lnTo>
                <a:lnTo>
                  <a:pt x="515127" y="1079604"/>
                </a:lnTo>
                <a:lnTo>
                  <a:pt x="450389" y="1060177"/>
                </a:lnTo>
                <a:lnTo>
                  <a:pt x="386445" y="1036388"/>
                </a:lnTo>
                <a:lnTo>
                  <a:pt x="325281" y="1007842"/>
                </a:lnTo>
                <a:lnTo>
                  <a:pt x="266500" y="974935"/>
                </a:lnTo>
                <a:lnTo>
                  <a:pt x="210896" y="936476"/>
                </a:lnTo>
                <a:lnTo>
                  <a:pt x="159265" y="891675"/>
                </a:lnTo>
                <a:lnTo>
                  <a:pt x="135832" y="867093"/>
                </a:lnTo>
                <a:lnTo>
                  <a:pt x="116370" y="844891"/>
                </a:lnTo>
                <a:lnTo>
                  <a:pt x="80625" y="797710"/>
                </a:lnTo>
                <a:lnTo>
                  <a:pt x="50838" y="746564"/>
                </a:lnTo>
                <a:lnTo>
                  <a:pt x="27802" y="693833"/>
                </a:lnTo>
                <a:lnTo>
                  <a:pt x="11121" y="638326"/>
                </a:lnTo>
                <a:lnTo>
                  <a:pt x="1589" y="581234"/>
                </a:lnTo>
                <a:lnTo>
                  <a:pt x="0" y="523348"/>
                </a:lnTo>
                <a:lnTo>
                  <a:pt x="7149" y="464273"/>
                </a:lnTo>
                <a:lnTo>
                  <a:pt x="14298" y="434934"/>
                </a:lnTo>
                <a:lnTo>
                  <a:pt x="22639" y="406388"/>
                </a:lnTo>
                <a:lnTo>
                  <a:pt x="45674" y="355639"/>
                </a:lnTo>
                <a:lnTo>
                  <a:pt x="75065" y="311630"/>
                </a:lnTo>
                <a:lnTo>
                  <a:pt x="110413" y="272776"/>
                </a:lnTo>
                <a:lnTo>
                  <a:pt x="150527" y="239868"/>
                </a:lnTo>
                <a:lnTo>
                  <a:pt x="195407" y="211718"/>
                </a:lnTo>
                <a:lnTo>
                  <a:pt x="243861" y="188723"/>
                </a:lnTo>
                <a:lnTo>
                  <a:pt x="294699" y="168502"/>
                </a:lnTo>
                <a:lnTo>
                  <a:pt x="320912" y="160573"/>
                </a:lnTo>
                <a:lnTo>
                  <a:pt x="348317" y="143524"/>
                </a:lnTo>
                <a:lnTo>
                  <a:pt x="404317" y="112599"/>
                </a:lnTo>
                <a:lnTo>
                  <a:pt x="462701" y="86432"/>
                </a:lnTo>
                <a:lnTo>
                  <a:pt x="523468" y="64229"/>
                </a:lnTo>
                <a:lnTo>
                  <a:pt x="585029" y="45991"/>
                </a:lnTo>
                <a:lnTo>
                  <a:pt x="647781" y="30925"/>
                </a:lnTo>
                <a:lnTo>
                  <a:pt x="711328" y="19427"/>
                </a:lnTo>
                <a:lnTo>
                  <a:pt x="774478" y="10308"/>
                </a:lnTo>
                <a:lnTo>
                  <a:pt x="805854" y="7137"/>
                </a:lnTo>
                <a:lnTo>
                  <a:pt x="839614" y="4361"/>
                </a:lnTo>
                <a:lnTo>
                  <a:pt x="907927" y="396"/>
                </a:lnTo>
                <a:close/>
              </a:path>
            </a:pathLst>
          </a:custGeom>
          <a:solidFill>
            <a:schemeClr val="accent1"/>
          </a:solidFill>
          <a:ln w="9525">
            <a:noFill/>
            <a:round/>
            <a:headEnd/>
            <a:tailEnd/>
          </a:ln>
        </p:spPr>
        <p:txBody>
          <a:bodyPr vert="horz" wrap="square" lIns="91440" tIns="45720" rIns="91440" bIns="45720" numCol="1" anchor="ctr" anchorCtr="0" compatLnSpc="1">
            <a:prstTxWarp prst="textNoShape">
              <a:avLst/>
            </a:prstTxWarp>
            <a:noAutofit/>
          </a:bodyPr>
          <a:lstStyle/>
          <a:p>
            <a:pPr algn="ctr">
              <a:lnSpc>
                <a:spcPts val="3000"/>
              </a:lnSpc>
            </a:pPr>
            <a:endParaRPr lang="en-US" sz="3200" b="1" dirty="0">
              <a:solidFill>
                <a:schemeClr val="accent1">
                  <a:lumMod val="75000"/>
                </a:schemeClr>
              </a:solidFill>
            </a:endParaRPr>
          </a:p>
        </p:txBody>
      </p:sp>
      <p:sp>
        <p:nvSpPr>
          <p:cNvPr id="29" name="Прямоугольник 28"/>
          <p:cNvSpPr/>
          <p:nvPr/>
        </p:nvSpPr>
        <p:spPr>
          <a:xfrm>
            <a:off x="32367292" y="7355911"/>
            <a:ext cx="8429973" cy="4401205"/>
          </a:xfrm>
          <a:prstGeom prst="rect">
            <a:avLst/>
          </a:prstGeom>
        </p:spPr>
        <p:txBody>
          <a:bodyPr wrap="square">
            <a:spAutoFit/>
          </a:bodyPr>
          <a:lstStyle/>
          <a:p>
            <a:pPr marL="685800" indent="-685800" algn="just">
              <a:buFont typeface="Wingdings" panose="05000000000000000000" pitchFamily="2" charset="2"/>
              <a:buChar char="ü"/>
            </a:pPr>
            <a:r>
              <a:rPr lang="ru-RU" sz="4000" dirty="0"/>
              <a:t>Университеты улучшили свою инфраструктуру для </a:t>
            </a:r>
            <a:r>
              <a:rPr lang="ru-RU" sz="4000" dirty="0" smtClean="0"/>
              <a:t>сестринских </a:t>
            </a:r>
            <a:r>
              <a:rPr lang="ru-RU" sz="4000" dirty="0"/>
              <a:t>исследований.</a:t>
            </a:r>
          </a:p>
          <a:p>
            <a:pPr marL="685800" indent="-685800" algn="just">
              <a:buFont typeface="Wingdings" panose="05000000000000000000" pitchFamily="2" charset="2"/>
              <a:buChar char="ü"/>
            </a:pPr>
            <a:r>
              <a:rPr lang="ru-RU" sz="4000" dirty="0"/>
              <a:t>Ежегодно выделяются средства на развитие сестринского дела.</a:t>
            </a:r>
          </a:p>
          <a:p>
            <a:pPr marL="685800" indent="-685800" algn="just">
              <a:buFont typeface="Wingdings" panose="05000000000000000000" pitchFamily="2" charset="2"/>
              <a:buChar char="ü"/>
            </a:pPr>
            <a:r>
              <a:rPr lang="ru-RU" sz="4000" dirty="0"/>
              <a:t>Создан Центр </a:t>
            </a:r>
            <a:r>
              <a:rPr lang="ru-RU" sz="4000" dirty="0" smtClean="0"/>
              <a:t>совершенствования сестринского дела</a:t>
            </a:r>
            <a:endParaRPr lang="en-US" sz="4000" dirty="0"/>
          </a:p>
        </p:txBody>
      </p:sp>
      <p:sp>
        <p:nvSpPr>
          <p:cNvPr id="104" name="Text Placeholder 9">
            <a:extLst>
              <a:ext uri="{FF2B5EF4-FFF2-40B4-BE49-F238E27FC236}">
                <a16:creationId xmlns:a16="http://schemas.microsoft.com/office/drawing/2014/main" xmlns="" id="{D765487B-6201-6645-A16D-3E0C337F590E}"/>
              </a:ext>
            </a:extLst>
          </p:cNvPr>
          <p:cNvSpPr>
            <a:spLocks noGrp="1"/>
          </p:cNvSpPr>
          <p:nvPr>
            <p:ph type="body" sz="quarter" idx="26"/>
          </p:nvPr>
        </p:nvSpPr>
        <p:spPr>
          <a:xfrm>
            <a:off x="33775876" y="14511642"/>
            <a:ext cx="7991991" cy="2308302"/>
          </a:xfrm>
          <a:ln>
            <a:noFill/>
          </a:ln>
        </p:spPr>
        <p:txBody>
          <a:bodyPr/>
          <a:lstStyle/>
          <a:p>
            <a:pPr marL="571500" indent="-571500" algn="just">
              <a:buFont typeface="Wingdings" panose="05000000000000000000" pitchFamily="2" charset="2"/>
              <a:buChar char="ü"/>
            </a:pPr>
            <a:r>
              <a:rPr lang="ru-RU" sz="4000" dirty="0"/>
              <a:t>Наиболее </a:t>
            </a:r>
            <a:r>
              <a:rPr lang="ru-RU" sz="4000" dirty="0" smtClean="0"/>
              <a:t>распространенные сестринские </a:t>
            </a:r>
            <a:r>
              <a:rPr lang="ru-RU" sz="4000" dirty="0"/>
              <a:t>базы </a:t>
            </a:r>
            <a:r>
              <a:rPr lang="ru-RU" sz="4000" dirty="0" smtClean="0"/>
              <a:t>данных, </a:t>
            </a:r>
            <a:r>
              <a:rPr lang="ru-RU" sz="4000" dirty="0"/>
              <a:t>такие как CINAHL, недоступны.</a:t>
            </a:r>
          </a:p>
        </p:txBody>
      </p:sp>
      <p:sp>
        <p:nvSpPr>
          <p:cNvPr id="58" name="Text Placeholder 8">
            <a:extLst>
              <a:ext uri="{FF2B5EF4-FFF2-40B4-BE49-F238E27FC236}">
                <a16:creationId xmlns:a16="http://schemas.microsoft.com/office/drawing/2014/main" xmlns="" id="{C386760F-A20B-7F49-9C12-75A6EA2EB5FA}"/>
              </a:ext>
            </a:extLst>
          </p:cNvPr>
          <p:cNvSpPr>
            <a:spLocks noGrp="1"/>
          </p:cNvSpPr>
          <p:nvPr>
            <p:ph type="body" sz="quarter" idx="25"/>
          </p:nvPr>
        </p:nvSpPr>
        <p:spPr>
          <a:xfrm>
            <a:off x="29844452" y="18383760"/>
            <a:ext cx="13475652" cy="1015655"/>
          </a:xfrm>
        </p:spPr>
        <p:txBody>
          <a:bodyPr/>
          <a:lstStyle/>
          <a:p>
            <a:r>
              <a:rPr lang="ru-RU" sz="5400" dirty="0"/>
              <a:t>Рекомендации по дальнейшим действиям:</a:t>
            </a:r>
            <a:endParaRPr lang="en-US" sz="5400" dirty="0"/>
          </a:p>
        </p:txBody>
      </p:sp>
      <p:sp>
        <p:nvSpPr>
          <p:cNvPr id="59" name="Rectangle 5">
            <a:extLst>
              <a:ext uri="{FF2B5EF4-FFF2-40B4-BE49-F238E27FC236}">
                <a16:creationId xmlns:a16="http://schemas.microsoft.com/office/drawing/2014/main" xmlns="" id="{88D57C6D-9B7C-4799-9EEF-AD493DF30EC4}"/>
              </a:ext>
            </a:extLst>
          </p:cNvPr>
          <p:cNvSpPr>
            <a:spLocks noChangeArrowheads="1"/>
          </p:cNvSpPr>
          <p:nvPr/>
        </p:nvSpPr>
        <p:spPr bwMode="auto">
          <a:xfrm>
            <a:off x="16970008" y="27695579"/>
            <a:ext cx="10058400" cy="784225"/>
          </a:xfrm>
          <a:prstGeom prst="rect">
            <a:avLst/>
          </a:prstGeom>
          <a:solidFill>
            <a:schemeClr val="tx2"/>
          </a:solidFill>
          <a:ln>
            <a:noFill/>
          </a:ln>
          <a:effectLst/>
        </p:spPr>
        <p:txBody>
          <a:bodyPr wrap="none" lIns="274320" tIns="68580" rIns="274320" bIns="68580" anchor="ctr"/>
          <a:lstStyle>
            <a:defPPr>
              <a:defRPr kern="1200" smtId="4294967295"/>
            </a:defPPr>
          </a:lstStyle>
          <a:p>
            <a:pPr defTabSz="4703763"/>
            <a:r>
              <a:rPr lang="ru-RU" sz="3600" dirty="0">
                <a:solidFill>
                  <a:schemeClr val="bg1"/>
                </a:solidFill>
              </a:rPr>
              <a:t>Подписывайтесь на нас:</a:t>
            </a:r>
            <a:endParaRPr lang="en-US" sz="3600" dirty="0">
              <a:solidFill>
                <a:schemeClr val="bg1"/>
              </a:solidFill>
            </a:endParaRPr>
          </a:p>
        </p:txBody>
      </p:sp>
      <p:sp>
        <p:nvSpPr>
          <p:cNvPr id="60" name="TextBox 59">
            <a:extLst>
              <a:ext uri="{FF2B5EF4-FFF2-40B4-BE49-F238E27FC236}">
                <a16:creationId xmlns:a16="http://schemas.microsoft.com/office/drawing/2014/main" xmlns="" id="{2C6E9F3E-3183-4639-8BD4-4D30DDD1A58D}"/>
              </a:ext>
            </a:extLst>
          </p:cNvPr>
          <p:cNvSpPr txBox="1"/>
          <p:nvPr/>
        </p:nvSpPr>
        <p:spPr>
          <a:xfrm>
            <a:off x="16986197" y="29028481"/>
            <a:ext cx="9857035" cy="2554545"/>
          </a:xfrm>
          <a:prstGeom prst="rect">
            <a:avLst/>
          </a:prstGeom>
          <a:noFill/>
        </p:spPr>
        <p:txBody>
          <a:bodyPr wrap="square" rtlCol="0">
            <a:spAutoFit/>
          </a:bodyPr>
          <a:lstStyle>
            <a:defPPr>
              <a:defRPr kern="1200" smtId="4294967295"/>
            </a:defPPr>
          </a:lstStyle>
          <a:p>
            <a:r>
              <a:rPr lang="en-US" sz="3200" dirty="0"/>
              <a:t>Project website: </a:t>
            </a:r>
            <a:r>
              <a:rPr lang="en-US" sz="3200" u="sng" dirty="0">
                <a:hlinkClick r:id="rId19"/>
              </a:rPr>
              <a:t>http://proinca-nursing.kz/</a:t>
            </a:r>
            <a:endParaRPr lang="en-US" sz="3200" u="sng" dirty="0"/>
          </a:p>
          <a:p>
            <a:r>
              <a:rPr lang="en-US" sz="3200" dirty="0"/>
              <a:t>CNE</a:t>
            </a:r>
            <a:r>
              <a:rPr lang="en-US" sz="3200" u="sng" dirty="0"/>
              <a:t>: </a:t>
            </a:r>
            <a:r>
              <a:rPr lang="en-US" sz="3200" u="sng" dirty="0">
                <a:hlinkClick r:id="rId20"/>
              </a:rPr>
              <a:t>https://nursekz.com</a:t>
            </a:r>
            <a:r>
              <a:rPr lang="en-US" sz="3200" u="sng" dirty="0"/>
              <a:t> </a:t>
            </a:r>
            <a:endParaRPr lang="ru-RU" sz="3200" dirty="0"/>
          </a:p>
          <a:p>
            <a:r>
              <a:rPr lang="en-US" sz="3200" dirty="0"/>
              <a:t>Twitter: </a:t>
            </a:r>
            <a:r>
              <a:rPr lang="en-US" sz="3200" dirty="0" err="1"/>
              <a:t>ProInCa_Nursing</a:t>
            </a:r>
            <a:endParaRPr lang="ru-RU" sz="3200" dirty="0"/>
          </a:p>
          <a:p>
            <a:r>
              <a:rPr lang="en-US" sz="3200" dirty="0"/>
              <a:t>Facebook: </a:t>
            </a:r>
            <a:r>
              <a:rPr lang="en-US" sz="3200" dirty="0" err="1"/>
              <a:t>Proincanursing</a:t>
            </a:r>
            <a:endParaRPr lang="en-US" sz="3200" dirty="0"/>
          </a:p>
          <a:p>
            <a:r>
              <a:rPr lang="en-US" sz="3200" dirty="0"/>
              <a:t>Instagram: </a:t>
            </a:r>
            <a:r>
              <a:rPr lang="en-US" sz="3200" dirty="0" err="1"/>
              <a:t>Proinca_kz</a:t>
            </a:r>
            <a:endParaRPr lang="ru-RU" sz="3200" dirty="0"/>
          </a:p>
        </p:txBody>
      </p:sp>
      <p:sp>
        <p:nvSpPr>
          <p:cNvPr id="61" name="Rectangle 5">
            <a:extLst>
              <a:ext uri="{FF2B5EF4-FFF2-40B4-BE49-F238E27FC236}">
                <a16:creationId xmlns:a16="http://schemas.microsoft.com/office/drawing/2014/main" xmlns="" id="{88D57C6D-9B7C-4799-9EEF-AD493DF30EC4}"/>
              </a:ext>
            </a:extLst>
          </p:cNvPr>
          <p:cNvSpPr>
            <a:spLocks noChangeArrowheads="1"/>
          </p:cNvSpPr>
          <p:nvPr/>
        </p:nvSpPr>
        <p:spPr bwMode="auto">
          <a:xfrm>
            <a:off x="1864198" y="27780370"/>
            <a:ext cx="10058400" cy="784225"/>
          </a:xfrm>
          <a:prstGeom prst="rect">
            <a:avLst/>
          </a:prstGeom>
          <a:solidFill>
            <a:schemeClr val="tx2"/>
          </a:solidFill>
          <a:ln>
            <a:noFill/>
          </a:ln>
          <a:effectLst/>
        </p:spPr>
        <p:txBody>
          <a:bodyPr wrap="none" lIns="274320" tIns="68580" rIns="274320" bIns="68580" anchor="ctr"/>
          <a:lstStyle>
            <a:defPPr>
              <a:defRPr kern="1200" smtId="4294967295"/>
            </a:defPPr>
          </a:lstStyle>
          <a:p>
            <a:pPr defTabSz="4703763"/>
            <a:r>
              <a:rPr lang="ru-RU" sz="3600" dirty="0">
                <a:solidFill>
                  <a:schemeClr val="bg1"/>
                </a:solidFill>
              </a:rPr>
              <a:t>Дальнейшая информация:</a:t>
            </a:r>
            <a:endParaRPr lang="en-US" sz="3600" dirty="0">
              <a:solidFill>
                <a:schemeClr val="bg1"/>
              </a:solidFill>
            </a:endParaRPr>
          </a:p>
        </p:txBody>
      </p:sp>
      <p:sp>
        <p:nvSpPr>
          <p:cNvPr id="62" name="TextBox 61">
            <a:extLst>
              <a:ext uri="{FF2B5EF4-FFF2-40B4-BE49-F238E27FC236}">
                <a16:creationId xmlns:a16="http://schemas.microsoft.com/office/drawing/2014/main" xmlns="" id="{2C6E9F3E-3183-4639-8BD4-4D30DDD1A58D}"/>
              </a:ext>
            </a:extLst>
          </p:cNvPr>
          <p:cNvSpPr txBox="1"/>
          <p:nvPr/>
        </p:nvSpPr>
        <p:spPr>
          <a:xfrm>
            <a:off x="1864198" y="28929996"/>
            <a:ext cx="9857035" cy="2062103"/>
          </a:xfrm>
          <a:prstGeom prst="rect">
            <a:avLst/>
          </a:prstGeom>
          <a:noFill/>
        </p:spPr>
        <p:txBody>
          <a:bodyPr wrap="square" rtlCol="0">
            <a:spAutoFit/>
          </a:bodyPr>
          <a:lstStyle>
            <a:defPPr>
              <a:defRPr kern="1200" smtId="4294967295"/>
            </a:defPPr>
          </a:lstStyle>
          <a:p>
            <a:pPr>
              <a:tabLst>
                <a:tab pos="635000" algn="l"/>
              </a:tabLst>
            </a:pPr>
            <a:r>
              <a:rPr lang="ru-RU" sz="3200" dirty="0" err="1"/>
              <a:t>Йоханна</a:t>
            </a:r>
            <a:r>
              <a:rPr lang="ru-RU" sz="3200" dirty="0"/>
              <a:t> </a:t>
            </a:r>
            <a:r>
              <a:rPr lang="ru-RU" sz="3200" dirty="0" err="1"/>
              <a:t>Хейккиля</a:t>
            </a:r>
            <a:r>
              <a:rPr lang="ru-RU" sz="3200" dirty="0"/>
              <a:t>, </a:t>
            </a:r>
            <a:r>
              <a:rPr lang="ru-RU" sz="3200" dirty="0" err="1"/>
              <a:t>PhD</a:t>
            </a:r>
            <a:r>
              <a:rPr lang="ru-RU" sz="3200" dirty="0"/>
              <a:t>, старший советник-координатор и научный руководитель CBHE </a:t>
            </a:r>
            <a:r>
              <a:rPr lang="ru-RU" sz="3200" dirty="0" err="1"/>
              <a:t>ProInCa</a:t>
            </a:r>
            <a:r>
              <a:rPr lang="en-US" sz="3200" dirty="0"/>
              <a:t/>
            </a:r>
            <a:br>
              <a:rPr lang="en-US" sz="3200" dirty="0"/>
            </a:br>
            <a:r>
              <a:rPr lang="en-US" sz="3200" dirty="0"/>
              <a:t>Tel. +358 40 8488 623 ; +77079488623</a:t>
            </a:r>
            <a:br>
              <a:rPr lang="en-US" sz="3200" dirty="0"/>
            </a:br>
            <a:r>
              <a:rPr lang="en-US" sz="3200" dirty="0"/>
              <a:t>E-mail: </a:t>
            </a:r>
            <a:r>
              <a:rPr lang="en-US" sz="3200" dirty="0" err="1"/>
              <a:t>johanna.heikkila</a:t>
            </a:r>
            <a:r>
              <a:rPr lang="en-US" sz="3200" dirty="0"/>
              <a:t>(at)jamk.fi</a:t>
            </a:r>
          </a:p>
        </p:txBody>
      </p:sp>
    </p:spTree>
    <p:extLst>
      <p:ext uri="{BB962C8B-B14F-4D97-AF65-F5344CB8AC3E}">
        <p14:creationId xmlns:p14="http://schemas.microsoft.com/office/powerpoint/2010/main" val="269953051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thout guide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1882</TotalTime>
  <Words>341</Words>
  <Application>Microsoft Office PowerPoint</Application>
  <PresentationFormat>Произвольный</PresentationFormat>
  <Paragraphs>39</Paragraphs>
  <Slides>1</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vt:i4>
      </vt:variant>
    </vt:vector>
  </HeadingPairs>
  <TitlesOfParts>
    <vt:vector size="6" baseType="lpstr">
      <vt:lpstr>Arial</vt:lpstr>
      <vt:lpstr>Calibri</vt:lpstr>
      <vt:lpstr>Trebuchet MS</vt:lpstr>
      <vt:lpstr>Wingdings</vt:lpstr>
      <vt:lpstr>Without guides</vt:lpstr>
      <vt:lpstr>Презентация PowerPoint</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Сыздыкова Алма Алибековна</cp:lastModifiedBy>
  <cp:revision>119</cp:revision>
  <dcterms:created xsi:type="dcterms:W3CDTF">2012-02-03T19:11:35Z</dcterms:created>
  <dcterms:modified xsi:type="dcterms:W3CDTF">2020-12-15T08:01:24Z</dcterms:modified>
  <cp:category>Research poster templates</cp:category>
</cp:coreProperties>
</file>