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3" r:id="rId1"/>
  </p:sldMasterIdLst>
  <p:notesMasterIdLst>
    <p:notesMasterId r:id="rId3"/>
  </p:notesMasterIdLst>
  <p:handoutMasterIdLst>
    <p:handoutMasterId r:id="rId4"/>
  </p:handoutMasterIdLst>
  <p:sldIdLst>
    <p:sldId id="258" r:id="rId2"/>
  </p:sldIdLst>
  <p:sldSz cx="43891200" cy="32918400"/>
  <p:notesSz cx="6858000" cy="9144000"/>
  <p:defaultText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976" userDrawn="1">
          <p15:clr>
            <a:srgbClr val="A4A3A4"/>
          </p15:clr>
        </p15:guide>
        <p15:guide id="2" orient="horz" pos="288">
          <p15:clr>
            <a:srgbClr val="A4A3A4"/>
          </p15:clr>
        </p15:guide>
        <p15:guide id="3" orient="horz" pos="19656" userDrawn="1">
          <p15:clr>
            <a:srgbClr val="A4A3A4"/>
          </p15:clr>
        </p15:guide>
        <p15:guide id="4" orient="horz">
          <p15:clr>
            <a:srgbClr val="A4A3A4"/>
          </p15:clr>
        </p15:guide>
        <p15:guide id="5" pos="744" userDrawn="1">
          <p15:clr>
            <a:srgbClr val="A4A3A4"/>
          </p15:clr>
        </p15:guide>
        <p15:guide id="6" pos="270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A.KOTOULAS" initials="AK" lastIdx="2" clrIdx="0"/>
  <p:cmAuthor id="1" name="A.KOTOULAS" initials="HELP" lastIdx="1" clrIdx="1"/>
  <p:cmAuthor id="2" name="A.KOTOULAS" initials="HELP - " lastIdx="1" clrIdx="2"/>
  <p:cmAuthor id="3" name="PosterPresentations.com - 510.649.3001" initials="HELP - "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5FA"/>
    <a:srgbClr val="CDD2DE"/>
    <a:srgbClr val="E3E9E5"/>
    <a:srgbClr val="EAEAEA"/>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66" autoAdjust="0"/>
    <p:restoredTop sz="79073" autoAdjust="0"/>
  </p:normalViewPr>
  <p:slideViewPr>
    <p:cSldViewPr snapToGrid="0" snapToObjects="1" showGuides="1">
      <p:cViewPr varScale="1">
        <p:scale>
          <a:sx n="19" d="100"/>
          <a:sy n="19" d="100"/>
        </p:scale>
        <p:origin x="2646" y="138"/>
      </p:cViewPr>
      <p:guideLst>
        <p:guide orient="horz" pos="2976"/>
        <p:guide orient="horz" pos="288"/>
        <p:guide orient="horz" pos="19656"/>
        <p:guide orient="horz"/>
        <p:guide pos="744"/>
        <p:guide pos="2700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79" d="100"/>
          <a:sy n="79" d="100"/>
        </p:scale>
        <p:origin x="-3768"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158C5BC-9A70-462C-B28D-9600239EAC64}" type="datetimeFigureOut">
              <a:rPr lang="en-US" smtClean="0"/>
              <a:pPr/>
              <a:t>11/30/2020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C131B7-05CA-4AEE-9267-6D0ED4DC84F3}" type="slidenum">
              <a:rPr lang="en-US" smtClean="0"/>
              <a:pPr/>
              <a:t>‹#›</a:t>
            </a:fld>
            <a:endParaRPr lang="en-US"/>
          </a:p>
        </p:txBody>
      </p:sp>
    </p:spTree>
    <p:extLst>
      <p:ext uri="{BB962C8B-B14F-4D97-AF65-F5344CB8AC3E}">
        <p14:creationId xmlns:p14="http://schemas.microsoft.com/office/powerpoint/2010/main" val="397406821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6CC2317-6751-4CD4-9995-8782DD78E936}"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A1A87D-CAF7-4BDC-A0D3-C0DBEDE81619}" type="slidenum">
              <a:rPr lang="en-US" smtClean="0"/>
              <a:pPr/>
              <a:t>‹#›</a:t>
            </a:fld>
            <a:endParaRPr lang="en-US" dirty="0"/>
          </a:p>
        </p:txBody>
      </p:sp>
    </p:spTree>
    <p:extLst>
      <p:ext uri="{BB962C8B-B14F-4D97-AF65-F5344CB8AC3E}">
        <p14:creationId xmlns:p14="http://schemas.microsoft.com/office/powerpoint/2010/main" val="2414637987"/>
      </p:ext>
    </p:extLst>
  </p:cSld>
  <p:clrMap bg1="lt1" tx1="dk1" bg2="lt2" tx2="dk2" accent1="accent1" accent2="accent2" accent3="accent3" accent4="accent4" accent5="accent5" accent6="accent6" hlink="hlink" folHlink="folHlink"/>
  <p:notesStyle>
    <a:lvl1pPr marL="0" algn="l" defTabSz="4388900" rtl="0" eaLnBrk="1" latinLnBrk="0" hangingPunct="1">
      <a:defRPr sz="5800" kern="1200">
        <a:solidFill>
          <a:schemeClr val="tx1"/>
        </a:solidFill>
        <a:latin typeface="+mn-lt"/>
        <a:ea typeface="+mn-ea"/>
        <a:cs typeface="+mn-cs"/>
      </a:defRPr>
    </a:lvl1pPr>
    <a:lvl2pPr marL="2194451" algn="l" defTabSz="4388900" rtl="0" eaLnBrk="1" latinLnBrk="0" hangingPunct="1">
      <a:defRPr sz="5800" kern="1200">
        <a:solidFill>
          <a:schemeClr val="tx1"/>
        </a:solidFill>
        <a:latin typeface="+mn-lt"/>
        <a:ea typeface="+mn-ea"/>
        <a:cs typeface="+mn-cs"/>
      </a:defRPr>
    </a:lvl2pPr>
    <a:lvl3pPr marL="4388900" algn="l" defTabSz="4388900" rtl="0" eaLnBrk="1" latinLnBrk="0" hangingPunct="1">
      <a:defRPr sz="5800" kern="1200">
        <a:solidFill>
          <a:schemeClr val="tx1"/>
        </a:solidFill>
        <a:latin typeface="+mn-lt"/>
        <a:ea typeface="+mn-ea"/>
        <a:cs typeface="+mn-cs"/>
      </a:defRPr>
    </a:lvl3pPr>
    <a:lvl4pPr marL="6583351" algn="l" defTabSz="4388900" rtl="0" eaLnBrk="1" latinLnBrk="0" hangingPunct="1">
      <a:defRPr sz="5800" kern="1200">
        <a:solidFill>
          <a:schemeClr val="tx1"/>
        </a:solidFill>
        <a:latin typeface="+mn-lt"/>
        <a:ea typeface="+mn-ea"/>
        <a:cs typeface="+mn-cs"/>
      </a:defRPr>
    </a:lvl4pPr>
    <a:lvl5pPr marL="8777801" algn="l" defTabSz="4388900" rtl="0" eaLnBrk="1" latinLnBrk="0" hangingPunct="1">
      <a:defRPr sz="5800" kern="1200">
        <a:solidFill>
          <a:schemeClr val="tx1"/>
        </a:solidFill>
        <a:latin typeface="+mn-lt"/>
        <a:ea typeface="+mn-ea"/>
        <a:cs typeface="+mn-cs"/>
      </a:defRPr>
    </a:lvl5pPr>
    <a:lvl6pPr marL="10972252" algn="l" defTabSz="4388900" rtl="0" eaLnBrk="1" latinLnBrk="0" hangingPunct="1">
      <a:defRPr sz="5800" kern="1200">
        <a:solidFill>
          <a:schemeClr val="tx1"/>
        </a:solidFill>
        <a:latin typeface="+mn-lt"/>
        <a:ea typeface="+mn-ea"/>
        <a:cs typeface="+mn-cs"/>
      </a:defRPr>
    </a:lvl6pPr>
    <a:lvl7pPr marL="13166703" algn="l" defTabSz="4388900" rtl="0" eaLnBrk="1" latinLnBrk="0" hangingPunct="1">
      <a:defRPr sz="5800" kern="1200">
        <a:solidFill>
          <a:schemeClr val="tx1"/>
        </a:solidFill>
        <a:latin typeface="+mn-lt"/>
        <a:ea typeface="+mn-ea"/>
        <a:cs typeface="+mn-cs"/>
      </a:defRPr>
    </a:lvl7pPr>
    <a:lvl8pPr marL="15361152" algn="l" defTabSz="4388900" rtl="0" eaLnBrk="1" latinLnBrk="0" hangingPunct="1">
      <a:defRPr sz="5800" kern="1200">
        <a:solidFill>
          <a:schemeClr val="tx1"/>
        </a:solidFill>
        <a:latin typeface="+mn-lt"/>
        <a:ea typeface="+mn-ea"/>
        <a:cs typeface="+mn-cs"/>
      </a:defRPr>
    </a:lvl8pPr>
    <a:lvl9pPr marL="17555603" algn="l" defTabSz="4388900" rtl="0" eaLnBrk="1" latinLnBrk="0" hangingPunct="1">
      <a:defRPr sz="58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0" indent="0" algn="l" rtl="0">
              <a:buFont typeface="Arial" panose="020B0604020202020204" pitchFamily="34" charset="0"/>
              <a:buNone/>
            </a:pPr>
            <a:r>
              <a:rPr lang="en-US" b="1" dirty="0"/>
              <a:t>Прочти меня:</a:t>
            </a:r>
          </a:p>
          <a:p>
            <a:pPr marL="0" indent="0" algn="l" rtl="0">
              <a:buFont typeface="Arial" panose="020B0604020202020204" pitchFamily="34" charset="0"/>
              <a:buNone/>
            </a:pPr>
            <a:endParaRPr lang="en-US" b="1" dirty="0"/>
          </a:p>
          <a:p>
            <a:pPr marL="0" indent="0" algn="l" rtl="0">
              <a:buFont typeface="Arial" panose="020B0604020202020204" pitchFamily="34" charset="0"/>
              <a:buNone/>
            </a:pPr>
            <a:r>
              <a:rPr lang="en-US" dirty="0"/>
              <a:t>* </a:t>
            </a:r>
            <a:r>
              <a:rPr lang="ru-RU" dirty="0"/>
              <a:t>Используйте </a:t>
            </a:r>
            <a:r>
              <a:rPr lang="en-US" dirty="0" err="1"/>
              <a:t>этот</a:t>
            </a:r>
            <a:r>
              <a:rPr lang="en-US" dirty="0"/>
              <a:t> шаблон соответствующим образом. </a:t>
            </a:r>
            <a:endParaRPr lang="ru-RU" dirty="0"/>
          </a:p>
          <a:p>
            <a:pPr marL="0" indent="0" algn="l" rtl="0">
              <a:buFont typeface="Arial" panose="020B0604020202020204" pitchFamily="34" charset="0"/>
              <a:buNone/>
            </a:pPr>
            <a:endParaRPr lang="ru-RU" dirty="0"/>
          </a:p>
          <a:p>
            <a:pPr marL="0" indent="0" algn="l" rtl="0">
              <a:buFont typeface="Arial" panose="020B0604020202020204" pitchFamily="34" charset="0"/>
              <a:buNone/>
            </a:pPr>
            <a:r>
              <a:rPr lang="en-US" dirty="0"/>
              <a:t>* </a:t>
            </a:r>
            <a:r>
              <a:rPr lang="en-US" dirty="0" err="1"/>
              <a:t>Заголовки</a:t>
            </a:r>
            <a:r>
              <a:rPr lang="en-US" dirty="0"/>
              <a:t> могут меняться в зависимости от типа вашего исследования. Пожалуйста, сохраните тип шрифта и размер шрифта, так как это повлияет на его внешний вид в Zoom. (</a:t>
            </a:r>
            <a:r>
              <a:rPr lang="ru-RU" b="1" dirty="0"/>
              <a:t>З</a:t>
            </a:r>
            <a:r>
              <a:rPr lang="en-US" b="1" dirty="0" err="1"/>
              <a:t>аглавие</a:t>
            </a:r>
            <a:r>
              <a:rPr lang="en-US" dirty="0"/>
              <a:t>, Calibri, жирный, 80; </a:t>
            </a:r>
            <a:r>
              <a:rPr lang="en-US" b="1" dirty="0"/>
              <a:t>Автор</a:t>
            </a:r>
            <a:r>
              <a:rPr lang="en-US" dirty="0"/>
              <a:t>, Calibri, 66; </a:t>
            </a:r>
            <a:r>
              <a:rPr lang="ru-RU" b="1" dirty="0"/>
              <a:t>Место работы</a:t>
            </a:r>
            <a:r>
              <a:rPr lang="en-US" dirty="0"/>
              <a:t>, Calibri, 44; </a:t>
            </a:r>
            <a:r>
              <a:rPr lang="en-US" b="1" dirty="0"/>
              <a:t>Подзаголовок</a:t>
            </a:r>
            <a:r>
              <a:rPr lang="en-US" dirty="0"/>
              <a:t>, Calibri, все заглавные, жирный, подчеркивание, 60; </a:t>
            </a:r>
            <a:r>
              <a:rPr lang="en-US" b="1" dirty="0"/>
              <a:t>Текст</a:t>
            </a:r>
            <a:r>
              <a:rPr lang="en-US" dirty="0"/>
              <a:t>, Calibri, 54; </a:t>
            </a:r>
            <a:r>
              <a:rPr lang="en-US" b="1" dirty="0"/>
              <a:t>Контакты</a:t>
            </a:r>
            <a:r>
              <a:rPr lang="en-US" dirty="0"/>
              <a:t>, Calibri, подчеркивание, 40, текст Calibri, 40) </a:t>
            </a:r>
            <a:endParaRPr lang="ru-RU" dirty="0"/>
          </a:p>
          <a:p>
            <a:pPr marL="0" indent="0" algn="l" rtl="0">
              <a:buFont typeface="Arial" panose="020B0604020202020204" pitchFamily="34" charset="0"/>
              <a:buNone/>
            </a:pPr>
            <a:endParaRPr lang="en-US" dirty="0"/>
          </a:p>
          <a:p>
            <a:pPr algn="l" rtl="0"/>
            <a:r>
              <a:rPr lang="en-US" dirty="0"/>
              <a:t>* Рекомендуется во время </a:t>
            </a:r>
            <a:r>
              <a:rPr lang="en-US" dirty="0" err="1"/>
              <a:t>презентации</a:t>
            </a:r>
            <a:r>
              <a:rPr lang="en-US" dirty="0"/>
              <a:t> </a:t>
            </a:r>
            <a:r>
              <a:rPr lang="ru-RU" dirty="0"/>
              <a:t>показать </a:t>
            </a:r>
            <a:r>
              <a:rPr lang="en-US" dirty="0" err="1"/>
              <a:t>ваш</a:t>
            </a:r>
            <a:r>
              <a:rPr lang="en-US" dirty="0"/>
              <a:t> </a:t>
            </a:r>
            <a:r>
              <a:rPr lang="en-US" b="1" dirty="0"/>
              <a:t>п</a:t>
            </a:r>
            <a:r>
              <a:rPr lang="ru-RU" b="1" dirty="0"/>
              <a:t>остер</a:t>
            </a:r>
            <a:r>
              <a:rPr lang="en-US" b="1" dirty="0"/>
              <a:t> и </a:t>
            </a:r>
            <a:r>
              <a:rPr lang="en-US" dirty="0"/>
              <a:t> </a:t>
            </a:r>
            <a:r>
              <a:rPr lang="en-US" b="1" dirty="0"/>
              <a:t>Zoom</a:t>
            </a:r>
            <a:r>
              <a:rPr lang="en-US" b="1" baseline="0" dirty="0"/>
              <a:t> </a:t>
            </a:r>
            <a:r>
              <a:rPr lang="ru-RU" b="0" baseline="0" dirty="0"/>
              <a:t>в</a:t>
            </a:r>
            <a:r>
              <a:rPr lang="en-US" dirty="0"/>
              <a:t> </a:t>
            </a:r>
            <a:r>
              <a:rPr lang="en-US" b="1" dirty="0"/>
              <a:t>ПОЛНОЭКРАНН</a:t>
            </a:r>
            <a:r>
              <a:rPr lang="ru-RU" b="1" dirty="0"/>
              <a:t>ОМ </a:t>
            </a:r>
            <a:r>
              <a:rPr lang="ru-RU" b="0" dirty="0"/>
              <a:t>режиме</a:t>
            </a:r>
            <a:r>
              <a:rPr lang="en-US" b="0" dirty="0"/>
              <a:t>. </a:t>
            </a:r>
          </a:p>
        </p:txBody>
      </p:sp>
      <p:sp>
        <p:nvSpPr>
          <p:cNvPr id="4" name="Slide Number Placeholder 3"/>
          <p:cNvSpPr>
            <a:spLocks noGrp="1"/>
          </p:cNvSpPr>
          <p:nvPr>
            <p:ph type="sldNum" sz="quarter" idx="5"/>
          </p:nvPr>
        </p:nvSpPr>
        <p:spPr/>
        <p:txBody>
          <a:bodyPr/>
          <a:lstStyle/>
          <a:p>
            <a:fld id="{26A1A87D-CAF7-4BDC-A0D3-C0DBEDE81619}" type="slidenum">
              <a:rPr lang="en-US" smtClean="0"/>
              <a:pPr algn="l" rtl="0"/>
              <a:t>1</a:t>
            </a:fld>
            <a:endParaRPr lang="en-US" dirty="0"/>
          </a:p>
        </p:txBody>
      </p:sp>
    </p:spTree>
    <p:extLst>
      <p:ext uri="{BB962C8B-B14F-4D97-AF65-F5344CB8AC3E}">
        <p14:creationId xmlns:p14="http://schemas.microsoft.com/office/powerpoint/2010/main" val="1006920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36x48 template">
    <p:spTree>
      <p:nvGrpSpPr>
        <p:cNvPr id="1" name=""/>
        <p:cNvGrpSpPr/>
        <p:nvPr/>
      </p:nvGrpSpPr>
      <p:grpSpPr>
        <a:xfrm>
          <a:off x="0" y="0"/>
          <a:ext cx="0" cy="0"/>
          <a:chOff x="0" y="0"/>
          <a:chExt cx="0" cy="0"/>
        </a:xfrm>
      </p:grpSpPr>
      <p:sp>
        <p:nvSpPr>
          <p:cNvPr id="4" name="Text Placeholder 3"/>
          <p:cNvSpPr>
            <a:spLocks noGrp="1"/>
          </p:cNvSpPr>
          <p:nvPr>
            <p:ph type="body" sz="quarter" idx="10" hasCustomPrompt="1"/>
          </p:nvPr>
        </p:nvSpPr>
        <p:spPr>
          <a:xfrm>
            <a:off x="1148074" y="5966815"/>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 name="Text Placeholder 5"/>
          <p:cNvSpPr>
            <a:spLocks noGrp="1"/>
          </p:cNvSpPr>
          <p:nvPr>
            <p:ph type="body" sz="quarter" idx="11" hasCustomPrompt="1"/>
          </p:nvPr>
        </p:nvSpPr>
        <p:spPr>
          <a:xfrm>
            <a:off x="1148074" y="5109837"/>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INTRODUCTION or ABSTRACT</a:t>
            </a:r>
          </a:p>
        </p:txBody>
      </p:sp>
      <p:sp>
        <p:nvSpPr>
          <p:cNvPr id="20" name="Text Placeholder 5"/>
          <p:cNvSpPr>
            <a:spLocks noGrp="1"/>
          </p:cNvSpPr>
          <p:nvPr>
            <p:ph type="body" sz="quarter" idx="20" hasCustomPrompt="1"/>
          </p:nvPr>
        </p:nvSpPr>
        <p:spPr>
          <a:xfrm>
            <a:off x="1090242" y="14181956"/>
            <a:ext cx="10050462"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OBJECTIVES</a:t>
            </a:r>
          </a:p>
        </p:txBody>
      </p:sp>
      <p:sp>
        <p:nvSpPr>
          <p:cNvPr id="21" name="Text Placeholder 3"/>
          <p:cNvSpPr>
            <a:spLocks noGrp="1"/>
          </p:cNvSpPr>
          <p:nvPr>
            <p:ph type="body" sz="quarter" idx="21" hasCustomPrompt="1"/>
          </p:nvPr>
        </p:nvSpPr>
        <p:spPr>
          <a:xfrm>
            <a:off x="11681570"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2" name="Text Placeholder 5"/>
          <p:cNvSpPr>
            <a:spLocks noGrp="1"/>
          </p:cNvSpPr>
          <p:nvPr>
            <p:ph type="body" sz="quarter" idx="22" hasCustomPrompt="1"/>
          </p:nvPr>
        </p:nvSpPr>
        <p:spPr>
          <a:xfrm>
            <a:off x="11681569" y="5146225"/>
            <a:ext cx="10048875"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MATERIALS &amp; METHODS</a:t>
            </a:r>
          </a:p>
        </p:txBody>
      </p:sp>
      <p:sp>
        <p:nvSpPr>
          <p:cNvPr id="23" name="Text Placeholder 3"/>
          <p:cNvSpPr>
            <a:spLocks noGrp="1"/>
          </p:cNvSpPr>
          <p:nvPr>
            <p:ph type="body" sz="quarter" idx="23" hasCustomPrompt="1"/>
          </p:nvPr>
        </p:nvSpPr>
        <p:spPr>
          <a:xfrm>
            <a:off x="22207127" y="5939569"/>
            <a:ext cx="10048874"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4" name="Text Placeholder 5"/>
          <p:cNvSpPr>
            <a:spLocks noGrp="1"/>
          </p:cNvSpPr>
          <p:nvPr>
            <p:ph type="body" sz="quarter" idx="24" hasCustomPrompt="1"/>
          </p:nvPr>
        </p:nvSpPr>
        <p:spPr>
          <a:xfrm>
            <a:off x="22215064" y="5146225"/>
            <a:ext cx="10058400" cy="754045"/>
          </a:xfrm>
          <a:prstGeom prst="rect">
            <a:avLst/>
          </a:prstGeom>
          <a:noFill/>
        </p:spPr>
        <p:txBody>
          <a:bodyPr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RESULTS</a:t>
            </a:r>
          </a:p>
        </p:txBody>
      </p:sp>
      <p:sp>
        <p:nvSpPr>
          <p:cNvPr id="25" name="Text Placeholder 5"/>
          <p:cNvSpPr>
            <a:spLocks noGrp="1"/>
          </p:cNvSpPr>
          <p:nvPr>
            <p:ph type="body" sz="quarter" idx="25" hasCustomPrompt="1"/>
          </p:nvPr>
        </p:nvSpPr>
        <p:spPr>
          <a:xfrm>
            <a:off x="32763535" y="514622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CONCLUSIONS</a:t>
            </a:r>
          </a:p>
        </p:txBody>
      </p:sp>
      <p:sp>
        <p:nvSpPr>
          <p:cNvPr id="26" name="Text Placeholder 3"/>
          <p:cNvSpPr>
            <a:spLocks noGrp="1"/>
          </p:cNvSpPr>
          <p:nvPr>
            <p:ph type="body" sz="quarter" idx="26" hasCustomPrompt="1"/>
          </p:nvPr>
        </p:nvSpPr>
        <p:spPr>
          <a:xfrm>
            <a:off x="32763535" y="5966815"/>
            <a:ext cx="10047018"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7" name="Text Placeholder 5"/>
          <p:cNvSpPr>
            <a:spLocks noGrp="1"/>
          </p:cNvSpPr>
          <p:nvPr>
            <p:ph type="body" sz="quarter" idx="27" hasCustomPrompt="1"/>
          </p:nvPr>
        </p:nvSpPr>
        <p:spPr>
          <a:xfrm>
            <a:off x="32763535" y="14265455"/>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REFERENCES</a:t>
            </a:r>
          </a:p>
        </p:txBody>
      </p:sp>
      <p:sp>
        <p:nvSpPr>
          <p:cNvPr id="28" name="Text Placeholder 3"/>
          <p:cNvSpPr>
            <a:spLocks noGrp="1"/>
          </p:cNvSpPr>
          <p:nvPr>
            <p:ph type="body" sz="quarter" idx="28" hasCustomPrompt="1"/>
          </p:nvPr>
        </p:nvSpPr>
        <p:spPr>
          <a:xfrm>
            <a:off x="32761019" y="1506797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29" name="Text Placeholder 5"/>
          <p:cNvSpPr>
            <a:spLocks noGrp="1"/>
          </p:cNvSpPr>
          <p:nvPr>
            <p:ph type="body" sz="quarter" idx="29" hasCustomPrompt="1"/>
          </p:nvPr>
        </p:nvSpPr>
        <p:spPr>
          <a:xfrm>
            <a:off x="32763535" y="25679401"/>
            <a:ext cx="10047018" cy="754045"/>
          </a:xfrm>
          <a:prstGeom prst="rect">
            <a:avLst/>
          </a:prstGeom>
          <a:noFill/>
        </p:spPr>
        <p:txBody>
          <a:bodyPr wrap="square" lIns="91436" tIns="91436" rIns="91436" bIns="91436" anchor="ctr" anchorCtr="0">
            <a:spAutoFit/>
          </a:bodyPr>
          <a:lstStyle>
            <a:lvl1pPr marL="0" indent="0" algn="ctr">
              <a:buNone/>
              <a:defRPr sz="3700" b="1" u="sng" baseline="0">
                <a:solidFill>
                  <a:schemeClr val="accent1">
                    <a:lumMod val="50000"/>
                  </a:schemeClr>
                </a:solidFill>
                <a:latin typeface="Calibri" panose="020F0502020204030204" pitchFamily="34" charset="0"/>
                <a:cs typeface="Calibri" panose="020F0502020204030204" pitchFamily="34" charset="0"/>
              </a:defRPr>
            </a:lvl1pPr>
          </a:lstStyle>
          <a:p>
            <a:pPr lvl="0"/>
            <a:r>
              <a:rPr lang="en-US" dirty="0"/>
              <a:t>(click to edit)  ACKNOWLEDGEMENTS or  CONTACT</a:t>
            </a:r>
          </a:p>
        </p:txBody>
      </p:sp>
      <p:sp>
        <p:nvSpPr>
          <p:cNvPr id="30" name="Text Placeholder 3"/>
          <p:cNvSpPr>
            <a:spLocks noGrp="1"/>
          </p:cNvSpPr>
          <p:nvPr>
            <p:ph type="body" sz="quarter" idx="30" hasCustomPrompt="1"/>
          </p:nvPr>
        </p:nvSpPr>
        <p:spPr>
          <a:xfrm>
            <a:off x="32761019" y="26433446"/>
            <a:ext cx="10052050"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60" name="Text Placeholder 3"/>
          <p:cNvSpPr>
            <a:spLocks noGrp="1"/>
          </p:cNvSpPr>
          <p:nvPr>
            <p:ph type="body" sz="quarter" idx="96" hasCustomPrompt="1"/>
          </p:nvPr>
        </p:nvSpPr>
        <p:spPr>
          <a:xfrm>
            <a:off x="1083891" y="14995183"/>
            <a:ext cx="10056813" cy="846363"/>
          </a:xfrm>
          <a:prstGeom prst="rect">
            <a:avLst/>
          </a:prstGeom>
        </p:spPr>
        <p:txBody>
          <a:bodyPr wrap="square" lIns="228589" tIns="228589" rIns="228589" bIns="228589">
            <a:spAutoFit/>
          </a:bodyPr>
          <a:lstStyle>
            <a:lvl1pPr marL="0" indent="0">
              <a:buNone/>
              <a:defRPr sz="2500">
                <a:solidFill>
                  <a:schemeClr val="tx1"/>
                </a:solidFill>
                <a:latin typeface="Calibri" panose="020F0502020204030204" pitchFamily="34" charset="0"/>
                <a:cs typeface="Calibri" panose="020F0502020204030204" pitchFamily="34" charset="0"/>
              </a:defRPr>
            </a:lvl1pPr>
            <a:lvl2pPr marL="1485825" indent="-571471">
              <a:defRPr sz="2500">
                <a:latin typeface="Trebuchet MS" pitchFamily="34" charset="0"/>
              </a:defRPr>
            </a:lvl2pPr>
            <a:lvl3pPr marL="2057297" indent="-571471">
              <a:defRPr sz="2500">
                <a:latin typeface="Trebuchet MS" pitchFamily="34" charset="0"/>
              </a:defRPr>
            </a:lvl3pPr>
            <a:lvl4pPr marL="2685916" indent="-628619">
              <a:defRPr sz="2500">
                <a:latin typeface="Trebuchet MS" pitchFamily="34" charset="0"/>
              </a:defRPr>
            </a:lvl4pPr>
            <a:lvl5pPr marL="3143093" indent="-457177">
              <a:defRPr sz="2500">
                <a:latin typeface="Trebuchet MS" pitchFamily="34" charset="0"/>
              </a:defRPr>
            </a:lvl5pPr>
          </a:lstStyle>
          <a:p>
            <a:pPr lvl="0"/>
            <a:r>
              <a:rPr lang="en-US" dirty="0"/>
              <a:t>Type in or paste your text here</a:t>
            </a:r>
          </a:p>
        </p:txBody>
      </p:sp>
      <p:sp>
        <p:nvSpPr>
          <p:cNvPr id="77" name="Text Placeholder 76"/>
          <p:cNvSpPr>
            <a:spLocks noGrp="1"/>
          </p:cNvSpPr>
          <p:nvPr>
            <p:ph type="body" sz="quarter" idx="150" hasCustomPrompt="1"/>
          </p:nvPr>
        </p:nvSpPr>
        <p:spPr>
          <a:xfrm>
            <a:off x="5932593" y="2947817"/>
            <a:ext cx="31998968" cy="1280160"/>
          </a:xfrm>
          <a:prstGeom prst="rect">
            <a:avLst/>
          </a:prstGeom>
        </p:spPr>
        <p:txBody>
          <a:bodyPr>
            <a:normAutofit/>
          </a:bodyPr>
          <a:lstStyle>
            <a:lvl1pPr marL="0" indent="0" algn="ctr">
              <a:buFontTx/>
              <a:buNone/>
              <a:defRPr sz="44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affiliations</a:t>
            </a:r>
          </a:p>
        </p:txBody>
      </p:sp>
      <p:sp>
        <p:nvSpPr>
          <p:cNvPr id="78" name="Text Placeholder 76"/>
          <p:cNvSpPr>
            <a:spLocks noGrp="1"/>
          </p:cNvSpPr>
          <p:nvPr>
            <p:ph type="body" sz="quarter" idx="151" hasCustomPrompt="1"/>
          </p:nvPr>
        </p:nvSpPr>
        <p:spPr>
          <a:xfrm>
            <a:off x="5932593" y="1628358"/>
            <a:ext cx="31998968" cy="1280160"/>
          </a:xfrm>
          <a:prstGeom prst="rect">
            <a:avLst/>
          </a:prstGeom>
        </p:spPr>
        <p:txBody>
          <a:bodyPr anchor="t" anchorCtr="1">
            <a:normAutofit/>
          </a:bodyPr>
          <a:lstStyle>
            <a:lvl1pPr marL="0" indent="0" algn="ctr">
              <a:buFontTx/>
              <a:buNone/>
              <a:defRPr sz="6600">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authors</a:t>
            </a:r>
          </a:p>
        </p:txBody>
      </p:sp>
      <p:sp>
        <p:nvSpPr>
          <p:cNvPr id="79" name="Text Placeholder 76"/>
          <p:cNvSpPr>
            <a:spLocks noGrp="1"/>
          </p:cNvSpPr>
          <p:nvPr>
            <p:ph type="body" sz="quarter" idx="153" hasCustomPrompt="1"/>
          </p:nvPr>
        </p:nvSpPr>
        <p:spPr>
          <a:xfrm>
            <a:off x="5932593" y="209782"/>
            <a:ext cx="31998968" cy="1359394"/>
          </a:xfrm>
          <a:prstGeom prst="rect">
            <a:avLst/>
          </a:prstGeom>
        </p:spPr>
        <p:txBody>
          <a:bodyPr anchor="t" anchorCtr="1">
            <a:normAutofit/>
          </a:bodyPr>
          <a:lstStyle>
            <a:lvl1pPr marL="0" indent="0" algn="ctr">
              <a:buFontTx/>
              <a:buNone/>
              <a:defRPr sz="8000" b="1">
                <a:solidFill>
                  <a:schemeClr val="bg1"/>
                </a:solidFill>
                <a:latin typeface="Calibri" panose="020F0502020204030204" pitchFamily="34" charset="0"/>
                <a:cs typeface="Calibri" panose="020F0502020204030204" pitchFamily="34" charset="0"/>
              </a:defRPr>
            </a:lvl1pPr>
            <a:lvl2pPr>
              <a:buFontTx/>
              <a:buNone/>
              <a:defRPr sz="7200"/>
            </a:lvl2pPr>
            <a:lvl3pPr>
              <a:buFontTx/>
              <a:buNone/>
              <a:defRPr sz="7200"/>
            </a:lvl3pPr>
            <a:lvl4pPr>
              <a:buFontTx/>
              <a:buNone/>
              <a:defRPr sz="7200"/>
            </a:lvl4pPr>
            <a:lvl5pPr>
              <a:buFontTx/>
              <a:buNone/>
              <a:defRPr sz="7200"/>
            </a:lvl5pPr>
          </a:lstStyle>
          <a:p>
            <a:pPr lvl="0"/>
            <a:r>
              <a:rPr lang="en-US" dirty="0"/>
              <a:t>Click here to add title</a:t>
            </a:r>
          </a:p>
        </p:txBody>
      </p:sp>
    </p:spTree>
    <p:extLst>
      <p:ext uri="{BB962C8B-B14F-4D97-AF65-F5344CB8AC3E}">
        <p14:creationId xmlns:p14="http://schemas.microsoft.com/office/powerpoint/2010/main" val="3545458512"/>
      </p:ext>
    </p:extLst>
  </p:cSld>
  <p:clrMapOvr>
    <a:masterClrMapping/>
  </p:clrMapOvr>
  <p:extLst>
    <p:ext uri="{DCECCB84-F9BA-43D5-87BE-67443E8EF086}">
      <p15:sldGuideLst xmlns:p15="http://schemas.microsoft.com/office/powerpoint/2012/main">
        <p15:guide id="1" orient="horz" pos="3216">
          <p15:clr>
            <a:srgbClr val="FBAE40"/>
          </p15:clr>
        </p15:guide>
      </p15:sldGuideLst>
    </p:ext>
  </p:extLs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6"/>
        </a:solidFill>
        <a:effectLst/>
      </p:bgPr>
    </p:bg>
    <p:spTree>
      <p:nvGrpSpPr>
        <p:cNvPr id="1" name=""/>
        <p:cNvGrpSpPr/>
        <p:nvPr/>
      </p:nvGrpSpPr>
      <p:grpSpPr>
        <a:xfrm>
          <a:off x="0" y="0"/>
          <a:ext cx="0" cy="0"/>
          <a:chOff x="0" y="0"/>
          <a:chExt cx="0" cy="0"/>
        </a:xfrm>
      </p:grpSpPr>
      <p:sp>
        <p:nvSpPr>
          <p:cNvPr id="3" name="Rectangle 36">
            <a:extLst>
              <a:ext uri="{FF2B5EF4-FFF2-40B4-BE49-F238E27FC236}">
                <a16:creationId xmlns:a16="http://schemas.microsoft.com/office/drawing/2014/main" xmlns="" id="{946E5B6B-C0EB-774F-84E6-DB70C1B05BBB}"/>
              </a:ext>
            </a:extLst>
          </p:cNvPr>
          <p:cNvSpPr>
            <a:spLocks noChangeArrowheads="1"/>
          </p:cNvSpPr>
          <p:nvPr userDrawn="1"/>
        </p:nvSpPr>
        <p:spPr bwMode="auto">
          <a:xfrm>
            <a:off x="0" y="31191530"/>
            <a:ext cx="43891200" cy="1726870"/>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4" name="Rectangle 36">
            <a:extLst>
              <a:ext uri="{FF2B5EF4-FFF2-40B4-BE49-F238E27FC236}">
                <a16:creationId xmlns:a16="http://schemas.microsoft.com/office/drawing/2014/main" xmlns="" id="{630A12C4-97F8-4F40-B1A5-92179D7A776E}"/>
              </a:ext>
            </a:extLst>
          </p:cNvPr>
          <p:cNvSpPr>
            <a:spLocks noChangeArrowheads="1"/>
          </p:cNvSpPr>
          <p:nvPr userDrawn="1"/>
        </p:nvSpPr>
        <p:spPr bwMode="auto">
          <a:xfrm>
            <a:off x="0" y="-15834"/>
            <a:ext cx="43891200" cy="5186922"/>
          </a:xfrm>
          <a:prstGeom prst="rect">
            <a:avLst/>
          </a:prstGeom>
          <a:solidFill>
            <a:schemeClr val="accent1">
              <a:lumMod val="50000"/>
            </a:schemeClr>
          </a:solidFill>
          <a:ln w="9525">
            <a:noFill/>
            <a:miter lim="800000"/>
            <a:headEnd/>
            <a:tailEnd/>
          </a:ln>
          <a:effectLst/>
        </p:spPr>
        <p:txBody>
          <a:bodyPr wrap="none" lIns="260086" tIns="130043" rIns="260086" bIns="130043" anchor="ctr"/>
          <a:lstStyle/>
          <a:p>
            <a:pPr>
              <a:defRPr/>
            </a:pPr>
            <a:endParaRPr lang="en-US" sz="13978" dirty="0"/>
          </a:p>
        </p:txBody>
      </p:sp>
      <p:sp>
        <p:nvSpPr>
          <p:cNvPr id="5" name="Rounded Rectangle 4">
            <a:extLst>
              <a:ext uri="{FF2B5EF4-FFF2-40B4-BE49-F238E27FC236}">
                <a16:creationId xmlns:a16="http://schemas.microsoft.com/office/drawing/2014/main" xmlns="" id="{F0E3A844-C1E6-A44D-8098-DA3E856EA7D8}"/>
              </a:ext>
            </a:extLst>
          </p:cNvPr>
          <p:cNvSpPr/>
          <p:nvPr userDrawn="1"/>
        </p:nvSpPr>
        <p:spPr>
          <a:xfrm>
            <a:off x="731517" y="4135663"/>
            <a:ext cx="42428163" cy="27683945"/>
          </a:xfrm>
          <a:prstGeom prst="roundRect">
            <a:avLst>
              <a:gd name="adj" fmla="val 0"/>
            </a:avLst>
          </a:prstGeom>
          <a:solidFill>
            <a:schemeClr val="bg1"/>
          </a:solidFill>
          <a:ln w="19050">
            <a:solidFill>
              <a:schemeClr val="accent1">
                <a:lumMod val="50000"/>
              </a:schemeClr>
            </a:solidFill>
          </a:ln>
          <a:effectLst>
            <a:outerShdw blurRad="355600" sx="101000" sy="101000" algn="ctr" rotWithShape="0">
              <a:prstClr val="black">
                <a:alpha val="1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978"/>
          </a:p>
        </p:txBody>
      </p:sp>
      <p:sp>
        <p:nvSpPr>
          <p:cNvPr id="6" name="Text Box 14">
            <a:extLst>
              <a:ext uri="{FF2B5EF4-FFF2-40B4-BE49-F238E27FC236}">
                <a16:creationId xmlns:a16="http://schemas.microsoft.com/office/drawing/2014/main" xmlns="" id="{D39F7EEB-85E1-AB4C-AFD9-37B035A830F0}"/>
              </a:ext>
            </a:extLst>
          </p:cNvPr>
          <p:cNvSpPr txBox="1">
            <a:spLocks noChangeArrowheads="1"/>
          </p:cNvSpPr>
          <p:nvPr userDrawn="1"/>
        </p:nvSpPr>
        <p:spPr bwMode="auto">
          <a:xfrm>
            <a:off x="731517" y="32054965"/>
            <a:ext cx="2514600" cy="341436"/>
          </a:xfrm>
          <a:prstGeom prst="rect">
            <a:avLst/>
          </a:prstGeom>
          <a:noFill/>
          <a:ln w="9525">
            <a:noFill/>
            <a:miter lim="800000"/>
            <a:headEnd/>
            <a:tailEnd/>
          </a:ln>
          <a:effectLst/>
        </p:spPr>
        <p:txBody>
          <a:bodyPr lIns="91263" tIns="45623" rIns="91263" bIns="45623">
            <a:spAutoFit/>
          </a:bodyPr>
          <a:lstStyle/>
          <a:p>
            <a:pPr eaLnBrk="0" hangingPunct="0">
              <a:lnSpc>
                <a:spcPct val="65000"/>
              </a:lnSpc>
              <a:spcBef>
                <a:spcPct val="50000"/>
              </a:spcBef>
              <a:defRPr/>
            </a:pPr>
            <a:r>
              <a:rPr lang="en-US" sz="500" b="1" dirty="0">
                <a:solidFill>
                  <a:schemeClr val="bg1">
                    <a:lumMod val="75000"/>
                  </a:schemeClr>
                </a:solidFill>
                <a:latin typeface="Arial" charset="0"/>
              </a:rPr>
              <a:t>RESEARCH POSTER PRESENTATION DESIGN © 2019</a:t>
            </a:r>
          </a:p>
          <a:p>
            <a:pPr eaLnBrk="0" hangingPunct="0">
              <a:lnSpc>
                <a:spcPct val="65000"/>
              </a:lnSpc>
              <a:spcBef>
                <a:spcPct val="50000"/>
              </a:spcBef>
              <a:defRPr/>
            </a:pPr>
            <a:r>
              <a:rPr lang="en-US" sz="1100" b="1" dirty="0">
                <a:solidFill>
                  <a:schemeClr val="bg1">
                    <a:lumMod val="75000"/>
                  </a:schemeClr>
                </a:solidFill>
                <a:latin typeface="Arial" charset="0"/>
              </a:rPr>
              <a:t>www.PosterPresentations.com</a:t>
            </a:r>
          </a:p>
        </p:txBody>
      </p:sp>
    </p:spTree>
    <p:extLst>
      <p:ext uri="{BB962C8B-B14F-4D97-AF65-F5344CB8AC3E}">
        <p14:creationId xmlns:p14="http://schemas.microsoft.com/office/powerpoint/2010/main" val="717728416"/>
      </p:ext>
    </p:extLst>
  </p:cSld>
  <p:clrMap bg1="lt1" tx1="dk1" bg2="lt2" tx2="dk2" accent1="accent1" accent2="accent2" accent3="accent3" accent4="accent4" accent5="accent5" accent6="accent6" hlink="hlink" folHlink="folHlink"/>
  <p:sldLayoutIdLst>
    <p:sldLayoutId id="2147483655" r:id="rId1"/>
  </p:sldLayoutIdLst>
  <p:txStyles>
    <p:titleStyle>
      <a:lvl1pPr algn="ctr" defTabSz="4388900" rtl="0" eaLnBrk="1" latinLnBrk="0" hangingPunct="1">
        <a:spcBef>
          <a:spcPct val="0"/>
        </a:spcBef>
        <a:buNone/>
        <a:defRPr sz="8800" kern="1200">
          <a:solidFill>
            <a:schemeClr val="bg1"/>
          </a:solidFill>
          <a:latin typeface="Trebuchet MS" pitchFamily="34" charset="0"/>
          <a:ea typeface="+mj-ea"/>
          <a:cs typeface="+mj-cs"/>
        </a:defRPr>
      </a:lvl1pPr>
    </p:titleStyle>
    <p:bodyStyle>
      <a:lvl1pPr marL="1645838" indent="-1645838" algn="l" defTabSz="4388900" rtl="0" eaLnBrk="1" latinLnBrk="0" hangingPunct="1">
        <a:spcBef>
          <a:spcPct val="20000"/>
        </a:spcBef>
        <a:buFont typeface="Arial" pitchFamily="34" charset="0"/>
        <a:buChar char="•"/>
        <a:defRPr sz="15400" kern="1200">
          <a:solidFill>
            <a:schemeClr val="tx1"/>
          </a:solidFill>
          <a:latin typeface="+mn-lt"/>
          <a:ea typeface="+mn-ea"/>
          <a:cs typeface="+mn-cs"/>
        </a:defRPr>
      </a:lvl1pPr>
      <a:lvl2pPr marL="3565982" indent="-1371531" algn="l" defTabSz="4388900" rtl="0" eaLnBrk="1" latinLnBrk="0" hangingPunct="1">
        <a:spcBef>
          <a:spcPct val="20000"/>
        </a:spcBef>
        <a:buFont typeface="Arial" pitchFamily="34" charset="0"/>
        <a:buChar char="–"/>
        <a:defRPr sz="13500" kern="1200">
          <a:solidFill>
            <a:schemeClr val="tx1"/>
          </a:solidFill>
          <a:latin typeface="+mn-lt"/>
          <a:ea typeface="+mn-ea"/>
          <a:cs typeface="+mn-cs"/>
        </a:defRPr>
      </a:lvl2pPr>
      <a:lvl3pPr marL="5486126" indent="-1097226" algn="l" defTabSz="4388900" rtl="0" eaLnBrk="1" latinLnBrk="0" hangingPunct="1">
        <a:spcBef>
          <a:spcPct val="20000"/>
        </a:spcBef>
        <a:buFont typeface="Arial" pitchFamily="34" charset="0"/>
        <a:buChar char="•"/>
        <a:defRPr sz="11600" kern="1200">
          <a:solidFill>
            <a:schemeClr val="tx1"/>
          </a:solidFill>
          <a:latin typeface="+mn-lt"/>
          <a:ea typeface="+mn-ea"/>
          <a:cs typeface="+mn-cs"/>
        </a:defRPr>
      </a:lvl3pPr>
      <a:lvl4pPr marL="76805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4pPr>
      <a:lvl5pPr marL="98750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p:bodyStyle>
    <p:otherStyle>
      <a:defPPr>
        <a:defRPr lang="en-US"/>
      </a:defPPr>
      <a:lvl1pPr marL="0" algn="l" defTabSz="4388900" rtl="0" eaLnBrk="1" latinLnBrk="0" hangingPunct="1">
        <a:defRPr sz="8600" kern="1200">
          <a:solidFill>
            <a:schemeClr val="tx1"/>
          </a:solidFill>
          <a:latin typeface="+mn-lt"/>
          <a:ea typeface="+mn-ea"/>
          <a:cs typeface="+mn-cs"/>
        </a:defRPr>
      </a:lvl1pPr>
      <a:lvl2pPr marL="2194451" algn="l" defTabSz="4388900" rtl="0" eaLnBrk="1" latinLnBrk="0" hangingPunct="1">
        <a:defRPr sz="8600" kern="1200">
          <a:solidFill>
            <a:schemeClr val="tx1"/>
          </a:solidFill>
          <a:latin typeface="+mn-lt"/>
          <a:ea typeface="+mn-ea"/>
          <a:cs typeface="+mn-cs"/>
        </a:defRPr>
      </a:lvl2pPr>
      <a:lvl3pPr marL="4388900" algn="l" defTabSz="4388900" rtl="0" eaLnBrk="1" latinLnBrk="0" hangingPunct="1">
        <a:defRPr sz="8600" kern="1200">
          <a:solidFill>
            <a:schemeClr val="tx1"/>
          </a:solidFill>
          <a:latin typeface="+mn-lt"/>
          <a:ea typeface="+mn-ea"/>
          <a:cs typeface="+mn-cs"/>
        </a:defRPr>
      </a:lvl3pPr>
      <a:lvl4pPr marL="6583351" algn="l" defTabSz="4388900" rtl="0" eaLnBrk="1" latinLnBrk="0" hangingPunct="1">
        <a:defRPr sz="8600" kern="1200">
          <a:solidFill>
            <a:schemeClr val="tx1"/>
          </a:solidFill>
          <a:latin typeface="+mn-lt"/>
          <a:ea typeface="+mn-ea"/>
          <a:cs typeface="+mn-cs"/>
        </a:defRPr>
      </a:lvl4pPr>
      <a:lvl5pPr marL="8777801" algn="l" defTabSz="4388900" rtl="0" eaLnBrk="1" latinLnBrk="0" hangingPunct="1">
        <a:defRPr sz="8600" kern="1200">
          <a:solidFill>
            <a:schemeClr val="tx1"/>
          </a:solidFill>
          <a:latin typeface="+mn-lt"/>
          <a:ea typeface="+mn-ea"/>
          <a:cs typeface="+mn-cs"/>
        </a:defRPr>
      </a:lvl5pPr>
      <a:lvl6pPr marL="10972252" algn="l" defTabSz="4388900" rtl="0" eaLnBrk="1" latinLnBrk="0" hangingPunct="1">
        <a:defRPr sz="8600" kern="1200">
          <a:solidFill>
            <a:schemeClr val="tx1"/>
          </a:solidFill>
          <a:latin typeface="+mn-lt"/>
          <a:ea typeface="+mn-ea"/>
          <a:cs typeface="+mn-cs"/>
        </a:defRPr>
      </a:lvl6pPr>
      <a:lvl7pPr marL="13166703" algn="l" defTabSz="4388900" rtl="0" eaLnBrk="1" latinLnBrk="0" hangingPunct="1">
        <a:defRPr sz="8600" kern="1200">
          <a:solidFill>
            <a:schemeClr val="tx1"/>
          </a:solidFill>
          <a:latin typeface="+mn-lt"/>
          <a:ea typeface="+mn-ea"/>
          <a:cs typeface="+mn-cs"/>
        </a:defRPr>
      </a:lvl7pPr>
      <a:lvl8pPr marL="15361152" algn="l" defTabSz="4388900" rtl="0" eaLnBrk="1" latinLnBrk="0" hangingPunct="1">
        <a:defRPr sz="8600" kern="1200">
          <a:solidFill>
            <a:schemeClr val="tx1"/>
          </a:solidFill>
          <a:latin typeface="+mn-lt"/>
          <a:ea typeface="+mn-ea"/>
          <a:cs typeface="+mn-cs"/>
        </a:defRPr>
      </a:lvl8pPr>
      <a:lvl9pPr marL="17555603" algn="l" defTabSz="438890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agreetrust.org/wp-content/uploads/2013/10/AGREE-II-Users-Manual-and-23-item-Instrument_2009_UPDATE_2013.pdf"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1530E01-B262-B047-951C-9A1F3925E675}"/>
              </a:ext>
            </a:extLst>
          </p:cNvPr>
          <p:cNvSpPr>
            <a:spLocks noGrp="1"/>
          </p:cNvSpPr>
          <p:nvPr>
            <p:ph type="body" sz="quarter" idx="10"/>
          </p:nvPr>
        </p:nvSpPr>
        <p:spPr>
          <a:xfrm>
            <a:off x="1173690" y="5517743"/>
            <a:ext cx="10056813" cy="26554940"/>
          </a:xfrm>
          <a:ln>
            <a:noFill/>
          </a:ln>
        </p:spPr>
        <p:txBody>
          <a:bodyPr/>
          <a:lstStyle/>
          <a:p>
            <a:pPr indent="450215" algn="just"/>
            <a:r>
              <a:rPr lang="en-US" sz="5400" dirty="0">
                <a:solidFill>
                  <a:srgbClr val="000000"/>
                </a:solidFill>
                <a:effectLst/>
                <a:latin typeface="+mn-lt"/>
                <a:ea typeface="Times New Roman" panose="02020603050405020304" pitchFamily="18" charset="0"/>
              </a:rPr>
              <a:t>C </a:t>
            </a:r>
            <a:r>
              <a:rPr lang="ru-RU" sz="5400" dirty="0">
                <a:solidFill>
                  <a:srgbClr val="000000"/>
                </a:solidFill>
                <a:effectLst/>
                <a:latin typeface="+mn-lt"/>
                <a:ea typeface="Times New Roman" panose="02020603050405020304" pitchFamily="18" charset="0"/>
              </a:rPr>
              <a:t>каждым годом  возрастает роль информационных коммуникационных технологий в современных медицинских организациях. Для медицинских сестер стало возможным получение информации с помощью коммуникационных технологий гораздо быстрее, чем с помощью традиционных технологий. Эти технологии меняют характер развития, приобретения и распространения информации, позволяют углублять и расширять содержание компетенций медицинских сестер. </a:t>
            </a:r>
          </a:p>
          <a:p>
            <a:pPr indent="450215" algn="just"/>
            <a:r>
              <a:rPr lang="ru-RU" sz="5400" dirty="0">
                <a:solidFill>
                  <a:srgbClr val="000000"/>
                </a:solidFill>
                <a:latin typeface="+mn-lt"/>
                <a:ea typeface="Times New Roman" panose="02020603050405020304" pitchFamily="18" charset="0"/>
              </a:rPr>
              <a:t>Цель: </a:t>
            </a:r>
            <a:r>
              <a:rPr lang="ru-RU" sz="5400" dirty="0">
                <a:solidFill>
                  <a:srgbClr val="000000"/>
                </a:solidFill>
                <a:effectLst/>
                <a:latin typeface="+mn-lt"/>
                <a:ea typeface="Times New Roman" panose="02020603050405020304" pitchFamily="18" charset="0"/>
              </a:rPr>
              <a:t>Исследовать</a:t>
            </a:r>
            <a:r>
              <a:rPr lang="en-US" sz="5400" dirty="0">
                <a:solidFill>
                  <a:srgbClr val="000000"/>
                </a:solidFill>
                <a:effectLst/>
                <a:latin typeface="+mn-lt"/>
                <a:ea typeface="Times New Roman" panose="02020603050405020304" pitchFamily="18" charset="0"/>
              </a:rPr>
              <a:t> </a:t>
            </a:r>
            <a:r>
              <a:rPr lang="ru-RU" sz="5400" dirty="0">
                <a:solidFill>
                  <a:srgbClr val="000000"/>
                </a:solidFill>
                <a:effectLst/>
                <a:ea typeface="Times New Roman" panose="02020603050405020304" pitchFamily="18" charset="0"/>
              </a:rPr>
              <a:t>целесообразность применения Е-платформы для повышения качества сестринской помощи и определить потребность ее контента.</a:t>
            </a:r>
            <a:endParaRPr lang="ru-RU" sz="5400" dirty="0">
              <a:effectLst/>
              <a:ea typeface="Times New Roman" panose="02020603050405020304" pitchFamily="18" charset="0"/>
            </a:endParaRPr>
          </a:p>
          <a:p>
            <a:pPr algn="l" rtl="0"/>
            <a:endParaRPr lang="en-US" sz="5400" dirty="0"/>
          </a:p>
          <a:p>
            <a:pPr algn="l" rtl="0"/>
            <a:endParaRPr lang="en-US" sz="5400" dirty="0"/>
          </a:p>
          <a:p>
            <a:pPr algn="l" rtl="0"/>
            <a:endParaRPr lang="en-US" sz="5400" dirty="0"/>
          </a:p>
          <a:p>
            <a:pPr algn="l" rtl="0"/>
            <a:endParaRPr lang="en-US" sz="5400" dirty="0"/>
          </a:p>
          <a:p>
            <a:pPr algn="l" rtl="0"/>
            <a:endParaRPr lang="en-US" sz="5400" dirty="0"/>
          </a:p>
        </p:txBody>
      </p:sp>
      <p:sp>
        <p:nvSpPr>
          <p:cNvPr id="3" name="Text Placeholder 2">
            <a:extLst>
              <a:ext uri="{FF2B5EF4-FFF2-40B4-BE49-F238E27FC236}">
                <a16:creationId xmlns:a16="http://schemas.microsoft.com/office/drawing/2014/main" xmlns="" id="{5670D40C-5BD0-FC47-BDCE-BDE48A160F35}"/>
              </a:ext>
            </a:extLst>
          </p:cNvPr>
          <p:cNvSpPr>
            <a:spLocks noGrp="1"/>
          </p:cNvSpPr>
          <p:nvPr>
            <p:ph type="body" sz="quarter" idx="11"/>
          </p:nvPr>
        </p:nvSpPr>
        <p:spPr>
          <a:xfrm>
            <a:off x="1204542" y="4511042"/>
            <a:ext cx="10048875" cy="1107988"/>
          </a:xfrm>
        </p:spPr>
        <p:txBody>
          <a:bodyPr/>
          <a:lstStyle/>
          <a:p>
            <a:pPr algn="l" rtl="0"/>
            <a:r>
              <a:rPr lang="en-US" sz="6000" dirty="0"/>
              <a:t>ВВЕДЕНИЕ И ЦЕЛИ </a:t>
            </a:r>
          </a:p>
        </p:txBody>
      </p:sp>
      <p:sp>
        <p:nvSpPr>
          <p:cNvPr id="5" name="Text Placeholder 4">
            <a:extLst>
              <a:ext uri="{FF2B5EF4-FFF2-40B4-BE49-F238E27FC236}">
                <a16:creationId xmlns:a16="http://schemas.microsoft.com/office/drawing/2014/main" xmlns="" id="{37463DA4-FC08-CE4D-9DCC-0E2B3981D8B6}"/>
              </a:ext>
            </a:extLst>
          </p:cNvPr>
          <p:cNvSpPr>
            <a:spLocks noGrp="1"/>
          </p:cNvSpPr>
          <p:nvPr>
            <p:ph type="body" sz="quarter" idx="21"/>
          </p:nvPr>
        </p:nvSpPr>
        <p:spPr>
          <a:xfrm>
            <a:off x="11578732" y="5517744"/>
            <a:ext cx="10048874" cy="17413976"/>
          </a:xfrm>
          <a:ln>
            <a:noFill/>
          </a:ln>
        </p:spPr>
        <p:txBody>
          <a:bodyPr/>
          <a:lstStyle/>
          <a:p>
            <a:pPr algn="just"/>
            <a:r>
              <a:rPr lang="ru-RU" sz="5400" dirty="0">
                <a:solidFill>
                  <a:srgbClr val="000000"/>
                </a:solidFill>
                <a:effectLst/>
                <a:latin typeface="+mn-lt"/>
                <a:ea typeface="Times New Roman" panose="02020603050405020304" pitchFamily="18" charset="0"/>
              </a:rPr>
              <a:t>В онлайн опросе </a:t>
            </a:r>
            <a:r>
              <a:rPr lang="ru-RU" sz="5400" dirty="0" err="1">
                <a:solidFill>
                  <a:srgbClr val="000000"/>
                </a:solidFill>
                <a:effectLst/>
                <a:latin typeface="+mn-lt"/>
                <a:ea typeface="Times New Roman" panose="02020603050405020304" pitchFamily="18" charset="0"/>
              </a:rPr>
              <a:t>Delphi</a:t>
            </a:r>
            <a:r>
              <a:rPr lang="ru-RU" sz="5400" dirty="0">
                <a:solidFill>
                  <a:srgbClr val="000000"/>
                </a:solidFill>
                <a:effectLst/>
                <a:latin typeface="+mn-lt"/>
                <a:ea typeface="Times New Roman" panose="02020603050405020304" pitchFamily="18" charset="0"/>
              </a:rPr>
              <a:t> исследования приняли участие 86 медицинских сестер, в качестве экспертов.</a:t>
            </a:r>
          </a:p>
          <a:p>
            <a:pPr algn="just"/>
            <a:r>
              <a:rPr lang="ru-RU" sz="5400" dirty="0">
                <a:solidFill>
                  <a:srgbClr val="000000"/>
                </a:solidFill>
                <a:effectLst/>
                <a:latin typeface="+mn-lt"/>
                <a:ea typeface="Times New Roman" panose="02020603050405020304" pitchFamily="18" charset="0"/>
              </a:rPr>
              <a:t>Опросники разработаны на основе методологии AGREE (</a:t>
            </a:r>
            <a:r>
              <a:rPr lang="ru-RU" sz="5400" u="sng" dirty="0">
                <a:solidFill>
                  <a:srgbClr val="000000"/>
                </a:solidFill>
                <a:effectLst/>
                <a:latin typeface="+mn-lt"/>
                <a:ea typeface="Times New Roman" panose="02020603050405020304" pitchFamily="18" charset="0"/>
                <a:hlinkClick r:id="rId3"/>
              </a:rPr>
              <a:t>https://www.agreetrust.org/wp-content/uploads</a:t>
            </a:r>
            <a:r>
              <a:rPr lang="ru-RU" sz="5400" dirty="0">
                <a:solidFill>
                  <a:srgbClr val="000000"/>
                </a:solidFill>
                <a:effectLst/>
                <a:latin typeface="+mn-lt"/>
                <a:ea typeface="Times New Roman" panose="02020603050405020304" pitchFamily="18" charset="0"/>
              </a:rPr>
              <a:t>). Опросник состоит из двух частей: паспортной и специальной. В паспортной части респондент отвечает на основные </a:t>
            </a:r>
            <a:r>
              <a:rPr lang="ru-RU" sz="5400" dirty="0" err="1">
                <a:solidFill>
                  <a:srgbClr val="000000"/>
                </a:solidFill>
                <a:effectLst/>
                <a:latin typeface="+mn-lt"/>
                <a:ea typeface="Times New Roman" panose="02020603050405020304" pitchFamily="18" charset="0"/>
              </a:rPr>
              <a:t>критериальные</a:t>
            </a:r>
            <a:r>
              <a:rPr lang="ru-RU" sz="5400" dirty="0">
                <a:solidFill>
                  <a:srgbClr val="000000"/>
                </a:solidFill>
                <a:effectLst/>
                <a:latin typeface="+mn-lt"/>
                <a:ea typeface="Times New Roman" panose="02020603050405020304" pitchFamily="18" charset="0"/>
              </a:rPr>
              <a:t> вопросы, в специальной – на вопросы по цели исследования. Всего по результатам качественного исследования </a:t>
            </a:r>
            <a:r>
              <a:rPr lang="ru-RU" sz="5400" dirty="0" err="1">
                <a:solidFill>
                  <a:srgbClr val="000000"/>
                </a:solidFill>
                <a:effectLst/>
                <a:latin typeface="+mn-lt"/>
                <a:ea typeface="Times New Roman" panose="02020603050405020304" pitchFamily="18" charset="0"/>
              </a:rPr>
              <a:t>Delphi</a:t>
            </a:r>
            <a:r>
              <a:rPr lang="ru-RU" sz="5400" dirty="0">
                <a:solidFill>
                  <a:srgbClr val="000000"/>
                </a:solidFill>
                <a:effectLst/>
                <a:latin typeface="+mn-lt"/>
                <a:ea typeface="Times New Roman" panose="02020603050405020304" pitchFamily="18" charset="0"/>
              </a:rPr>
              <a:t> в опросе приняли участие десять городов и областей РК.</a:t>
            </a:r>
            <a:endParaRPr lang="ru-RU" sz="5400" dirty="0">
              <a:effectLst/>
              <a:latin typeface="+mn-lt"/>
              <a:ea typeface="Times New Roman" panose="02020603050405020304" pitchFamily="18" charset="0"/>
            </a:endParaRPr>
          </a:p>
          <a:p>
            <a:pPr algn="just"/>
            <a:endParaRPr lang="ru-RU" sz="5400" dirty="0">
              <a:effectLst/>
              <a:ea typeface="Times New Roman" panose="02020603050405020304" pitchFamily="18" charset="0"/>
            </a:endParaRPr>
          </a:p>
        </p:txBody>
      </p:sp>
      <p:sp>
        <p:nvSpPr>
          <p:cNvPr id="6" name="Text Placeholder 5">
            <a:extLst>
              <a:ext uri="{FF2B5EF4-FFF2-40B4-BE49-F238E27FC236}">
                <a16:creationId xmlns:a16="http://schemas.microsoft.com/office/drawing/2014/main" xmlns="" id="{46B6BEA9-4297-E841-A5DF-3FC5A8689F40}"/>
              </a:ext>
            </a:extLst>
          </p:cNvPr>
          <p:cNvSpPr>
            <a:spLocks noGrp="1"/>
          </p:cNvSpPr>
          <p:nvPr>
            <p:ph type="body" sz="quarter" idx="22"/>
          </p:nvPr>
        </p:nvSpPr>
        <p:spPr>
          <a:xfrm>
            <a:off x="11738037" y="4547430"/>
            <a:ext cx="10048875" cy="1107988"/>
          </a:xfrm>
        </p:spPr>
        <p:txBody>
          <a:bodyPr/>
          <a:lstStyle/>
          <a:p>
            <a:pPr algn="l" rtl="0"/>
            <a:r>
              <a:rPr lang="en-US" sz="6000" dirty="0"/>
              <a:t>МЕТОДЫ</a:t>
            </a:r>
          </a:p>
        </p:txBody>
      </p:sp>
      <p:sp>
        <p:nvSpPr>
          <p:cNvPr id="7" name="Text Placeholder 6">
            <a:extLst>
              <a:ext uri="{FF2B5EF4-FFF2-40B4-BE49-F238E27FC236}">
                <a16:creationId xmlns:a16="http://schemas.microsoft.com/office/drawing/2014/main" xmlns="" id="{675A44F2-261A-4B4F-ADD6-1D08D12764A1}"/>
              </a:ext>
            </a:extLst>
          </p:cNvPr>
          <p:cNvSpPr>
            <a:spLocks noGrp="1"/>
          </p:cNvSpPr>
          <p:nvPr>
            <p:ph type="body" sz="quarter" idx="23"/>
          </p:nvPr>
        </p:nvSpPr>
        <p:spPr>
          <a:xfrm>
            <a:off x="22263595" y="5517744"/>
            <a:ext cx="10048874" cy="16638379"/>
          </a:xfrm>
          <a:ln>
            <a:noFill/>
          </a:ln>
        </p:spPr>
        <p:txBody>
          <a:bodyPr/>
          <a:lstStyle/>
          <a:p>
            <a:pPr algn="just"/>
            <a:r>
              <a:rPr lang="ru-RU" sz="5400" dirty="0">
                <a:effectLst/>
                <a:latin typeface="+mn-lt"/>
                <a:ea typeface="Times New Roman" panose="02020603050405020304" pitchFamily="18" charset="0"/>
              </a:rPr>
              <a:t>На основании опроса и имеющейся практики были определены следующие наиболее востребованные разделы для развития е-платформы:</a:t>
            </a:r>
          </a:p>
          <a:p>
            <a:pPr marL="342900" lvl="0" indent="-342900" algn="just">
              <a:buFont typeface="+mj-lt"/>
              <a:buAutoNum type="arabicPeriod"/>
            </a:pPr>
            <a:r>
              <a:rPr lang="ru-RU" sz="5400" dirty="0">
                <a:effectLst/>
                <a:latin typeface="+mn-lt"/>
                <a:ea typeface="Times New Roman" panose="02020603050405020304" pitchFamily="18" charset="0"/>
              </a:rPr>
              <a:t>Ситуация в сестринском деле в Казахстане и за рубежом;</a:t>
            </a:r>
          </a:p>
          <a:p>
            <a:pPr marL="342900" lvl="0" indent="-342900" algn="just">
              <a:buFont typeface="+mj-lt"/>
              <a:buAutoNum type="arabicPeriod"/>
            </a:pPr>
            <a:r>
              <a:rPr lang="ru-RU" sz="5400" dirty="0">
                <a:effectLst/>
                <a:latin typeface="+mn-lt"/>
                <a:ea typeface="Times New Roman" panose="02020603050405020304" pitchFamily="18" charset="0"/>
              </a:rPr>
              <a:t>Сестринская практика основанная на доказательствах;</a:t>
            </a:r>
          </a:p>
          <a:p>
            <a:pPr marL="342900" lvl="0" indent="-342900" algn="just">
              <a:buFont typeface="+mj-lt"/>
              <a:buAutoNum type="arabicPeriod"/>
            </a:pPr>
            <a:r>
              <a:rPr lang="ru-RU" sz="5400" dirty="0">
                <a:effectLst/>
                <a:latin typeface="+mn-lt"/>
                <a:ea typeface="Times New Roman" panose="02020603050405020304" pitchFamily="18" charset="0"/>
              </a:rPr>
              <a:t>Клинические руководства по сестринскому делу;</a:t>
            </a:r>
          </a:p>
          <a:p>
            <a:pPr marL="342900" lvl="0" indent="-342900" algn="just">
              <a:buFont typeface="+mj-lt"/>
              <a:buAutoNum type="arabicPeriod"/>
            </a:pPr>
            <a:r>
              <a:rPr lang="ru-RU" sz="5400" dirty="0">
                <a:effectLst/>
                <a:latin typeface="+mn-lt"/>
                <a:ea typeface="Times New Roman" panose="02020603050405020304" pitchFamily="18" charset="0"/>
              </a:rPr>
              <a:t>Исследования в сестринском деле;</a:t>
            </a:r>
          </a:p>
          <a:p>
            <a:pPr marL="342900" lvl="0" indent="-342900" algn="just">
              <a:buFont typeface="+mj-lt"/>
              <a:buAutoNum type="arabicPeriod"/>
            </a:pPr>
            <a:r>
              <a:rPr lang="ru-RU" sz="5400" dirty="0">
                <a:effectLst/>
                <a:latin typeface="+mn-lt"/>
                <a:ea typeface="Times New Roman" panose="02020603050405020304" pitchFamily="18" charset="0"/>
              </a:rPr>
              <a:t>Лидерство в сестринском деле.</a:t>
            </a:r>
          </a:p>
          <a:p>
            <a:pPr algn="l" rtl="0"/>
            <a:endParaRPr lang="en-US" sz="6600" dirty="0"/>
          </a:p>
        </p:txBody>
      </p:sp>
      <p:sp>
        <p:nvSpPr>
          <p:cNvPr id="8" name="Text Placeholder 7">
            <a:extLst>
              <a:ext uri="{FF2B5EF4-FFF2-40B4-BE49-F238E27FC236}">
                <a16:creationId xmlns:a16="http://schemas.microsoft.com/office/drawing/2014/main" xmlns="" id="{B143406A-EFD5-2E42-865D-A4660751CC04}"/>
              </a:ext>
            </a:extLst>
          </p:cNvPr>
          <p:cNvSpPr>
            <a:spLocks noGrp="1"/>
          </p:cNvSpPr>
          <p:nvPr>
            <p:ph type="body" sz="quarter" idx="24"/>
          </p:nvPr>
        </p:nvSpPr>
        <p:spPr>
          <a:xfrm>
            <a:off x="22271532" y="4547430"/>
            <a:ext cx="10058400" cy="1107988"/>
          </a:xfrm>
        </p:spPr>
        <p:txBody>
          <a:bodyPr/>
          <a:lstStyle/>
          <a:p>
            <a:pPr algn="l" rtl="0"/>
            <a:r>
              <a:rPr lang="en-US" sz="6000" dirty="0"/>
              <a:t>ПОЛУЧЕННЫЕ РЕЗУЛЬТАТЫ</a:t>
            </a:r>
          </a:p>
        </p:txBody>
      </p:sp>
      <p:sp>
        <p:nvSpPr>
          <p:cNvPr id="9" name="Text Placeholder 8">
            <a:extLst>
              <a:ext uri="{FF2B5EF4-FFF2-40B4-BE49-F238E27FC236}">
                <a16:creationId xmlns:a16="http://schemas.microsoft.com/office/drawing/2014/main" xmlns="" id="{C386760F-A20B-7F49-9C12-75A6EA2EB5FA}"/>
              </a:ext>
            </a:extLst>
          </p:cNvPr>
          <p:cNvSpPr>
            <a:spLocks noGrp="1"/>
          </p:cNvSpPr>
          <p:nvPr>
            <p:ph type="body" sz="quarter" idx="25"/>
          </p:nvPr>
        </p:nvSpPr>
        <p:spPr>
          <a:xfrm>
            <a:off x="32820003" y="5009094"/>
            <a:ext cx="10047018" cy="1107988"/>
          </a:xfrm>
        </p:spPr>
        <p:txBody>
          <a:bodyPr/>
          <a:lstStyle/>
          <a:p>
            <a:pPr algn="l" rtl="0"/>
            <a:r>
              <a:rPr lang="en-US" sz="6000" dirty="0"/>
              <a:t>ВЫВОДЫ И </a:t>
            </a:r>
            <a:r>
              <a:rPr lang="ru-RU" sz="6000" dirty="0"/>
              <a:t>ЗНАЧЕНИЯ</a:t>
            </a:r>
            <a:endParaRPr lang="en-US" sz="6000" dirty="0"/>
          </a:p>
        </p:txBody>
      </p:sp>
      <p:sp>
        <p:nvSpPr>
          <p:cNvPr id="10" name="Text Placeholder 9">
            <a:extLst>
              <a:ext uri="{FF2B5EF4-FFF2-40B4-BE49-F238E27FC236}">
                <a16:creationId xmlns:a16="http://schemas.microsoft.com/office/drawing/2014/main" xmlns="" id="{D765487B-6201-6645-A16D-3E0C337F590E}"/>
              </a:ext>
            </a:extLst>
          </p:cNvPr>
          <p:cNvSpPr>
            <a:spLocks noGrp="1"/>
          </p:cNvSpPr>
          <p:nvPr>
            <p:ph type="body" sz="quarter" idx="26"/>
          </p:nvPr>
        </p:nvSpPr>
        <p:spPr>
          <a:xfrm>
            <a:off x="32660699" y="6151307"/>
            <a:ext cx="10047018" cy="18587630"/>
          </a:xfrm>
          <a:ln>
            <a:noFill/>
          </a:ln>
        </p:spPr>
        <p:txBody>
          <a:bodyPr/>
          <a:lstStyle/>
          <a:p>
            <a:pPr lvl="0" algn="just">
              <a:spcAft>
                <a:spcPts val="800"/>
              </a:spcAft>
              <a:buSzPts val="1400"/>
            </a:pPr>
            <a:r>
              <a:rPr lang="ru-RU" sz="4800" dirty="0">
                <a:solidFill>
                  <a:srgbClr val="000000"/>
                </a:solidFill>
                <a:effectLst/>
                <a:ea typeface="Times New Roman" panose="02020603050405020304" pitchFamily="18" charset="0"/>
              </a:rPr>
              <a:t>1. Наличие  Е–платформы в области совершенствования сестринского дела положительно воспринято профессиональным сообществом медицинских сестер Казахстана, эффект ожидания от Е-платформы соответствует 73%. </a:t>
            </a:r>
            <a:endParaRPr lang="ru-RU" sz="4800" dirty="0">
              <a:effectLst/>
              <a:ea typeface="Times New Roman" panose="02020603050405020304" pitchFamily="18" charset="0"/>
            </a:endParaRPr>
          </a:p>
          <a:p>
            <a:pPr lvl="0" algn="just">
              <a:spcAft>
                <a:spcPts val="0"/>
              </a:spcAft>
              <a:buSzPts val="1400"/>
            </a:pPr>
            <a:r>
              <a:rPr lang="ru-RU" sz="4800" dirty="0">
                <a:solidFill>
                  <a:srgbClr val="000000"/>
                </a:solidFill>
                <a:effectLst/>
                <a:ea typeface="Times New Roman" panose="02020603050405020304" pitchFamily="18" charset="0"/>
              </a:rPr>
              <a:t>2. Проведенный анализ показал востребованность участия в научных исследованиях в сестринском деле по следующим разделам: наличие основных принципов исследований в СД (80,7%), по наличию информации по формированию навыков использования информационных баз по СД (80,4%) и по использованию принципов доказательности в практике СД (81,8%). </a:t>
            </a:r>
            <a:endParaRPr lang="ru-RU" sz="4800" dirty="0">
              <a:effectLst/>
              <a:ea typeface="Times New Roman" panose="02020603050405020304" pitchFamily="18" charset="0"/>
            </a:endParaRPr>
          </a:p>
          <a:p>
            <a:pPr lvl="0" algn="just">
              <a:spcAft>
                <a:spcPts val="0"/>
              </a:spcAft>
              <a:buSzPts val="1400"/>
            </a:pPr>
            <a:r>
              <a:rPr lang="ru-RU" sz="4800" dirty="0">
                <a:solidFill>
                  <a:srgbClr val="000000"/>
                </a:solidFill>
                <a:effectLst/>
                <a:ea typeface="Times New Roman" panose="02020603050405020304" pitchFamily="18" charset="0"/>
              </a:rPr>
              <a:t>3. Определены и установлены основные направления информационных и образовательных разделов для Е – платформы по сестринскому делу.</a:t>
            </a:r>
            <a:endParaRPr lang="ru-RU" sz="4800" dirty="0">
              <a:effectLst/>
              <a:ea typeface="Times New Roman" panose="02020603050405020304" pitchFamily="18" charset="0"/>
            </a:endParaRPr>
          </a:p>
        </p:txBody>
      </p:sp>
      <p:sp>
        <p:nvSpPr>
          <p:cNvPr id="13" name="Text Placeholder 12">
            <a:extLst>
              <a:ext uri="{FF2B5EF4-FFF2-40B4-BE49-F238E27FC236}">
                <a16:creationId xmlns:a16="http://schemas.microsoft.com/office/drawing/2014/main" xmlns="" id="{AFE1A4CF-366C-A74D-90FE-5ACBD4F9943B}"/>
              </a:ext>
            </a:extLst>
          </p:cNvPr>
          <p:cNvSpPr>
            <a:spLocks noGrp="1"/>
          </p:cNvSpPr>
          <p:nvPr>
            <p:ph type="body" sz="quarter" idx="29"/>
          </p:nvPr>
        </p:nvSpPr>
        <p:spPr>
          <a:xfrm>
            <a:off x="33121220" y="27589464"/>
            <a:ext cx="10047018" cy="800211"/>
          </a:xfrm>
        </p:spPr>
        <p:txBody>
          <a:bodyPr/>
          <a:lstStyle/>
          <a:p>
            <a:pPr rtl="0"/>
            <a:r>
              <a:rPr lang="en-US" sz="4000" b="0" dirty="0"/>
              <a:t>КОНТАКТЫ</a:t>
            </a:r>
          </a:p>
        </p:txBody>
      </p:sp>
      <p:sp>
        <p:nvSpPr>
          <p:cNvPr id="16" name="Text Placeholder 15">
            <a:extLst>
              <a:ext uri="{FF2B5EF4-FFF2-40B4-BE49-F238E27FC236}">
                <a16:creationId xmlns:a16="http://schemas.microsoft.com/office/drawing/2014/main" xmlns="" id="{778E60CB-0EBD-4049-BFFD-CAB062A6CA0F}"/>
              </a:ext>
            </a:extLst>
          </p:cNvPr>
          <p:cNvSpPr>
            <a:spLocks noGrp="1"/>
          </p:cNvSpPr>
          <p:nvPr>
            <p:ph type="body" sz="quarter" idx="150"/>
          </p:nvPr>
        </p:nvSpPr>
        <p:spPr>
          <a:xfrm>
            <a:off x="5620185" y="3544595"/>
            <a:ext cx="31998968" cy="1140673"/>
          </a:xfrm>
        </p:spPr>
        <p:txBody>
          <a:bodyPr/>
          <a:lstStyle/>
          <a:p>
            <a:pPr rtl="0"/>
            <a:r>
              <a:rPr lang="ru-RU" dirty="0"/>
              <a:t>НАО «Медицинский университет Астана»</a:t>
            </a:r>
            <a:endParaRPr lang="en-US" dirty="0"/>
          </a:p>
        </p:txBody>
      </p:sp>
      <p:sp>
        <p:nvSpPr>
          <p:cNvPr id="17" name="Text Placeholder 16">
            <a:extLst>
              <a:ext uri="{FF2B5EF4-FFF2-40B4-BE49-F238E27FC236}">
                <a16:creationId xmlns:a16="http://schemas.microsoft.com/office/drawing/2014/main" xmlns="" id="{9AAB1BB2-2685-9042-9343-90636A19089C}"/>
              </a:ext>
            </a:extLst>
          </p:cNvPr>
          <p:cNvSpPr>
            <a:spLocks noGrp="1"/>
          </p:cNvSpPr>
          <p:nvPr>
            <p:ph type="body" sz="quarter" idx="151"/>
          </p:nvPr>
        </p:nvSpPr>
        <p:spPr>
          <a:xfrm>
            <a:off x="5685240" y="2526531"/>
            <a:ext cx="31998968" cy="1107988"/>
          </a:xfrm>
        </p:spPr>
        <p:txBody>
          <a:bodyPr>
            <a:normAutofit/>
          </a:bodyPr>
          <a:lstStyle/>
          <a:p>
            <a:pPr algn="l" rtl="0"/>
            <a:r>
              <a:rPr lang="ru-RU" sz="6000" dirty="0"/>
              <a:t>Ибышева Н.Т., </a:t>
            </a:r>
            <a:r>
              <a:rPr lang="ru-RU" sz="6000" dirty="0" err="1"/>
              <a:t>Байтуганова</a:t>
            </a:r>
            <a:r>
              <a:rPr lang="ru-RU" sz="6000" dirty="0"/>
              <a:t> А.Н.</a:t>
            </a:r>
            <a:endParaRPr lang="en-US" sz="6000" dirty="0"/>
          </a:p>
        </p:txBody>
      </p:sp>
      <p:sp>
        <p:nvSpPr>
          <p:cNvPr id="18" name="Text Placeholder 17">
            <a:extLst>
              <a:ext uri="{FF2B5EF4-FFF2-40B4-BE49-F238E27FC236}">
                <a16:creationId xmlns:a16="http://schemas.microsoft.com/office/drawing/2014/main" xmlns="" id="{9FFCC562-221F-8240-980C-DCE8D467C705}"/>
              </a:ext>
            </a:extLst>
          </p:cNvPr>
          <p:cNvSpPr>
            <a:spLocks noGrp="1"/>
          </p:cNvSpPr>
          <p:nvPr>
            <p:ph type="body" sz="quarter" idx="153"/>
          </p:nvPr>
        </p:nvSpPr>
        <p:spPr/>
        <p:txBody>
          <a:bodyPr>
            <a:noAutofit/>
          </a:bodyPr>
          <a:lstStyle/>
          <a:p>
            <a:pPr algn="ctr"/>
            <a:r>
              <a:rPr lang="ru-RU" sz="7200" b="1" dirty="0">
                <a:effectLst/>
                <a:latin typeface="+mj-lt"/>
                <a:ea typeface="Times New Roman" panose="02020603050405020304" pitchFamily="18" charset="0"/>
              </a:rPr>
              <a:t>ИССЛЕДОВАНИЕ ЭФФЕКТИВНОСТИ  ИСПОЛЬЗОВАНИЯ </a:t>
            </a:r>
            <a:endParaRPr lang="ru-RU" sz="7200" dirty="0">
              <a:effectLst/>
              <a:latin typeface="+mj-lt"/>
              <a:ea typeface="Times New Roman" panose="02020603050405020304" pitchFamily="18" charset="0"/>
            </a:endParaRPr>
          </a:p>
          <a:p>
            <a:pPr algn="ctr"/>
            <a:r>
              <a:rPr lang="ru-RU" sz="7200" b="1" dirty="0">
                <a:effectLst/>
                <a:latin typeface="+mj-lt"/>
                <a:ea typeface="Times New Roman" panose="02020603050405020304" pitchFamily="18" charset="0"/>
              </a:rPr>
              <a:t>Е-ПЛАТФОРМЫ ДЛЯ СРЕДНЕГО МЕДИЦИНСКОГО ПЕРСОНАЛА</a:t>
            </a:r>
            <a:endParaRPr lang="ru-RU" sz="7200" dirty="0">
              <a:effectLst/>
              <a:latin typeface="+mj-lt"/>
              <a:ea typeface="Times New Roman" panose="02020603050405020304" pitchFamily="18" charset="0"/>
            </a:endParaRPr>
          </a:p>
        </p:txBody>
      </p:sp>
      <p:sp>
        <p:nvSpPr>
          <p:cNvPr id="24" name="Text Placeholder 9">
            <a:extLst>
              <a:ext uri="{FF2B5EF4-FFF2-40B4-BE49-F238E27FC236}">
                <a16:creationId xmlns:a16="http://schemas.microsoft.com/office/drawing/2014/main" xmlns="" id="{331FCF4F-5A5A-744C-B561-0958FFB80594}"/>
              </a:ext>
            </a:extLst>
          </p:cNvPr>
          <p:cNvSpPr txBox="1">
            <a:spLocks/>
          </p:cNvSpPr>
          <p:nvPr/>
        </p:nvSpPr>
        <p:spPr>
          <a:xfrm>
            <a:off x="34446616" y="28882555"/>
            <a:ext cx="9444584" cy="1815860"/>
          </a:xfrm>
          <a:prstGeom prst="rect">
            <a:avLst/>
          </a:prstGeom>
        </p:spPr>
        <p:txBody>
          <a:bodyPr wrap="square" lIns="228589" tIns="228589" rIns="228589" bIns="228589">
            <a:spAutoFit/>
          </a:bodyPr>
          <a:lstStyle>
            <a:lvl1pPr marL="0" indent="0" algn="l" defTabSz="4388900" rtl="0" eaLnBrk="1" latinLnBrk="0" hangingPunct="1">
              <a:spcBef>
                <a:spcPct val="20000"/>
              </a:spcBef>
              <a:buFont typeface="Arial" pitchFamily="34" charset="0"/>
              <a:buNone/>
              <a:defRPr sz="2500" kern="1200">
                <a:solidFill>
                  <a:schemeClr val="tx1"/>
                </a:solidFill>
                <a:latin typeface="Calibri" panose="020F0502020204030204" pitchFamily="34" charset="0"/>
                <a:ea typeface="+mn-ea"/>
                <a:cs typeface="Calibri" panose="020F0502020204030204" pitchFamily="34" charset="0"/>
              </a:defRPr>
            </a:lvl1pPr>
            <a:lvl2pPr marL="1485825"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2pPr>
            <a:lvl3pPr marL="2057297" indent="-571471"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3pPr>
            <a:lvl4pPr marL="2685916" indent="-628619"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4pPr>
            <a:lvl5pPr marL="3143093" indent="-457177" algn="l" defTabSz="4388900" rtl="0" eaLnBrk="1" latinLnBrk="0" hangingPunct="1">
              <a:spcBef>
                <a:spcPct val="20000"/>
              </a:spcBef>
              <a:buFont typeface="Arial" pitchFamily="34" charset="0"/>
              <a:buChar char="»"/>
              <a:defRPr sz="2500" kern="1200">
                <a:solidFill>
                  <a:schemeClr val="tx1"/>
                </a:solidFill>
                <a:latin typeface="Trebuchet MS" pitchFamily="34" charset="0"/>
                <a:ea typeface="+mn-ea"/>
                <a:cs typeface="+mn-cs"/>
              </a:defRPr>
            </a:lvl5pPr>
            <a:lvl6pPr marL="120694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6pPr>
            <a:lvl7pPr marL="14263926"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7pPr>
            <a:lvl8pPr marL="1645837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8pPr>
            <a:lvl9pPr marL="18652827" indent="-1097226" algn="l" defTabSz="4388900" rtl="0" eaLnBrk="1" latinLnBrk="0" hangingPunct="1">
              <a:spcBef>
                <a:spcPct val="20000"/>
              </a:spcBef>
              <a:buFont typeface="Arial" pitchFamily="34" charset="0"/>
              <a:buChar char="•"/>
              <a:defRPr sz="9600" kern="1200">
                <a:solidFill>
                  <a:schemeClr val="tx1"/>
                </a:solidFill>
                <a:latin typeface="+mn-lt"/>
                <a:ea typeface="+mn-ea"/>
                <a:cs typeface="+mn-cs"/>
              </a:defRPr>
            </a:lvl9pPr>
          </a:lstStyle>
          <a:p>
            <a:pPr algn="l" rtl="0"/>
            <a:r>
              <a:rPr lang="ru-RU" sz="4000" dirty="0"/>
              <a:t>Контактный телефон: 87075209037</a:t>
            </a:r>
          </a:p>
          <a:p>
            <a:pPr algn="l" rtl="0"/>
            <a:r>
              <a:rPr lang="en-US" sz="4000" dirty="0"/>
              <a:t>E – mail</a:t>
            </a:r>
            <a:r>
              <a:rPr lang="ru-RU" sz="4000" dirty="0"/>
              <a:t>: </a:t>
            </a:r>
            <a:r>
              <a:rPr lang="en-US" sz="4000" dirty="0"/>
              <a:t>nurgulibysheva@mail.ru</a:t>
            </a:r>
          </a:p>
        </p:txBody>
      </p:sp>
    </p:spTree>
    <p:extLst>
      <p:ext uri="{BB962C8B-B14F-4D97-AF65-F5344CB8AC3E}">
        <p14:creationId xmlns:p14="http://schemas.microsoft.com/office/powerpoint/2010/main" val="2699530513"/>
      </p:ext>
    </p:extLst>
  </p:cSld>
  <p:clrMapOvr>
    <a:masterClrMapping/>
  </p:clrMapOvr>
  <p:timing>
    <p:tnLst>
      <p:par>
        <p:cTn id="1" dur="indefinite" restart="never" nodeType="tmRoot"/>
      </p:par>
    </p:tnLst>
  </p:timing>
</p:sld>
</file>

<file path=ppt/theme/theme1.xml><?xml version="1.0" encoding="utf-8"?>
<a:theme xmlns:a="http://schemas.openxmlformats.org/drawingml/2006/main" name="Without guides">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defRPr sz="2500" dirty="0">
            <a:latin typeface="Times New Roman" panose="02020603050405020304" pitchFamily="18" charset="0"/>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36x48-Template-V2b</Template>
  <TotalTime>1</TotalTime>
  <Words>435</Words>
  <Application>Microsoft Office PowerPoint</Application>
  <PresentationFormat>Произвольный</PresentationFormat>
  <Paragraphs>35</Paragraphs>
  <Slides>1</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vt:i4>
      </vt:variant>
    </vt:vector>
  </HeadingPairs>
  <TitlesOfParts>
    <vt:vector size="6" baseType="lpstr">
      <vt:lpstr>Arial</vt:lpstr>
      <vt:lpstr>Calibri</vt:lpstr>
      <vt:lpstr>Times New Roman</vt:lpstr>
      <vt:lpstr>Trebuchet MS</vt:lpstr>
      <vt:lpstr>Without guides</vt:lpstr>
      <vt:lpstr>Презентация PowerPoint</vt:lpstr>
    </vt:vector>
  </TitlesOfParts>
  <Manager>A. Kotoulas</Manager>
  <Company>Canterbury Media Services, Inc.</Company>
  <LinksUpToDate>false</LinksUpToDate>
  <SharedDoc>false</SharedDoc>
  <HyperlinkBase>https://www.posterpresentations.com/free-poster-templates.html</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PowerPoint Presentation</dc:title>
  <dc:subject>Research poster presentation template</dc:subject>
  <dc:creator>PosterPresentations.com</dc:creator>
  <cp:keywords>36x48 Powerpoint poster template, scientific poster template, research poster template</cp:keywords>
  <dc:description>This template is the property of PosterPresentations.com. You are free to modify and print the template as needed, as long as the PosterPresentations.com watermark at the bottom left of the page is visible. Call us if you need help with this poster template. 1-866-649-3004 (c)PosterPresentations.com</dc:description>
  <cp:lastModifiedBy>Сыздыкова Алма Алибековна</cp:lastModifiedBy>
  <cp:revision>95</cp:revision>
  <dcterms:created xsi:type="dcterms:W3CDTF">2012-02-03T19:11:35Z</dcterms:created>
  <dcterms:modified xsi:type="dcterms:W3CDTF">2020-11-30T03:03:34Z</dcterms:modified>
  <cp:category>Research poster templates</cp:category>
</cp:coreProperties>
</file>