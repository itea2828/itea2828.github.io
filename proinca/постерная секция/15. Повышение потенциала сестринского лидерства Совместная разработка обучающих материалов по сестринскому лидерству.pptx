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43891200" cy="32918400"/>
  <p:notesSz cx="6858000" cy="9144000"/>
  <p:defaultTextStyle>
    <a:defPPr>
      <a:defRPr lang="en-US"/>
    </a:defPPr>
    <a:lvl1pPr marL="0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451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8900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351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7801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252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6703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152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5603" algn="l" defTabSz="438890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8">
          <p15:clr>
            <a:srgbClr val="A4A3A4"/>
          </p15:clr>
        </p15:guide>
        <p15:guide id="2" orient="horz" pos="360" userDrawn="1">
          <p15:clr>
            <a:srgbClr val="A4A3A4"/>
          </p15:clr>
        </p15:guide>
        <p15:guide id="3" orient="horz" pos="20160">
          <p15:clr>
            <a:srgbClr val="A4A3A4"/>
          </p15:clr>
        </p15:guide>
        <p15:guide id="4" orient="horz">
          <p15:clr>
            <a:srgbClr val="A4A3A4"/>
          </p15:clr>
        </p15:guide>
        <p15:guide id="5" pos="581">
          <p15:clr>
            <a:srgbClr val="A4A3A4"/>
          </p15:clr>
        </p15:guide>
        <p15:guide id="6" pos="27069">
          <p15:clr>
            <a:srgbClr val="A4A3A4"/>
          </p15:clr>
        </p15:guide>
        <p15:guide id="7" orient="horz" pos="20036">
          <p15:clr>
            <a:srgbClr val="A4A3A4"/>
          </p15:clr>
        </p15:guide>
        <p15:guide id="8">
          <p15:clr>
            <a:srgbClr val="A4A3A4"/>
          </p15:clr>
        </p15:guide>
        <p15:guide id="9" orient="horz" pos="2898">
          <p15:clr>
            <a:srgbClr val="A4A3A4"/>
          </p15:clr>
        </p15:guide>
        <p15:guide id="10" pos="261">
          <p15:clr>
            <a:srgbClr val="A4A3A4"/>
          </p15:clr>
        </p15:guide>
        <p15:guide id="11" pos="2736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.KOTOULAS" initials="AK" lastIdx="2" clrIdx="0"/>
  <p:cmAuthor id="1" name="A.KOTOULAS" initials="HELP" lastIdx="1" clrIdx="1"/>
  <p:cmAuthor id="2" name="A.KOTOULAS" initials="HELP - " lastIdx="1" clrIdx="2"/>
  <p:cmAuthor id="3" name="PosterPresentations.com - 510.649.3001" initials="HELP - 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D906"/>
    <a:srgbClr val="107A74"/>
    <a:srgbClr val="143161"/>
    <a:srgbClr val="A18616"/>
    <a:srgbClr val="FCE400"/>
    <a:srgbClr val="147B5F"/>
    <a:srgbClr val="0575AC"/>
    <a:srgbClr val="0C7693"/>
    <a:srgbClr val="14305F"/>
    <a:srgbClr val="F3F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14" autoAdjust="0"/>
    <p:restoredTop sz="94003" autoAdjust="0"/>
  </p:normalViewPr>
  <p:slideViewPr>
    <p:cSldViewPr snapToGrid="0" snapToObjects="1" showGuides="1">
      <p:cViewPr varScale="1">
        <p:scale>
          <a:sx n="16" d="100"/>
          <a:sy n="16" d="100"/>
        </p:scale>
        <p:origin x="1464" y="12"/>
      </p:cViewPr>
      <p:guideLst>
        <p:guide orient="horz" pos="3318"/>
        <p:guide orient="horz" pos="360"/>
        <p:guide orient="horz" pos="20160"/>
        <p:guide orient="horz"/>
        <p:guide pos="581"/>
        <p:guide pos="27069"/>
        <p:guide orient="horz" pos="20036"/>
        <p:guide/>
        <p:guide orient="horz" pos="2898"/>
        <p:guide pos="261"/>
        <p:guide pos="273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79" d="100"/>
          <a:sy n="79" d="100"/>
        </p:scale>
        <p:origin x="-3768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8C5BC-9A70-462C-B28D-9600239EAC64}" type="datetimeFigureOut">
              <a:rPr lang="en-US" smtClean="0"/>
              <a:pPr/>
              <a:t>12/5/2020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131B7-05CA-4AEE-9267-6D0ED4DC84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682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C2317-6751-4CD4-9995-8782DD78E936}" type="datetimeFigureOut">
              <a:rPr lang="en-US" smtClean="0"/>
              <a:pPr/>
              <a:t>12/5/2020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1A87D-CAF7-4BDC-A0D3-C0DBEDE81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37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2194451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4388900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6583351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8777801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10972252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13166703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5361152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7555603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Read me: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*Adopt this template accordingly.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* The headings many be change depending on the type of your study. Please maintain the Font type and Font size as this would affect its appearance on Zoom.  ( </a:t>
            </a:r>
            <a:r>
              <a:rPr lang="en-US" b="1" dirty="0"/>
              <a:t>Title</a:t>
            </a:r>
            <a:r>
              <a:rPr lang="en-US" dirty="0"/>
              <a:t>, Calibri, bold, 80; </a:t>
            </a:r>
            <a:r>
              <a:rPr lang="en-US" b="1" dirty="0"/>
              <a:t>Author</a:t>
            </a:r>
            <a:r>
              <a:rPr lang="en-US" dirty="0"/>
              <a:t>, Calibri, 66; </a:t>
            </a:r>
            <a:r>
              <a:rPr lang="en-US" b="1" dirty="0"/>
              <a:t>Affiliation</a:t>
            </a:r>
            <a:r>
              <a:rPr lang="en-US" dirty="0"/>
              <a:t>, Calibri, 44; </a:t>
            </a:r>
            <a:r>
              <a:rPr lang="en-US" b="1" dirty="0"/>
              <a:t>Subheading</a:t>
            </a:r>
            <a:r>
              <a:rPr lang="en-US" dirty="0"/>
              <a:t>, Calibri, capitalized all, bold, underline, 60; </a:t>
            </a:r>
            <a:r>
              <a:rPr lang="en-US" b="1" dirty="0"/>
              <a:t>Text</a:t>
            </a:r>
            <a:r>
              <a:rPr lang="en-US" dirty="0"/>
              <a:t>, Calibri body, 54; </a:t>
            </a:r>
            <a:r>
              <a:rPr lang="en-US" b="1" dirty="0"/>
              <a:t>Contacts</a:t>
            </a:r>
            <a:r>
              <a:rPr lang="en-US" dirty="0"/>
              <a:t>, Calibri, underline, 40, text is Calibri, 40)		</a:t>
            </a:r>
          </a:p>
          <a:p>
            <a:r>
              <a:rPr lang="en-US" dirty="0"/>
              <a:t>*It is recommended that during the presentation be your </a:t>
            </a:r>
            <a:r>
              <a:rPr lang="en-US" b="1" dirty="0"/>
              <a:t>poster and </a:t>
            </a:r>
            <a:r>
              <a:rPr lang="en-US" dirty="0"/>
              <a:t> </a:t>
            </a:r>
            <a:r>
              <a:rPr lang="en-US" b="1" dirty="0"/>
              <a:t>Zoom</a:t>
            </a:r>
            <a:r>
              <a:rPr lang="en-US" dirty="0"/>
              <a:t> on </a:t>
            </a:r>
            <a:r>
              <a:rPr lang="en-US" b="1" dirty="0"/>
              <a:t>FULL SCREEN.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1A87D-CAF7-4BDC-A0D3-C0DBEDE8161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734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9674" y="5503831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77827" y="4674099"/>
            <a:ext cx="10048875" cy="754045"/>
          </a:xfrm>
          <a:prstGeom prst="rect">
            <a:avLst/>
          </a:prstGeom>
          <a:noFill/>
        </p:spPr>
        <p:txBody>
          <a:bodyPr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(click to edit) INTRODUCTION or ABSTRACT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77825" y="13337863"/>
            <a:ext cx="10038662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(click to edit)  OBJECTIVES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1428410" y="5503831"/>
            <a:ext cx="10048874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11428411" y="4674099"/>
            <a:ext cx="10048875" cy="754045"/>
          </a:xfrm>
          <a:prstGeom prst="rect">
            <a:avLst/>
          </a:prstGeom>
          <a:noFill/>
        </p:spPr>
        <p:txBody>
          <a:bodyPr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(click to edit)  MATERIALS &amp; METHODS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22448845" y="5503831"/>
            <a:ext cx="10048874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22440906" y="4674099"/>
            <a:ext cx="10058400" cy="754045"/>
          </a:xfrm>
          <a:prstGeom prst="rect">
            <a:avLst/>
          </a:prstGeom>
          <a:noFill/>
        </p:spPr>
        <p:txBody>
          <a:bodyPr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(click to edit)  RESULTS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33422043" y="4674099"/>
            <a:ext cx="10047018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(click to edit)  CONCLUSIONS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33422043" y="5503831"/>
            <a:ext cx="10047018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33422043" y="13398088"/>
            <a:ext cx="10047018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(click to edit)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33422043" y="14136752"/>
            <a:ext cx="1005205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33422043" y="24804751"/>
            <a:ext cx="10047018" cy="754045"/>
          </a:xfrm>
          <a:prstGeom prst="rect">
            <a:avLst/>
          </a:prstGeom>
          <a:noFill/>
        </p:spPr>
        <p:txBody>
          <a:bodyPr wrap="square" lIns="91436" tIns="91436" rIns="91436" bIns="91436" anchor="ctr" anchorCtr="0">
            <a:spAutoFit/>
          </a:bodyPr>
          <a:lstStyle>
            <a:lvl1pPr marL="0" indent="0" algn="ctr">
              <a:buNone/>
              <a:defRPr sz="3700" b="1" u="sng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(click to edit)  ACKNOWLEDGEMENTS or  CONTACT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33422043" y="25558796"/>
            <a:ext cx="10052050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 hasCustomPrompt="1"/>
          </p:nvPr>
        </p:nvSpPr>
        <p:spPr>
          <a:xfrm>
            <a:off x="459674" y="14076902"/>
            <a:ext cx="100568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77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5932593" y="3073871"/>
            <a:ext cx="31998968" cy="81149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University Name, University Name, University, University</a:t>
            </a:r>
          </a:p>
        </p:txBody>
      </p:sp>
      <p:sp>
        <p:nvSpPr>
          <p:cNvPr id="78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5932593" y="1864506"/>
            <a:ext cx="31998968" cy="1133677"/>
          </a:xfrm>
          <a:prstGeom prst="rect">
            <a:avLst/>
          </a:prstGeom>
        </p:spPr>
        <p:txBody>
          <a:bodyPr anchor="t" anchorCtr="1">
            <a:normAutofit/>
          </a:bodyPr>
          <a:lstStyle>
            <a:lvl1pPr marL="0" indent="0" algn="ctr">
              <a:buFontTx/>
              <a:buNone/>
              <a:defRPr sz="6000" b="1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Last Name, Initial., Last Name, Initial., Last Name, Initial.</a:t>
            </a:r>
          </a:p>
        </p:txBody>
      </p:sp>
      <p:sp>
        <p:nvSpPr>
          <p:cNvPr id="79" name="Text Placeholder 76"/>
          <p:cNvSpPr>
            <a:spLocks noGrp="1"/>
          </p:cNvSpPr>
          <p:nvPr>
            <p:ph type="body" sz="quarter" idx="153" hasCustomPrompt="1"/>
          </p:nvPr>
        </p:nvSpPr>
        <p:spPr>
          <a:xfrm>
            <a:off x="5932593" y="389601"/>
            <a:ext cx="31998968" cy="1327233"/>
          </a:xfrm>
          <a:prstGeom prst="rect">
            <a:avLst/>
          </a:prstGeom>
        </p:spPr>
        <p:txBody>
          <a:bodyPr anchor="t" anchorCtr="1">
            <a:normAutofit/>
          </a:bodyPr>
          <a:lstStyle>
            <a:lvl1pPr marL="0" indent="0" algn="ctr">
              <a:buFontTx/>
              <a:buNone/>
              <a:defRPr sz="8800" b="1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 dirty="0"/>
              <a:t>Title of the Study/Project Here</a:t>
            </a:r>
          </a:p>
        </p:txBody>
      </p:sp>
    </p:spTree>
    <p:extLst>
      <p:ext uri="{BB962C8B-B14F-4D97-AF65-F5344CB8AC3E}">
        <p14:creationId xmlns:p14="http://schemas.microsoft.com/office/powerpoint/2010/main" val="1325042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446073" y="4639113"/>
            <a:ext cx="10058400" cy="26490913"/>
          </a:xfrm>
          <a:prstGeom prst="roundRect">
            <a:avLst>
              <a:gd name="adj" fmla="val 195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/>
          <p:cNvSpPr/>
          <p:nvPr userDrawn="1"/>
        </p:nvSpPr>
        <p:spPr>
          <a:xfrm>
            <a:off x="11428937" y="4639110"/>
            <a:ext cx="10058400" cy="26490913"/>
          </a:xfrm>
          <a:prstGeom prst="roundRect">
            <a:avLst>
              <a:gd name="adj" fmla="val 195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 userDrawn="1"/>
        </p:nvSpPr>
        <p:spPr>
          <a:xfrm>
            <a:off x="22411801" y="4639111"/>
            <a:ext cx="10058400" cy="26490913"/>
          </a:xfrm>
          <a:prstGeom prst="roundRect">
            <a:avLst>
              <a:gd name="adj" fmla="val 195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ounded Rectangle 63"/>
          <p:cNvSpPr/>
          <p:nvPr userDrawn="1"/>
        </p:nvSpPr>
        <p:spPr>
          <a:xfrm>
            <a:off x="33394664" y="4639112"/>
            <a:ext cx="10058400" cy="26490913"/>
          </a:xfrm>
          <a:prstGeom prst="roundRect">
            <a:avLst>
              <a:gd name="adj" fmla="val 195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/>
          <p:cNvGrpSpPr/>
          <p:nvPr userDrawn="1"/>
        </p:nvGrpSpPr>
        <p:grpSpPr>
          <a:xfrm rot="10800000">
            <a:off x="-36600" y="31404884"/>
            <a:ext cx="43927800" cy="1502229"/>
            <a:chOff x="-14192" y="1382"/>
            <a:chExt cx="27451941" cy="4572641"/>
          </a:xfrm>
        </p:grpSpPr>
        <p:sp>
          <p:nvSpPr>
            <p:cNvPr id="67" name="Rectangle 16"/>
            <p:cNvSpPr/>
            <p:nvPr userDrawn="1"/>
          </p:nvSpPr>
          <p:spPr>
            <a:xfrm>
              <a:off x="4001" y="707796"/>
              <a:ext cx="27429212" cy="3866227"/>
            </a:xfrm>
            <a:custGeom>
              <a:avLst/>
              <a:gdLst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0 w 43891200"/>
                <a:gd name="connsiteY3" fmla="*/ 7027483 h 7027483"/>
                <a:gd name="connsiteX4" fmla="*/ 0 w 43891200"/>
                <a:gd name="connsiteY4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617527 w 43891200"/>
                <a:gd name="connsiteY3" fmla="*/ 6999261 h 7027483"/>
                <a:gd name="connsiteX4" fmla="*/ 0 w 43891200"/>
                <a:gd name="connsiteY4" fmla="*/ 7027483 h 7027483"/>
                <a:gd name="connsiteX5" fmla="*/ 0 w 43891200"/>
                <a:gd name="connsiteY5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448200 w 43891200"/>
                <a:gd name="connsiteY3" fmla="*/ 3838305 h 7027483"/>
                <a:gd name="connsiteX4" fmla="*/ 0 w 43891200"/>
                <a:gd name="connsiteY4" fmla="*/ 7027483 h 7027483"/>
                <a:gd name="connsiteX5" fmla="*/ 0 w 43891200"/>
                <a:gd name="connsiteY5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448200 w 43891200"/>
                <a:gd name="connsiteY3" fmla="*/ 3838305 h 7027483"/>
                <a:gd name="connsiteX4" fmla="*/ 28221 w 43891200"/>
                <a:gd name="connsiteY4" fmla="*/ 6688809 h 7027483"/>
                <a:gd name="connsiteX5" fmla="*/ 0 w 43891200"/>
                <a:gd name="connsiteY5" fmla="*/ 0 h 7027483"/>
                <a:gd name="connsiteX0" fmla="*/ 0 w 43891200"/>
                <a:gd name="connsiteY0" fmla="*/ 0 h 7100503"/>
                <a:gd name="connsiteX1" fmla="*/ 43891200 w 43891200"/>
                <a:gd name="connsiteY1" fmla="*/ 0 h 7100503"/>
                <a:gd name="connsiteX2" fmla="*/ 43891200 w 43891200"/>
                <a:gd name="connsiteY2" fmla="*/ 7027483 h 7100503"/>
                <a:gd name="connsiteX3" fmla="*/ 21448200 w 43891200"/>
                <a:gd name="connsiteY3" fmla="*/ 3838305 h 7100503"/>
                <a:gd name="connsiteX4" fmla="*/ 28221 w 43891200"/>
                <a:gd name="connsiteY4" fmla="*/ 6688809 h 7100503"/>
                <a:gd name="connsiteX5" fmla="*/ 0 w 43891200"/>
                <a:gd name="connsiteY5" fmla="*/ 0 h 7100503"/>
                <a:gd name="connsiteX0" fmla="*/ 0 w 43891200"/>
                <a:gd name="connsiteY0" fmla="*/ 0 h 7100503"/>
                <a:gd name="connsiteX1" fmla="*/ 43891200 w 43891200"/>
                <a:gd name="connsiteY1" fmla="*/ 0 h 7100503"/>
                <a:gd name="connsiteX2" fmla="*/ 43891200 w 43891200"/>
                <a:gd name="connsiteY2" fmla="*/ 7027483 h 7100503"/>
                <a:gd name="connsiteX3" fmla="*/ 21448200 w 43891200"/>
                <a:gd name="connsiteY3" fmla="*/ 3838305 h 7100503"/>
                <a:gd name="connsiteX4" fmla="*/ 28221 w 43891200"/>
                <a:gd name="connsiteY4" fmla="*/ 6688809 h 7100503"/>
                <a:gd name="connsiteX5" fmla="*/ 0 w 43891200"/>
                <a:gd name="connsiteY5" fmla="*/ 0 h 710050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448200 w 43891200"/>
                <a:gd name="connsiteY3" fmla="*/ 3838305 h 7027483"/>
                <a:gd name="connsiteX4" fmla="*/ 28221 w 43891200"/>
                <a:gd name="connsiteY4" fmla="*/ 6688809 h 7027483"/>
                <a:gd name="connsiteX5" fmla="*/ 0 w 43891200"/>
                <a:gd name="connsiteY5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448200 w 43891200"/>
                <a:gd name="connsiteY3" fmla="*/ 3838305 h 7027483"/>
                <a:gd name="connsiteX4" fmla="*/ 28221 w 43891200"/>
                <a:gd name="connsiteY4" fmla="*/ 6688809 h 7027483"/>
                <a:gd name="connsiteX5" fmla="*/ 0 w 43891200"/>
                <a:gd name="connsiteY5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448200 w 43891200"/>
                <a:gd name="connsiteY3" fmla="*/ 3838305 h 7027483"/>
                <a:gd name="connsiteX4" fmla="*/ 28221 w 43891200"/>
                <a:gd name="connsiteY4" fmla="*/ 6688809 h 7027483"/>
                <a:gd name="connsiteX5" fmla="*/ 0 w 43891200"/>
                <a:gd name="connsiteY5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448200 w 43891200"/>
                <a:gd name="connsiteY3" fmla="*/ 3838305 h 7027483"/>
                <a:gd name="connsiteX4" fmla="*/ 84664 w 43891200"/>
                <a:gd name="connsiteY4" fmla="*/ 5531673 h 7027483"/>
                <a:gd name="connsiteX5" fmla="*/ 0 w 43891200"/>
                <a:gd name="connsiteY5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532864 w 43891200"/>
                <a:gd name="connsiteY3" fmla="*/ 3330294 h 7027483"/>
                <a:gd name="connsiteX4" fmla="*/ 84664 w 43891200"/>
                <a:gd name="connsiteY4" fmla="*/ 5531673 h 7027483"/>
                <a:gd name="connsiteX5" fmla="*/ 0 w 43891200"/>
                <a:gd name="connsiteY5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589306 w 43891200"/>
                <a:gd name="connsiteY3" fmla="*/ 3104512 h 7027483"/>
                <a:gd name="connsiteX4" fmla="*/ 84664 w 43891200"/>
                <a:gd name="connsiteY4" fmla="*/ 5531673 h 7027483"/>
                <a:gd name="connsiteX5" fmla="*/ 0 w 43891200"/>
                <a:gd name="connsiteY5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589306 w 43891200"/>
                <a:gd name="connsiteY3" fmla="*/ 3104512 h 7027483"/>
                <a:gd name="connsiteX4" fmla="*/ 84664 w 43891200"/>
                <a:gd name="connsiteY4" fmla="*/ 5531673 h 7027483"/>
                <a:gd name="connsiteX5" fmla="*/ 0 w 43891200"/>
                <a:gd name="connsiteY5" fmla="*/ 0 h 7027483"/>
                <a:gd name="connsiteX0" fmla="*/ 0 w 43891200"/>
                <a:gd name="connsiteY0" fmla="*/ 0 h 7272584"/>
                <a:gd name="connsiteX1" fmla="*/ 43891200 w 43891200"/>
                <a:gd name="connsiteY1" fmla="*/ 0 h 7272584"/>
                <a:gd name="connsiteX2" fmla="*/ 43891200 w 43891200"/>
                <a:gd name="connsiteY2" fmla="*/ 7027483 h 7272584"/>
                <a:gd name="connsiteX3" fmla="*/ 37534349 w 43891200"/>
                <a:gd name="connsiteY3" fmla="*/ 5432466 h 7272584"/>
                <a:gd name="connsiteX4" fmla="*/ 21589306 w 43891200"/>
                <a:gd name="connsiteY4" fmla="*/ 3104512 h 7272584"/>
                <a:gd name="connsiteX5" fmla="*/ 84664 w 43891200"/>
                <a:gd name="connsiteY5" fmla="*/ 5531673 h 7272584"/>
                <a:gd name="connsiteX6" fmla="*/ 0 w 43891200"/>
                <a:gd name="connsiteY6" fmla="*/ 0 h 7272584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37534349 w 43891200"/>
                <a:gd name="connsiteY3" fmla="*/ 5432466 h 7027483"/>
                <a:gd name="connsiteX4" fmla="*/ 21589306 w 43891200"/>
                <a:gd name="connsiteY4" fmla="*/ 3104512 h 7027483"/>
                <a:gd name="connsiteX5" fmla="*/ 84664 w 43891200"/>
                <a:gd name="connsiteY5" fmla="*/ 5531673 h 7027483"/>
                <a:gd name="connsiteX6" fmla="*/ 0 w 43891200"/>
                <a:gd name="connsiteY6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37534347 w 43891200"/>
                <a:gd name="connsiteY3" fmla="*/ 5179307 h 7027483"/>
                <a:gd name="connsiteX4" fmla="*/ 21589306 w 43891200"/>
                <a:gd name="connsiteY4" fmla="*/ 3104512 h 7027483"/>
                <a:gd name="connsiteX5" fmla="*/ 84664 w 43891200"/>
                <a:gd name="connsiteY5" fmla="*/ 5531673 h 7027483"/>
                <a:gd name="connsiteX6" fmla="*/ 0 w 43891200"/>
                <a:gd name="connsiteY6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37534347 w 43891200"/>
                <a:gd name="connsiteY3" fmla="*/ 5179307 h 7027483"/>
                <a:gd name="connsiteX4" fmla="*/ 21589306 w 43891200"/>
                <a:gd name="connsiteY4" fmla="*/ 3104512 h 7027483"/>
                <a:gd name="connsiteX5" fmla="*/ 84664 w 43891200"/>
                <a:gd name="connsiteY5" fmla="*/ 5531673 h 7027483"/>
                <a:gd name="connsiteX6" fmla="*/ 0 w 43891200"/>
                <a:gd name="connsiteY6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37534347 w 43891200"/>
                <a:gd name="connsiteY3" fmla="*/ 5179307 h 7027483"/>
                <a:gd name="connsiteX4" fmla="*/ 21589306 w 43891200"/>
                <a:gd name="connsiteY4" fmla="*/ 3104512 h 7027483"/>
                <a:gd name="connsiteX5" fmla="*/ 84664 w 43891200"/>
                <a:gd name="connsiteY5" fmla="*/ 5531673 h 7027483"/>
                <a:gd name="connsiteX6" fmla="*/ 0 w 43891200"/>
                <a:gd name="connsiteY6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37534347 w 43891200"/>
                <a:gd name="connsiteY3" fmla="*/ 5179307 h 7027483"/>
                <a:gd name="connsiteX4" fmla="*/ 21589306 w 43891200"/>
                <a:gd name="connsiteY4" fmla="*/ 3104512 h 7027483"/>
                <a:gd name="connsiteX5" fmla="*/ 84664 w 43891200"/>
                <a:gd name="connsiteY5" fmla="*/ 5531673 h 7027483"/>
                <a:gd name="connsiteX6" fmla="*/ 0 w 43891200"/>
                <a:gd name="connsiteY6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37534347 w 43891200"/>
                <a:gd name="connsiteY3" fmla="*/ 5179307 h 7027483"/>
                <a:gd name="connsiteX4" fmla="*/ 21589306 w 43891200"/>
                <a:gd name="connsiteY4" fmla="*/ 3104512 h 7027483"/>
                <a:gd name="connsiteX5" fmla="*/ 84664 w 43891200"/>
                <a:gd name="connsiteY5" fmla="*/ 5531673 h 7027483"/>
                <a:gd name="connsiteX6" fmla="*/ 0 w 43891200"/>
                <a:gd name="connsiteY6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37534347 w 43891200"/>
                <a:gd name="connsiteY3" fmla="*/ 5179307 h 7027483"/>
                <a:gd name="connsiteX4" fmla="*/ 21589306 w 43891200"/>
                <a:gd name="connsiteY4" fmla="*/ 3104512 h 7027483"/>
                <a:gd name="connsiteX5" fmla="*/ 84664 w 43891200"/>
                <a:gd name="connsiteY5" fmla="*/ 5531673 h 7027483"/>
                <a:gd name="connsiteX6" fmla="*/ 0 w 43891200"/>
                <a:gd name="connsiteY6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37534347 w 43891200"/>
                <a:gd name="connsiteY3" fmla="*/ 5179307 h 7027483"/>
                <a:gd name="connsiteX4" fmla="*/ 21423313 w 43891200"/>
                <a:gd name="connsiteY4" fmla="*/ 3012175 h 7027483"/>
                <a:gd name="connsiteX5" fmla="*/ 84664 w 43891200"/>
                <a:gd name="connsiteY5" fmla="*/ 5531673 h 7027483"/>
                <a:gd name="connsiteX6" fmla="*/ 0 w 43891200"/>
                <a:gd name="connsiteY6" fmla="*/ 0 h 7027483"/>
                <a:gd name="connsiteX0" fmla="*/ 0 w 43891200"/>
                <a:gd name="connsiteY0" fmla="*/ 0 h 6029592"/>
                <a:gd name="connsiteX1" fmla="*/ 43891200 w 43891200"/>
                <a:gd name="connsiteY1" fmla="*/ 0 h 6029592"/>
                <a:gd name="connsiteX2" fmla="*/ 43852760 w 43891200"/>
                <a:gd name="connsiteY2" fmla="*/ 6029592 h 6029592"/>
                <a:gd name="connsiteX3" fmla="*/ 37534347 w 43891200"/>
                <a:gd name="connsiteY3" fmla="*/ 5179307 h 6029592"/>
                <a:gd name="connsiteX4" fmla="*/ 21423313 w 43891200"/>
                <a:gd name="connsiteY4" fmla="*/ 3012175 h 6029592"/>
                <a:gd name="connsiteX5" fmla="*/ 84664 w 43891200"/>
                <a:gd name="connsiteY5" fmla="*/ 5531673 h 6029592"/>
                <a:gd name="connsiteX6" fmla="*/ 0 w 43891200"/>
                <a:gd name="connsiteY6" fmla="*/ 0 h 6029592"/>
                <a:gd name="connsiteX0" fmla="*/ 0 w 43891200"/>
                <a:gd name="connsiteY0" fmla="*/ 0 h 6029592"/>
                <a:gd name="connsiteX1" fmla="*/ 43891200 w 43891200"/>
                <a:gd name="connsiteY1" fmla="*/ 0 h 6029592"/>
                <a:gd name="connsiteX2" fmla="*/ 43852760 w 43891200"/>
                <a:gd name="connsiteY2" fmla="*/ 6029592 h 6029592"/>
                <a:gd name="connsiteX3" fmla="*/ 36342689 w 43891200"/>
                <a:gd name="connsiteY3" fmla="*/ 4466527 h 6029592"/>
                <a:gd name="connsiteX4" fmla="*/ 21423313 w 43891200"/>
                <a:gd name="connsiteY4" fmla="*/ 3012175 h 6029592"/>
                <a:gd name="connsiteX5" fmla="*/ 84664 w 43891200"/>
                <a:gd name="connsiteY5" fmla="*/ 5531673 h 6029592"/>
                <a:gd name="connsiteX6" fmla="*/ 0 w 43891200"/>
                <a:gd name="connsiteY6" fmla="*/ 0 h 6029592"/>
                <a:gd name="connsiteX0" fmla="*/ 0 w 43891200"/>
                <a:gd name="connsiteY0" fmla="*/ 0 h 6079664"/>
                <a:gd name="connsiteX1" fmla="*/ 43891200 w 43891200"/>
                <a:gd name="connsiteY1" fmla="*/ 0 h 6079664"/>
                <a:gd name="connsiteX2" fmla="*/ 43852760 w 43891200"/>
                <a:gd name="connsiteY2" fmla="*/ 6029592 h 6079664"/>
                <a:gd name="connsiteX3" fmla="*/ 21423313 w 43891200"/>
                <a:gd name="connsiteY3" fmla="*/ 3012175 h 6079664"/>
                <a:gd name="connsiteX4" fmla="*/ 84664 w 43891200"/>
                <a:gd name="connsiteY4" fmla="*/ 5531673 h 6079664"/>
                <a:gd name="connsiteX5" fmla="*/ 0 w 43891200"/>
                <a:gd name="connsiteY5" fmla="*/ 0 h 6079664"/>
                <a:gd name="connsiteX0" fmla="*/ 0 w 43891200"/>
                <a:gd name="connsiteY0" fmla="*/ 0 h 6029592"/>
                <a:gd name="connsiteX1" fmla="*/ 43891200 w 43891200"/>
                <a:gd name="connsiteY1" fmla="*/ 0 h 6029592"/>
                <a:gd name="connsiteX2" fmla="*/ 43852760 w 43891200"/>
                <a:gd name="connsiteY2" fmla="*/ 6029592 h 6029592"/>
                <a:gd name="connsiteX3" fmla="*/ 21423313 w 43891200"/>
                <a:gd name="connsiteY3" fmla="*/ 3012175 h 6029592"/>
                <a:gd name="connsiteX4" fmla="*/ 84664 w 43891200"/>
                <a:gd name="connsiteY4" fmla="*/ 5531673 h 6029592"/>
                <a:gd name="connsiteX5" fmla="*/ 0 w 43891200"/>
                <a:gd name="connsiteY5" fmla="*/ 0 h 6029592"/>
                <a:gd name="connsiteX0" fmla="*/ 0 w 43891200"/>
                <a:gd name="connsiteY0" fmla="*/ 0 h 6029592"/>
                <a:gd name="connsiteX1" fmla="*/ 43891200 w 43891200"/>
                <a:gd name="connsiteY1" fmla="*/ 0 h 6029592"/>
                <a:gd name="connsiteX2" fmla="*/ 43852760 w 43891200"/>
                <a:gd name="connsiteY2" fmla="*/ 6029592 h 6029592"/>
                <a:gd name="connsiteX3" fmla="*/ 21423313 w 43891200"/>
                <a:gd name="connsiteY3" fmla="*/ 3012175 h 6029592"/>
                <a:gd name="connsiteX4" fmla="*/ 84664 w 43891200"/>
                <a:gd name="connsiteY4" fmla="*/ 5531673 h 6029592"/>
                <a:gd name="connsiteX5" fmla="*/ 0 w 43891200"/>
                <a:gd name="connsiteY5" fmla="*/ 0 h 6029592"/>
                <a:gd name="connsiteX0" fmla="*/ 0 w 43891200"/>
                <a:gd name="connsiteY0" fmla="*/ 0 h 5887037"/>
                <a:gd name="connsiteX1" fmla="*/ 43891200 w 43891200"/>
                <a:gd name="connsiteY1" fmla="*/ 0 h 5887037"/>
                <a:gd name="connsiteX2" fmla="*/ 43814321 w 43891200"/>
                <a:gd name="connsiteY2" fmla="*/ 5887037 h 5887037"/>
                <a:gd name="connsiteX3" fmla="*/ 21423313 w 43891200"/>
                <a:gd name="connsiteY3" fmla="*/ 3012175 h 5887037"/>
                <a:gd name="connsiteX4" fmla="*/ 84664 w 43891200"/>
                <a:gd name="connsiteY4" fmla="*/ 5531673 h 5887037"/>
                <a:gd name="connsiteX5" fmla="*/ 0 w 43891200"/>
                <a:gd name="connsiteY5" fmla="*/ 0 h 5887037"/>
                <a:gd name="connsiteX0" fmla="*/ 0 w 43891200"/>
                <a:gd name="connsiteY0" fmla="*/ 0 h 5745966"/>
                <a:gd name="connsiteX1" fmla="*/ 43891200 w 43891200"/>
                <a:gd name="connsiteY1" fmla="*/ 0 h 5745966"/>
                <a:gd name="connsiteX2" fmla="*/ 43814319 w 43891200"/>
                <a:gd name="connsiteY2" fmla="*/ 5745966 h 5745966"/>
                <a:gd name="connsiteX3" fmla="*/ 21423313 w 43891200"/>
                <a:gd name="connsiteY3" fmla="*/ 3012175 h 5745966"/>
                <a:gd name="connsiteX4" fmla="*/ 84664 w 43891200"/>
                <a:gd name="connsiteY4" fmla="*/ 5531673 h 5745966"/>
                <a:gd name="connsiteX5" fmla="*/ 0 w 43891200"/>
                <a:gd name="connsiteY5" fmla="*/ 0 h 5745966"/>
                <a:gd name="connsiteX0" fmla="*/ 0 w 43891200"/>
                <a:gd name="connsiteY0" fmla="*/ 0 h 5774180"/>
                <a:gd name="connsiteX1" fmla="*/ 43891200 w 43891200"/>
                <a:gd name="connsiteY1" fmla="*/ 0 h 5774180"/>
                <a:gd name="connsiteX2" fmla="*/ 43814319 w 43891200"/>
                <a:gd name="connsiteY2" fmla="*/ 5774180 h 5774180"/>
                <a:gd name="connsiteX3" fmla="*/ 21423313 w 43891200"/>
                <a:gd name="connsiteY3" fmla="*/ 3012175 h 5774180"/>
                <a:gd name="connsiteX4" fmla="*/ 84664 w 43891200"/>
                <a:gd name="connsiteY4" fmla="*/ 5531673 h 5774180"/>
                <a:gd name="connsiteX5" fmla="*/ 0 w 43891200"/>
                <a:gd name="connsiteY5" fmla="*/ 0 h 5774180"/>
                <a:gd name="connsiteX0" fmla="*/ 6633 w 43897833"/>
                <a:gd name="connsiteY0" fmla="*/ 0 h 5774180"/>
                <a:gd name="connsiteX1" fmla="*/ 43897833 w 43897833"/>
                <a:gd name="connsiteY1" fmla="*/ 0 h 5774180"/>
                <a:gd name="connsiteX2" fmla="*/ 43820952 w 43897833"/>
                <a:gd name="connsiteY2" fmla="*/ 5774180 h 5774180"/>
                <a:gd name="connsiteX3" fmla="*/ 21429946 w 43897833"/>
                <a:gd name="connsiteY3" fmla="*/ 3012175 h 5774180"/>
                <a:gd name="connsiteX4" fmla="*/ 0 w 43897833"/>
                <a:gd name="connsiteY4" fmla="*/ 5757386 h 5774180"/>
                <a:gd name="connsiteX5" fmla="*/ 6633 w 43897833"/>
                <a:gd name="connsiteY5" fmla="*/ 0 h 5774180"/>
                <a:gd name="connsiteX0" fmla="*/ 6633 w 43897833"/>
                <a:gd name="connsiteY0" fmla="*/ 0 h 5785600"/>
                <a:gd name="connsiteX1" fmla="*/ 43897833 w 43897833"/>
                <a:gd name="connsiteY1" fmla="*/ 0 h 5785600"/>
                <a:gd name="connsiteX2" fmla="*/ 43820952 w 43897833"/>
                <a:gd name="connsiteY2" fmla="*/ 5774180 h 5785600"/>
                <a:gd name="connsiteX3" fmla="*/ 21429946 w 43897833"/>
                <a:gd name="connsiteY3" fmla="*/ 3012175 h 5785600"/>
                <a:gd name="connsiteX4" fmla="*/ 0 w 43897833"/>
                <a:gd name="connsiteY4" fmla="*/ 5785600 h 5785600"/>
                <a:gd name="connsiteX5" fmla="*/ 6633 w 43897833"/>
                <a:gd name="connsiteY5" fmla="*/ 0 h 5785600"/>
                <a:gd name="connsiteX0" fmla="*/ 6633 w 43897833"/>
                <a:gd name="connsiteY0" fmla="*/ 0 h 5785600"/>
                <a:gd name="connsiteX1" fmla="*/ 43897833 w 43897833"/>
                <a:gd name="connsiteY1" fmla="*/ 0 h 5785600"/>
                <a:gd name="connsiteX2" fmla="*/ 43829914 w 43897833"/>
                <a:gd name="connsiteY2" fmla="*/ 5757562 h 5785600"/>
                <a:gd name="connsiteX3" fmla="*/ 21429946 w 43897833"/>
                <a:gd name="connsiteY3" fmla="*/ 3012175 h 5785600"/>
                <a:gd name="connsiteX4" fmla="*/ 0 w 43897833"/>
                <a:gd name="connsiteY4" fmla="*/ 5785600 h 5785600"/>
                <a:gd name="connsiteX5" fmla="*/ 6633 w 43897833"/>
                <a:gd name="connsiteY5" fmla="*/ 0 h 5785600"/>
                <a:gd name="connsiteX0" fmla="*/ 6633 w 43884390"/>
                <a:gd name="connsiteY0" fmla="*/ 4153 h 5789753"/>
                <a:gd name="connsiteX1" fmla="*/ 43884390 w 43884390"/>
                <a:gd name="connsiteY1" fmla="*/ 0 h 5789753"/>
                <a:gd name="connsiteX2" fmla="*/ 43829914 w 43884390"/>
                <a:gd name="connsiteY2" fmla="*/ 5761715 h 5789753"/>
                <a:gd name="connsiteX3" fmla="*/ 21429946 w 43884390"/>
                <a:gd name="connsiteY3" fmla="*/ 3016328 h 5789753"/>
                <a:gd name="connsiteX4" fmla="*/ 0 w 43884390"/>
                <a:gd name="connsiteY4" fmla="*/ 5789753 h 5789753"/>
                <a:gd name="connsiteX5" fmla="*/ 6633 w 43884390"/>
                <a:gd name="connsiteY5" fmla="*/ 4153 h 5789753"/>
                <a:gd name="connsiteX0" fmla="*/ 6633 w 43884392"/>
                <a:gd name="connsiteY0" fmla="*/ 0 h 5785600"/>
                <a:gd name="connsiteX1" fmla="*/ 43884392 w 43884392"/>
                <a:gd name="connsiteY1" fmla="*/ 1 h 5785600"/>
                <a:gd name="connsiteX2" fmla="*/ 43829914 w 43884392"/>
                <a:gd name="connsiteY2" fmla="*/ 5757562 h 5785600"/>
                <a:gd name="connsiteX3" fmla="*/ 21429946 w 43884392"/>
                <a:gd name="connsiteY3" fmla="*/ 3012175 h 5785600"/>
                <a:gd name="connsiteX4" fmla="*/ 0 w 43884392"/>
                <a:gd name="connsiteY4" fmla="*/ 5785600 h 5785600"/>
                <a:gd name="connsiteX5" fmla="*/ 6633 w 43884392"/>
                <a:gd name="connsiteY5" fmla="*/ 0 h 5785600"/>
                <a:gd name="connsiteX0" fmla="*/ 6633 w 43876785"/>
                <a:gd name="connsiteY0" fmla="*/ 7053 h 5792653"/>
                <a:gd name="connsiteX1" fmla="*/ 43876785 w 43876785"/>
                <a:gd name="connsiteY1" fmla="*/ 0 h 5792653"/>
                <a:gd name="connsiteX2" fmla="*/ 43829914 w 43876785"/>
                <a:gd name="connsiteY2" fmla="*/ 5764615 h 5792653"/>
                <a:gd name="connsiteX3" fmla="*/ 21429946 w 43876785"/>
                <a:gd name="connsiteY3" fmla="*/ 3019228 h 5792653"/>
                <a:gd name="connsiteX4" fmla="*/ 0 w 43876785"/>
                <a:gd name="connsiteY4" fmla="*/ 5792653 h 5792653"/>
                <a:gd name="connsiteX5" fmla="*/ 6633 w 43876785"/>
                <a:gd name="connsiteY5" fmla="*/ 7053 h 5792653"/>
                <a:gd name="connsiteX0" fmla="*/ 6633 w 43876785"/>
                <a:gd name="connsiteY0" fmla="*/ 7053 h 5792653"/>
                <a:gd name="connsiteX1" fmla="*/ 43876785 w 43876785"/>
                <a:gd name="connsiteY1" fmla="*/ 0 h 5792653"/>
                <a:gd name="connsiteX2" fmla="*/ 43826108 w 43876785"/>
                <a:gd name="connsiteY2" fmla="*/ 5764615 h 5792653"/>
                <a:gd name="connsiteX3" fmla="*/ 21429946 w 43876785"/>
                <a:gd name="connsiteY3" fmla="*/ 3019228 h 5792653"/>
                <a:gd name="connsiteX4" fmla="*/ 0 w 43876785"/>
                <a:gd name="connsiteY4" fmla="*/ 5792653 h 5792653"/>
                <a:gd name="connsiteX5" fmla="*/ 6633 w 43876785"/>
                <a:gd name="connsiteY5" fmla="*/ 7053 h 5792653"/>
                <a:gd name="connsiteX0" fmla="*/ 6633 w 43876785"/>
                <a:gd name="connsiteY0" fmla="*/ 7053 h 5792653"/>
                <a:gd name="connsiteX1" fmla="*/ 43876785 w 43876785"/>
                <a:gd name="connsiteY1" fmla="*/ 0 h 5792653"/>
                <a:gd name="connsiteX2" fmla="*/ 43826108 w 43876785"/>
                <a:gd name="connsiteY2" fmla="*/ 5764615 h 5792653"/>
                <a:gd name="connsiteX3" fmla="*/ 21852793 w 43876785"/>
                <a:gd name="connsiteY3" fmla="*/ 3019229 h 5792653"/>
                <a:gd name="connsiteX4" fmla="*/ 0 w 43876785"/>
                <a:gd name="connsiteY4" fmla="*/ 5792653 h 5792653"/>
                <a:gd name="connsiteX5" fmla="*/ 6633 w 43876785"/>
                <a:gd name="connsiteY5" fmla="*/ 7053 h 5792653"/>
                <a:gd name="connsiteX0" fmla="*/ 6633 w 43876785"/>
                <a:gd name="connsiteY0" fmla="*/ 7053 h 5792653"/>
                <a:gd name="connsiteX1" fmla="*/ 43876785 w 43876785"/>
                <a:gd name="connsiteY1" fmla="*/ 0 h 5792653"/>
                <a:gd name="connsiteX2" fmla="*/ 43826108 w 43876785"/>
                <a:gd name="connsiteY2" fmla="*/ 5764615 h 5792653"/>
                <a:gd name="connsiteX3" fmla="*/ 21852793 w 43876785"/>
                <a:gd name="connsiteY3" fmla="*/ 3019229 h 5792653"/>
                <a:gd name="connsiteX4" fmla="*/ 0 w 43876785"/>
                <a:gd name="connsiteY4" fmla="*/ 5792653 h 5792653"/>
                <a:gd name="connsiteX5" fmla="*/ 6633 w 43876785"/>
                <a:gd name="connsiteY5" fmla="*/ 7053 h 5792653"/>
                <a:gd name="connsiteX0" fmla="*/ 6633 w 43876785"/>
                <a:gd name="connsiteY0" fmla="*/ 7053 h 5792653"/>
                <a:gd name="connsiteX1" fmla="*/ 43876785 w 43876785"/>
                <a:gd name="connsiteY1" fmla="*/ 0 h 5792653"/>
                <a:gd name="connsiteX2" fmla="*/ 43826108 w 43876785"/>
                <a:gd name="connsiteY2" fmla="*/ 5764615 h 5792653"/>
                <a:gd name="connsiteX3" fmla="*/ 21964377 w 43876785"/>
                <a:gd name="connsiteY3" fmla="*/ 3000419 h 5792653"/>
                <a:gd name="connsiteX4" fmla="*/ 0 w 43876785"/>
                <a:gd name="connsiteY4" fmla="*/ 5792653 h 5792653"/>
                <a:gd name="connsiteX5" fmla="*/ 6633 w 43876785"/>
                <a:gd name="connsiteY5" fmla="*/ 7053 h 5792653"/>
                <a:gd name="connsiteX0" fmla="*/ 6633 w 43876785"/>
                <a:gd name="connsiteY0" fmla="*/ 7053 h 5792653"/>
                <a:gd name="connsiteX1" fmla="*/ 43876785 w 43876785"/>
                <a:gd name="connsiteY1" fmla="*/ 0 h 5792653"/>
                <a:gd name="connsiteX2" fmla="*/ 43826108 w 43876785"/>
                <a:gd name="connsiteY2" fmla="*/ 5764615 h 5792653"/>
                <a:gd name="connsiteX3" fmla="*/ 21944088 w 43876785"/>
                <a:gd name="connsiteY3" fmla="*/ 3000419 h 5792653"/>
                <a:gd name="connsiteX4" fmla="*/ 0 w 43876785"/>
                <a:gd name="connsiteY4" fmla="*/ 5792653 h 5792653"/>
                <a:gd name="connsiteX5" fmla="*/ 6633 w 43876785"/>
                <a:gd name="connsiteY5" fmla="*/ 7053 h 5792653"/>
                <a:gd name="connsiteX0" fmla="*/ 6633 w 43876785"/>
                <a:gd name="connsiteY0" fmla="*/ 7053 h 5792653"/>
                <a:gd name="connsiteX1" fmla="*/ 43876785 w 43876785"/>
                <a:gd name="connsiteY1" fmla="*/ 0 h 5792653"/>
                <a:gd name="connsiteX2" fmla="*/ 43826108 w 43876785"/>
                <a:gd name="connsiteY2" fmla="*/ 5764615 h 5792653"/>
                <a:gd name="connsiteX3" fmla="*/ 21923799 w 43876785"/>
                <a:gd name="connsiteY3" fmla="*/ 3009824 h 5792653"/>
                <a:gd name="connsiteX4" fmla="*/ 0 w 43876785"/>
                <a:gd name="connsiteY4" fmla="*/ 5792653 h 5792653"/>
                <a:gd name="connsiteX5" fmla="*/ 6633 w 43876785"/>
                <a:gd name="connsiteY5" fmla="*/ 7053 h 5792653"/>
                <a:gd name="connsiteX0" fmla="*/ 6633 w 43876785"/>
                <a:gd name="connsiteY0" fmla="*/ 7053 h 5792653"/>
                <a:gd name="connsiteX1" fmla="*/ 43876785 w 43876785"/>
                <a:gd name="connsiteY1" fmla="*/ 0 h 5792653"/>
                <a:gd name="connsiteX2" fmla="*/ 43826108 w 43876785"/>
                <a:gd name="connsiteY2" fmla="*/ 5764615 h 5792653"/>
                <a:gd name="connsiteX3" fmla="*/ 21923799 w 43876785"/>
                <a:gd name="connsiteY3" fmla="*/ 3009824 h 5792653"/>
                <a:gd name="connsiteX4" fmla="*/ 0 w 43876785"/>
                <a:gd name="connsiteY4" fmla="*/ 5792653 h 5792653"/>
                <a:gd name="connsiteX5" fmla="*/ 6633 w 43876785"/>
                <a:gd name="connsiteY5" fmla="*/ 7053 h 5792653"/>
                <a:gd name="connsiteX0" fmla="*/ 6633 w 43876785"/>
                <a:gd name="connsiteY0" fmla="*/ 7053 h 5792653"/>
                <a:gd name="connsiteX1" fmla="*/ 43876785 w 43876785"/>
                <a:gd name="connsiteY1" fmla="*/ 0 h 5792653"/>
                <a:gd name="connsiteX2" fmla="*/ 43826108 w 43876785"/>
                <a:gd name="connsiteY2" fmla="*/ 5764615 h 5792653"/>
                <a:gd name="connsiteX3" fmla="*/ 21923799 w 43876785"/>
                <a:gd name="connsiteY3" fmla="*/ 3009824 h 5792653"/>
                <a:gd name="connsiteX4" fmla="*/ 0 w 43876785"/>
                <a:gd name="connsiteY4" fmla="*/ 5792653 h 5792653"/>
                <a:gd name="connsiteX5" fmla="*/ 6633 w 43876785"/>
                <a:gd name="connsiteY5" fmla="*/ 7053 h 5792653"/>
                <a:gd name="connsiteX0" fmla="*/ 6633 w 43876785"/>
                <a:gd name="connsiteY0" fmla="*/ 7053 h 5792653"/>
                <a:gd name="connsiteX1" fmla="*/ 43876785 w 43876785"/>
                <a:gd name="connsiteY1" fmla="*/ 0 h 5792653"/>
                <a:gd name="connsiteX2" fmla="*/ 43826108 w 43876785"/>
                <a:gd name="connsiteY2" fmla="*/ 5764615 h 5792653"/>
                <a:gd name="connsiteX3" fmla="*/ 21923799 w 43876785"/>
                <a:gd name="connsiteY3" fmla="*/ 3009824 h 5792653"/>
                <a:gd name="connsiteX4" fmla="*/ 0 w 43876785"/>
                <a:gd name="connsiteY4" fmla="*/ 5792653 h 5792653"/>
                <a:gd name="connsiteX5" fmla="*/ 6633 w 43876785"/>
                <a:gd name="connsiteY5" fmla="*/ 7053 h 5792653"/>
                <a:gd name="connsiteX0" fmla="*/ 6633 w 43876785"/>
                <a:gd name="connsiteY0" fmla="*/ 7053 h 5792653"/>
                <a:gd name="connsiteX1" fmla="*/ 43876785 w 43876785"/>
                <a:gd name="connsiteY1" fmla="*/ 0 h 5792653"/>
                <a:gd name="connsiteX2" fmla="*/ 43826108 w 43876785"/>
                <a:gd name="connsiteY2" fmla="*/ 5764615 h 5792653"/>
                <a:gd name="connsiteX3" fmla="*/ 21923799 w 43876785"/>
                <a:gd name="connsiteY3" fmla="*/ 3009824 h 5792653"/>
                <a:gd name="connsiteX4" fmla="*/ 0 w 43876785"/>
                <a:gd name="connsiteY4" fmla="*/ 5792653 h 5792653"/>
                <a:gd name="connsiteX5" fmla="*/ 6633 w 43876785"/>
                <a:gd name="connsiteY5" fmla="*/ 7053 h 5792653"/>
                <a:gd name="connsiteX0" fmla="*/ 6633 w 43876785"/>
                <a:gd name="connsiteY0" fmla="*/ 7053 h 5792653"/>
                <a:gd name="connsiteX1" fmla="*/ 43876785 w 43876785"/>
                <a:gd name="connsiteY1" fmla="*/ 0 h 5792653"/>
                <a:gd name="connsiteX2" fmla="*/ 43826108 w 43876785"/>
                <a:gd name="connsiteY2" fmla="*/ 5764615 h 5792653"/>
                <a:gd name="connsiteX3" fmla="*/ 21923799 w 43876785"/>
                <a:gd name="connsiteY3" fmla="*/ 3009824 h 5792653"/>
                <a:gd name="connsiteX4" fmla="*/ 0 w 43876785"/>
                <a:gd name="connsiteY4" fmla="*/ 5792653 h 5792653"/>
                <a:gd name="connsiteX5" fmla="*/ 6633 w 43876785"/>
                <a:gd name="connsiteY5" fmla="*/ 7053 h 5792653"/>
                <a:gd name="connsiteX0" fmla="*/ 6633 w 43876785"/>
                <a:gd name="connsiteY0" fmla="*/ 7053 h 5792653"/>
                <a:gd name="connsiteX1" fmla="*/ 43876785 w 43876785"/>
                <a:gd name="connsiteY1" fmla="*/ 0 h 5792653"/>
                <a:gd name="connsiteX2" fmla="*/ 43826108 w 43876785"/>
                <a:gd name="connsiteY2" fmla="*/ 5764615 h 5792653"/>
                <a:gd name="connsiteX3" fmla="*/ 21923799 w 43876785"/>
                <a:gd name="connsiteY3" fmla="*/ 3009824 h 5792653"/>
                <a:gd name="connsiteX4" fmla="*/ 0 w 43876785"/>
                <a:gd name="connsiteY4" fmla="*/ 5792653 h 5792653"/>
                <a:gd name="connsiteX5" fmla="*/ 6633 w 43876785"/>
                <a:gd name="connsiteY5" fmla="*/ 7053 h 5792653"/>
                <a:gd name="connsiteX0" fmla="*/ 6633 w 43876785"/>
                <a:gd name="connsiteY0" fmla="*/ 7053 h 5792653"/>
                <a:gd name="connsiteX1" fmla="*/ 43876785 w 43876785"/>
                <a:gd name="connsiteY1" fmla="*/ 0 h 5792653"/>
                <a:gd name="connsiteX2" fmla="*/ 43826108 w 43876785"/>
                <a:gd name="connsiteY2" fmla="*/ 5764615 h 5792653"/>
                <a:gd name="connsiteX3" fmla="*/ 21923799 w 43876785"/>
                <a:gd name="connsiteY3" fmla="*/ 3009824 h 5792653"/>
                <a:gd name="connsiteX4" fmla="*/ 0 w 43876785"/>
                <a:gd name="connsiteY4" fmla="*/ 5792653 h 5792653"/>
                <a:gd name="connsiteX5" fmla="*/ 6633 w 43876785"/>
                <a:gd name="connsiteY5" fmla="*/ 7053 h 5792653"/>
                <a:gd name="connsiteX0" fmla="*/ 6633 w 43876785"/>
                <a:gd name="connsiteY0" fmla="*/ 7053 h 5792653"/>
                <a:gd name="connsiteX1" fmla="*/ 43876785 w 43876785"/>
                <a:gd name="connsiteY1" fmla="*/ 0 h 5792653"/>
                <a:gd name="connsiteX2" fmla="*/ 43826108 w 43876785"/>
                <a:gd name="connsiteY2" fmla="*/ 5764615 h 5792653"/>
                <a:gd name="connsiteX3" fmla="*/ 21923799 w 43876785"/>
                <a:gd name="connsiteY3" fmla="*/ 3009824 h 5792653"/>
                <a:gd name="connsiteX4" fmla="*/ 0 w 43876785"/>
                <a:gd name="connsiteY4" fmla="*/ 5792653 h 5792653"/>
                <a:gd name="connsiteX5" fmla="*/ 6633 w 43876785"/>
                <a:gd name="connsiteY5" fmla="*/ 7053 h 5792653"/>
                <a:gd name="connsiteX0" fmla="*/ 6633 w 43876785"/>
                <a:gd name="connsiteY0" fmla="*/ 7053 h 5801199"/>
                <a:gd name="connsiteX1" fmla="*/ 43876785 w 43876785"/>
                <a:gd name="connsiteY1" fmla="*/ 0 h 5801199"/>
                <a:gd name="connsiteX2" fmla="*/ 43831664 w 43876785"/>
                <a:gd name="connsiteY2" fmla="*/ 5801199 h 5801199"/>
                <a:gd name="connsiteX3" fmla="*/ 21923799 w 43876785"/>
                <a:gd name="connsiteY3" fmla="*/ 3009824 h 5801199"/>
                <a:gd name="connsiteX4" fmla="*/ 0 w 43876785"/>
                <a:gd name="connsiteY4" fmla="*/ 5792653 h 5801199"/>
                <a:gd name="connsiteX5" fmla="*/ 6633 w 43876785"/>
                <a:gd name="connsiteY5" fmla="*/ 7053 h 5801199"/>
                <a:gd name="connsiteX0" fmla="*/ 6633 w 43876785"/>
                <a:gd name="connsiteY0" fmla="*/ 7053 h 5811651"/>
                <a:gd name="connsiteX1" fmla="*/ 43876785 w 43876785"/>
                <a:gd name="connsiteY1" fmla="*/ 0 h 5811651"/>
                <a:gd name="connsiteX2" fmla="*/ 43826110 w 43876785"/>
                <a:gd name="connsiteY2" fmla="*/ 5811651 h 5811651"/>
                <a:gd name="connsiteX3" fmla="*/ 21923799 w 43876785"/>
                <a:gd name="connsiteY3" fmla="*/ 3009824 h 5811651"/>
                <a:gd name="connsiteX4" fmla="*/ 0 w 43876785"/>
                <a:gd name="connsiteY4" fmla="*/ 5792653 h 5811651"/>
                <a:gd name="connsiteX5" fmla="*/ 6633 w 43876785"/>
                <a:gd name="connsiteY5" fmla="*/ 7053 h 5811651"/>
                <a:gd name="connsiteX0" fmla="*/ -1 w 43870151"/>
                <a:gd name="connsiteY0" fmla="*/ 7053 h 5818785"/>
                <a:gd name="connsiteX1" fmla="*/ 43870151 w 43870151"/>
                <a:gd name="connsiteY1" fmla="*/ 0 h 5818785"/>
                <a:gd name="connsiteX2" fmla="*/ 43819476 w 43870151"/>
                <a:gd name="connsiteY2" fmla="*/ 5811651 h 5818785"/>
                <a:gd name="connsiteX3" fmla="*/ 21917165 w 43870151"/>
                <a:gd name="connsiteY3" fmla="*/ 3009824 h 5818785"/>
                <a:gd name="connsiteX4" fmla="*/ 4477 w 43870151"/>
                <a:gd name="connsiteY4" fmla="*/ 5818785 h 5818785"/>
                <a:gd name="connsiteX5" fmla="*/ -1 w 43870151"/>
                <a:gd name="connsiteY5" fmla="*/ 7053 h 5818785"/>
                <a:gd name="connsiteX0" fmla="*/ 239 w 43870391"/>
                <a:gd name="connsiteY0" fmla="*/ 7053 h 5814778"/>
                <a:gd name="connsiteX1" fmla="*/ 43870391 w 43870391"/>
                <a:gd name="connsiteY1" fmla="*/ 0 h 5814778"/>
                <a:gd name="connsiteX2" fmla="*/ 43819716 w 43870391"/>
                <a:gd name="connsiteY2" fmla="*/ 5811651 h 5814778"/>
                <a:gd name="connsiteX3" fmla="*/ 21917405 w 43870391"/>
                <a:gd name="connsiteY3" fmla="*/ 3009824 h 5814778"/>
                <a:gd name="connsiteX4" fmla="*/ 457 w 43870391"/>
                <a:gd name="connsiteY4" fmla="*/ 5814778 h 5814778"/>
                <a:gd name="connsiteX5" fmla="*/ 239 w 43870391"/>
                <a:gd name="connsiteY5" fmla="*/ 7053 h 5814778"/>
                <a:gd name="connsiteX0" fmla="*/ 239 w 43870391"/>
                <a:gd name="connsiteY0" fmla="*/ 7053 h 5811651"/>
                <a:gd name="connsiteX1" fmla="*/ 43870391 w 43870391"/>
                <a:gd name="connsiteY1" fmla="*/ 0 h 5811651"/>
                <a:gd name="connsiteX2" fmla="*/ 43819716 w 43870391"/>
                <a:gd name="connsiteY2" fmla="*/ 5811651 h 5811651"/>
                <a:gd name="connsiteX3" fmla="*/ 21917405 w 43870391"/>
                <a:gd name="connsiteY3" fmla="*/ 3009824 h 5811651"/>
                <a:gd name="connsiteX4" fmla="*/ 457 w 43870391"/>
                <a:gd name="connsiteY4" fmla="*/ 5806763 h 5811651"/>
                <a:gd name="connsiteX5" fmla="*/ 239 w 43870391"/>
                <a:gd name="connsiteY5" fmla="*/ 7053 h 5811651"/>
                <a:gd name="connsiteX0" fmla="*/ 239 w 43870391"/>
                <a:gd name="connsiteY0" fmla="*/ 7053 h 5811651"/>
                <a:gd name="connsiteX1" fmla="*/ 43870391 w 43870391"/>
                <a:gd name="connsiteY1" fmla="*/ 0 h 5811651"/>
                <a:gd name="connsiteX2" fmla="*/ 43819716 w 43870391"/>
                <a:gd name="connsiteY2" fmla="*/ 5811651 h 5811651"/>
                <a:gd name="connsiteX3" fmla="*/ 21917405 w 43870391"/>
                <a:gd name="connsiteY3" fmla="*/ 3009824 h 5811651"/>
                <a:gd name="connsiteX4" fmla="*/ 457 w 43870391"/>
                <a:gd name="connsiteY4" fmla="*/ 5798748 h 5811651"/>
                <a:gd name="connsiteX5" fmla="*/ 239 w 43870391"/>
                <a:gd name="connsiteY5" fmla="*/ 7053 h 5811651"/>
                <a:gd name="connsiteX0" fmla="*/ 239 w 43870391"/>
                <a:gd name="connsiteY0" fmla="*/ 7053 h 5811651"/>
                <a:gd name="connsiteX1" fmla="*/ 43870391 w 43870391"/>
                <a:gd name="connsiteY1" fmla="*/ 0 h 5811651"/>
                <a:gd name="connsiteX2" fmla="*/ 43819716 w 43870391"/>
                <a:gd name="connsiteY2" fmla="*/ 5811651 h 5811651"/>
                <a:gd name="connsiteX3" fmla="*/ 21917405 w 43870391"/>
                <a:gd name="connsiteY3" fmla="*/ 3009824 h 5811651"/>
                <a:gd name="connsiteX4" fmla="*/ 457 w 43870391"/>
                <a:gd name="connsiteY4" fmla="*/ 5798748 h 5811651"/>
                <a:gd name="connsiteX5" fmla="*/ 239 w 43870391"/>
                <a:gd name="connsiteY5" fmla="*/ 7053 h 5811651"/>
                <a:gd name="connsiteX0" fmla="*/ 239 w 43842825"/>
                <a:gd name="connsiteY0" fmla="*/ 7053 h 5811651"/>
                <a:gd name="connsiteX1" fmla="*/ 43842825 w 43842825"/>
                <a:gd name="connsiteY1" fmla="*/ 0 h 5811651"/>
                <a:gd name="connsiteX2" fmla="*/ 43819716 w 43842825"/>
                <a:gd name="connsiteY2" fmla="*/ 5811651 h 5811651"/>
                <a:gd name="connsiteX3" fmla="*/ 21917405 w 43842825"/>
                <a:gd name="connsiteY3" fmla="*/ 3009824 h 5811651"/>
                <a:gd name="connsiteX4" fmla="*/ 457 w 43842825"/>
                <a:gd name="connsiteY4" fmla="*/ 5798748 h 5811651"/>
                <a:gd name="connsiteX5" fmla="*/ 239 w 43842825"/>
                <a:gd name="connsiteY5" fmla="*/ 7053 h 5811651"/>
                <a:gd name="connsiteX0" fmla="*/ 239 w 43824446"/>
                <a:gd name="connsiteY0" fmla="*/ 7053 h 5811651"/>
                <a:gd name="connsiteX1" fmla="*/ 43824446 w 43824446"/>
                <a:gd name="connsiteY1" fmla="*/ 0 h 5811651"/>
                <a:gd name="connsiteX2" fmla="*/ 43819716 w 43824446"/>
                <a:gd name="connsiteY2" fmla="*/ 5811651 h 5811651"/>
                <a:gd name="connsiteX3" fmla="*/ 21917405 w 43824446"/>
                <a:gd name="connsiteY3" fmla="*/ 3009824 h 5811651"/>
                <a:gd name="connsiteX4" fmla="*/ 457 w 43824446"/>
                <a:gd name="connsiteY4" fmla="*/ 5798748 h 5811651"/>
                <a:gd name="connsiteX5" fmla="*/ 239 w 43824446"/>
                <a:gd name="connsiteY5" fmla="*/ 7053 h 5811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824446" h="5811651">
                  <a:moveTo>
                    <a:pt x="239" y="7053"/>
                  </a:moveTo>
                  <a:lnTo>
                    <a:pt x="43824446" y="0"/>
                  </a:lnTo>
                  <a:cubicBezTo>
                    <a:pt x="43822869" y="1937217"/>
                    <a:pt x="43821293" y="3874434"/>
                    <a:pt x="43819716" y="5811651"/>
                  </a:cubicBezTo>
                  <a:cubicBezTo>
                    <a:pt x="38268362" y="4032785"/>
                    <a:pt x="30438085" y="2966157"/>
                    <a:pt x="21917405" y="3009824"/>
                  </a:cubicBezTo>
                  <a:cubicBezTo>
                    <a:pt x="14614291" y="3047251"/>
                    <a:pt x="6453731" y="3277510"/>
                    <a:pt x="457" y="5798748"/>
                  </a:cubicBezTo>
                  <a:cubicBezTo>
                    <a:pt x="-1036" y="3861504"/>
                    <a:pt x="1732" y="1944297"/>
                    <a:pt x="239" y="705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16"/>
            <p:cNvSpPr/>
            <p:nvPr userDrawn="1"/>
          </p:nvSpPr>
          <p:spPr>
            <a:xfrm>
              <a:off x="-4323" y="5744"/>
              <a:ext cx="27440229" cy="4555641"/>
            </a:xfrm>
            <a:custGeom>
              <a:avLst/>
              <a:gdLst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0 w 43891200"/>
                <a:gd name="connsiteY3" fmla="*/ 7027483 h 7027483"/>
                <a:gd name="connsiteX4" fmla="*/ 0 w 43891200"/>
                <a:gd name="connsiteY4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617527 w 43891200"/>
                <a:gd name="connsiteY3" fmla="*/ 6999261 h 7027483"/>
                <a:gd name="connsiteX4" fmla="*/ 0 w 43891200"/>
                <a:gd name="connsiteY4" fmla="*/ 7027483 h 7027483"/>
                <a:gd name="connsiteX5" fmla="*/ 0 w 43891200"/>
                <a:gd name="connsiteY5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448200 w 43891200"/>
                <a:gd name="connsiteY3" fmla="*/ 3838305 h 7027483"/>
                <a:gd name="connsiteX4" fmla="*/ 0 w 43891200"/>
                <a:gd name="connsiteY4" fmla="*/ 7027483 h 7027483"/>
                <a:gd name="connsiteX5" fmla="*/ 0 w 43891200"/>
                <a:gd name="connsiteY5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448200 w 43891200"/>
                <a:gd name="connsiteY3" fmla="*/ 3838305 h 7027483"/>
                <a:gd name="connsiteX4" fmla="*/ 28221 w 43891200"/>
                <a:gd name="connsiteY4" fmla="*/ 6688809 h 7027483"/>
                <a:gd name="connsiteX5" fmla="*/ 0 w 43891200"/>
                <a:gd name="connsiteY5" fmla="*/ 0 h 7027483"/>
                <a:gd name="connsiteX0" fmla="*/ 0 w 43891200"/>
                <a:gd name="connsiteY0" fmla="*/ 0 h 7100503"/>
                <a:gd name="connsiteX1" fmla="*/ 43891200 w 43891200"/>
                <a:gd name="connsiteY1" fmla="*/ 0 h 7100503"/>
                <a:gd name="connsiteX2" fmla="*/ 43891200 w 43891200"/>
                <a:gd name="connsiteY2" fmla="*/ 7027483 h 7100503"/>
                <a:gd name="connsiteX3" fmla="*/ 21448200 w 43891200"/>
                <a:gd name="connsiteY3" fmla="*/ 3838305 h 7100503"/>
                <a:gd name="connsiteX4" fmla="*/ 28221 w 43891200"/>
                <a:gd name="connsiteY4" fmla="*/ 6688809 h 7100503"/>
                <a:gd name="connsiteX5" fmla="*/ 0 w 43891200"/>
                <a:gd name="connsiteY5" fmla="*/ 0 h 7100503"/>
                <a:gd name="connsiteX0" fmla="*/ 0 w 43891200"/>
                <a:gd name="connsiteY0" fmla="*/ 0 h 7100503"/>
                <a:gd name="connsiteX1" fmla="*/ 43891200 w 43891200"/>
                <a:gd name="connsiteY1" fmla="*/ 0 h 7100503"/>
                <a:gd name="connsiteX2" fmla="*/ 43891200 w 43891200"/>
                <a:gd name="connsiteY2" fmla="*/ 7027483 h 7100503"/>
                <a:gd name="connsiteX3" fmla="*/ 21448200 w 43891200"/>
                <a:gd name="connsiteY3" fmla="*/ 3838305 h 7100503"/>
                <a:gd name="connsiteX4" fmla="*/ 28221 w 43891200"/>
                <a:gd name="connsiteY4" fmla="*/ 6688809 h 7100503"/>
                <a:gd name="connsiteX5" fmla="*/ 0 w 43891200"/>
                <a:gd name="connsiteY5" fmla="*/ 0 h 710050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448200 w 43891200"/>
                <a:gd name="connsiteY3" fmla="*/ 3838305 h 7027483"/>
                <a:gd name="connsiteX4" fmla="*/ 28221 w 43891200"/>
                <a:gd name="connsiteY4" fmla="*/ 6688809 h 7027483"/>
                <a:gd name="connsiteX5" fmla="*/ 0 w 43891200"/>
                <a:gd name="connsiteY5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448200 w 43891200"/>
                <a:gd name="connsiteY3" fmla="*/ 3838305 h 7027483"/>
                <a:gd name="connsiteX4" fmla="*/ 28221 w 43891200"/>
                <a:gd name="connsiteY4" fmla="*/ 6688809 h 7027483"/>
                <a:gd name="connsiteX5" fmla="*/ 0 w 43891200"/>
                <a:gd name="connsiteY5" fmla="*/ 0 h 7027483"/>
                <a:gd name="connsiteX0" fmla="*/ 0 w 43891200"/>
                <a:gd name="connsiteY0" fmla="*/ 0 h 7027483"/>
                <a:gd name="connsiteX1" fmla="*/ 43891200 w 43891200"/>
                <a:gd name="connsiteY1" fmla="*/ 0 h 7027483"/>
                <a:gd name="connsiteX2" fmla="*/ 43891200 w 43891200"/>
                <a:gd name="connsiteY2" fmla="*/ 7027483 h 7027483"/>
                <a:gd name="connsiteX3" fmla="*/ 21448200 w 43891200"/>
                <a:gd name="connsiteY3" fmla="*/ 3838305 h 7027483"/>
                <a:gd name="connsiteX4" fmla="*/ 28221 w 43891200"/>
                <a:gd name="connsiteY4" fmla="*/ 6688809 h 7027483"/>
                <a:gd name="connsiteX5" fmla="*/ 0 w 43891200"/>
                <a:gd name="connsiteY5" fmla="*/ 0 h 7027483"/>
                <a:gd name="connsiteX0" fmla="*/ 0 w 43968081"/>
                <a:gd name="connsiteY0" fmla="*/ 0 h 6688809"/>
                <a:gd name="connsiteX1" fmla="*/ 43891200 w 43968081"/>
                <a:gd name="connsiteY1" fmla="*/ 0 h 6688809"/>
                <a:gd name="connsiteX2" fmla="*/ 43968081 w 43968081"/>
                <a:gd name="connsiteY2" fmla="*/ 6358199 h 6688809"/>
                <a:gd name="connsiteX3" fmla="*/ 21448200 w 43968081"/>
                <a:gd name="connsiteY3" fmla="*/ 3838305 h 6688809"/>
                <a:gd name="connsiteX4" fmla="*/ 28221 w 43968081"/>
                <a:gd name="connsiteY4" fmla="*/ 6688809 h 6688809"/>
                <a:gd name="connsiteX5" fmla="*/ 0 w 43968081"/>
                <a:gd name="connsiteY5" fmla="*/ 0 h 6688809"/>
                <a:gd name="connsiteX0" fmla="*/ 0 w 43891200"/>
                <a:gd name="connsiteY0" fmla="*/ 0 h 6688809"/>
                <a:gd name="connsiteX1" fmla="*/ 43891200 w 43891200"/>
                <a:gd name="connsiteY1" fmla="*/ 0 h 6688809"/>
                <a:gd name="connsiteX2" fmla="*/ 43793664 w 43891200"/>
                <a:gd name="connsiteY2" fmla="*/ 6218350 h 6688809"/>
                <a:gd name="connsiteX3" fmla="*/ 21448200 w 43891200"/>
                <a:gd name="connsiteY3" fmla="*/ 3838305 h 6688809"/>
                <a:gd name="connsiteX4" fmla="*/ 28221 w 43891200"/>
                <a:gd name="connsiteY4" fmla="*/ 6688809 h 6688809"/>
                <a:gd name="connsiteX5" fmla="*/ 0 w 43891200"/>
                <a:gd name="connsiteY5" fmla="*/ 0 h 6688809"/>
                <a:gd name="connsiteX0" fmla="*/ 0 w 43891200"/>
                <a:gd name="connsiteY0" fmla="*/ 0 h 6688809"/>
                <a:gd name="connsiteX1" fmla="*/ 43891200 w 43891200"/>
                <a:gd name="connsiteY1" fmla="*/ 0 h 6688809"/>
                <a:gd name="connsiteX2" fmla="*/ 43823938 w 43891200"/>
                <a:gd name="connsiteY2" fmla="*/ 6183672 h 6688809"/>
                <a:gd name="connsiteX3" fmla="*/ 21448200 w 43891200"/>
                <a:gd name="connsiteY3" fmla="*/ 3838305 h 6688809"/>
                <a:gd name="connsiteX4" fmla="*/ 28221 w 43891200"/>
                <a:gd name="connsiteY4" fmla="*/ 6688809 h 6688809"/>
                <a:gd name="connsiteX5" fmla="*/ 0 w 43891200"/>
                <a:gd name="connsiteY5" fmla="*/ 0 h 6688809"/>
                <a:gd name="connsiteX0" fmla="*/ 0 w 43823938"/>
                <a:gd name="connsiteY0" fmla="*/ 0 h 6688809"/>
                <a:gd name="connsiteX1" fmla="*/ 43800376 w 43823938"/>
                <a:gd name="connsiteY1" fmla="*/ 0 h 6688809"/>
                <a:gd name="connsiteX2" fmla="*/ 43823938 w 43823938"/>
                <a:gd name="connsiteY2" fmla="*/ 6183672 h 6688809"/>
                <a:gd name="connsiteX3" fmla="*/ 21448200 w 43823938"/>
                <a:gd name="connsiteY3" fmla="*/ 3838305 h 6688809"/>
                <a:gd name="connsiteX4" fmla="*/ 28221 w 43823938"/>
                <a:gd name="connsiteY4" fmla="*/ 6688809 h 6688809"/>
                <a:gd name="connsiteX5" fmla="*/ 0 w 43823938"/>
                <a:gd name="connsiteY5" fmla="*/ 0 h 6688809"/>
                <a:gd name="connsiteX0" fmla="*/ 0 w 43883631"/>
                <a:gd name="connsiteY0" fmla="*/ 0 h 6688809"/>
                <a:gd name="connsiteX1" fmla="*/ 43883631 w 43883631"/>
                <a:gd name="connsiteY1" fmla="*/ 41614 h 6688809"/>
                <a:gd name="connsiteX2" fmla="*/ 43823938 w 43883631"/>
                <a:gd name="connsiteY2" fmla="*/ 6183672 h 6688809"/>
                <a:gd name="connsiteX3" fmla="*/ 21448200 w 43883631"/>
                <a:gd name="connsiteY3" fmla="*/ 3838305 h 6688809"/>
                <a:gd name="connsiteX4" fmla="*/ 28221 w 43883631"/>
                <a:gd name="connsiteY4" fmla="*/ 6688809 h 6688809"/>
                <a:gd name="connsiteX5" fmla="*/ 0 w 43883631"/>
                <a:gd name="connsiteY5" fmla="*/ 0 h 6688809"/>
                <a:gd name="connsiteX0" fmla="*/ 0 w 43876062"/>
                <a:gd name="connsiteY0" fmla="*/ 0 h 6688809"/>
                <a:gd name="connsiteX1" fmla="*/ 43876062 w 43876062"/>
                <a:gd name="connsiteY1" fmla="*/ 6936 h 6688809"/>
                <a:gd name="connsiteX2" fmla="*/ 43823938 w 43876062"/>
                <a:gd name="connsiteY2" fmla="*/ 6183672 h 6688809"/>
                <a:gd name="connsiteX3" fmla="*/ 21448200 w 43876062"/>
                <a:gd name="connsiteY3" fmla="*/ 3838305 h 6688809"/>
                <a:gd name="connsiteX4" fmla="*/ 28221 w 43876062"/>
                <a:gd name="connsiteY4" fmla="*/ 6688809 h 6688809"/>
                <a:gd name="connsiteX5" fmla="*/ 0 w 43876062"/>
                <a:gd name="connsiteY5" fmla="*/ 0 h 6688809"/>
                <a:gd name="connsiteX0" fmla="*/ 0 w 43883634"/>
                <a:gd name="connsiteY0" fmla="*/ 6936 h 6695745"/>
                <a:gd name="connsiteX1" fmla="*/ 43883634 w 43883634"/>
                <a:gd name="connsiteY1" fmla="*/ 0 h 6695745"/>
                <a:gd name="connsiteX2" fmla="*/ 43823938 w 43883634"/>
                <a:gd name="connsiteY2" fmla="*/ 6190608 h 6695745"/>
                <a:gd name="connsiteX3" fmla="*/ 21448200 w 43883634"/>
                <a:gd name="connsiteY3" fmla="*/ 3845241 h 6695745"/>
                <a:gd name="connsiteX4" fmla="*/ 28221 w 43883634"/>
                <a:gd name="connsiteY4" fmla="*/ 6695745 h 6695745"/>
                <a:gd name="connsiteX5" fmla="*/ 0 w 43883634"/>
                <a:gd name="connsiteY5" fmla="*/ 6936 h 6695745"/>
                <a:gd name="connsiteX0" fmla="*/ 0 w 43883634"/>
                <a:gd name="connsiteY0" fmla="*/ 6936 h 6695745"/>
                <a:gd name="connsiteX1" fmla="*/ 43883634 w 43883634"/>
                <a:gd name="connsiteY1" fmla="*/ 0 h 6695745"/>
                <a:gd name="connsiteX2" fmla="*/ 43827740 w 43883634"/>
                <a:gd name="connsiteY2" fmla="*/ 6180150 h 6695745"/>
                <a:gd name="connsiteX3" fmla="*/ 21448200 w 43883634"/>
                <a:gd name="connsiteY3" fmla="*/ 3845241 h 6695745"/>
                <a:gd name="connsiteX4" fmla="*/ 28221 w 43883634"/>
                <a:gd name="connsiteY4" fmla="*/ 6695745 h 6695745"/>
                <a:gd name="connsiteX5" fmla="*/ 0 w 43883634"/>
                <a:gd name="connsiteY5" fmla="*/ 6936 h 6695745"/>
                <a:gd name="connsiteX0" fmla="*/ 0 w 43883634"/>
                <a:gd name="connsiteY0" fmla="*/ 6936 h 6695745"/>
                <a:gd name="connsiteX1" fmla="*/ 43883634 w 43883634"/>
                <a:gd name="connsiteY1" fmla="*/ 0 h 6695745"/>
                <a:gd name="connsiteX2" fmla="*/ 43827740 w 43883634"/>
                <a:gd name="connsiteY2" fmla="*/ 6180150 h 6695745"/>
                <a:gd name="connsiteX3" fmla="*/ 21986368 w 43883634"/>
                <a:gd name="connsiteY3" fmla="*/ 3845241 h 6695745"/>
                <a:gd name="connsiteX4" fmla="*/ 28221 w 43883634"/>
                <a:gd name="connsiteY4" fmla="*/ 6695745 h 6695745"/>
                <a:gd name="connsiteX5" fmla="*/ 0 w 43883634"/>
                <a:gd name="connsiteY5" fmla="*/ 6936 h 6695745"/>
                <a:gd name="connsiteX0" fmla="*/ 0 w 43883634"/>
                <a:gd name="connsiteY0" fmla="*/ 6936 h 6695745"/>
                <a:gd name="connsiteX1" fmla="*/ 43883634 w 43883634"/>
                <a:gd name="connsiteY1" fmla="*/ 0 h 6695745"/>
                <a:gd name="connsiteX2" fmla="*/ 43827740 w 43883634"/>
                <a:gd name="connsiteY2" fmla="*/ 6180150 h 6695745"/>
                <a:gd name="connsiteX3" fmla="*/ 21871047 w 43883634"/>
                <a:gd name="connsiteY3" fmla="*/ 3810016 h 6695745"/>
                <a:gd name="connsiteX4" fmla="*/ 28221 w 43883634"/>
                <a:gd name="connsiteY4" fmla="*/ 6695745 h 6695745"/>
                <a:gd name="connsiteX5" fmla="*/ 0 w 43883634"/>
                <a:gd name="connsiteY5" fmla="*/ 6936 h 6695745"/>
                <a:gd name="connsiteX0" fmla="*/ 0 w 43883634"/>
                <a:gd name="connsiteY0" fmla="*/ 6936 h 6695745"/>
                <a:gd name="connsiteX1" fmla="*/ 43883634 w 43883634"/>
                <a:gd name="connsiteY1" fmla="*/ 0 h 6695745"/>
                <a:gd name="connsiteX2" fmla="*/ 43827740 w 43883634"/>
                <a:gd name="connsiteY2" fmla="*/ 6180150 h 6695745"/>
                <a:gd name="connsiteX3" fmla="*/ 21982633 w 43883634"/>
                <a:gd name="connsiteY3" fmla="*/ 3782129 h 6695745"/>
                <a:gd name="connsiteX4" fmla="*/ 28221 w 43883634"/>
                <a:gd name="connsiteY4" fmla="*/ 6695745 h 6695745"/>
                <a:gd name="connsiteX5" fmla="*/ 0 w 43883634"/>
                <a:gd name="connsiteY5" fmla="*/ 6936 h 6695745"/>
                <a:gd name="connsiteX0" fmla="*/ 0 w 43883634"/>
                <a:gd name="connsiteY0" fmla="*/ 6936 h 6695745"/>
                <a:gd name="connsiteX1" fmla="*/ 43883634 w 43883634"/>
                <a:gd name="connsiteY1" fmla="*/ 0 h 6695745"/>
                <a:gd name="connsiteX2" fmla="*/ 43827740 w 43883634"/>
                <a:gd name="connsiteY2" fmla="*/ 6180150 h 6695745"/>
                <a:gd name="connsiteX3" fmla="*/ 21911623 w 43883634"/>
                <a:gd name="connsiteY3" fmla="*/ 3791425 h 6695745"/>
                <a:gd name="connsiteX4" fmla="*/ 28221 w 43883634"/>
                <a:gd name="connsiteY4" fmla="*/ 6695745 h 6695745"/>
                <a:gd name="connsiteX5" fmla="*/ 0 w 43883634"/>
                <a:gd name="connsiteY5" fmla="*/ 6936 h 6695745"/>
                <a:gd name="connsiteX0" fmla="*/ 0 w 43883634"/>
                <a:gd name="connsiteY0" fmla="*/ 6936 h 6695745"/>
                <a:gd name="connsiteX1" fmla="*/ 43883634 w 43883634"/>
                <a:gd name="connsiteY1" fmla="*/ 0 h 6695745"/>
                <a:gd name="connsiteX2" fmla="*/ 43827740 w 43883634"/>
                <a:gd name="connsiteY2" fmla="*/ 6180150 h 6695745"/>
                <a:gd name="connsiteX3" fmla="*/ 21911623 w 43883634"/>
                <a:gd name="connsiteY3" fmla="*/ 3791425 h 6695745"/>
                <a:gd name="connsiteX4" fmla="*/ 28221 w 43883634"/>
                <a:gd name="connsiteY4" fmla="*/ 6695745 h 6695745"/>
                <a:gd name="connsiteX5" fmla="*/ 0 w 43883634"/>
                <a:gd name="connsiteY5" fmla="*/ 6936 h 6695745"/>
                <a:gd name="connsiteX0" fmla="*/ 0 w 43883634"/>
                <a:gd name="connsiteY0" fmla="*/ 6936 h 6695745"/>
                <a:gd name="connsiteX1" fmla="*/ 43883634 w 43883634"/>
                <a:gd name="connsiteY1" fmla="*/ 0 h 6695745"/>
                <a:gd name="connsiteX2" fmla="*/ 43827740 w 43883634"/>
                <a:gd name="connsiteY2" fmla="*/ 6180150 h 6695745"/>
                <a:gd name="connsiteX3" fmla="*/ 21911623 w 43883634"/>
                <a:gd name="connsiteY3" fmla="*/ 3791425 h 6695745"/>
                <a:gd name="connsiteX4" fmla="*/ 28221 w 43883634"/>
                <a:gd name="connsiteY4" fmla="*/ 6695745 h 6695745"/>
                <a:gd name="connsiteX5" fmla="*/ 0 w 43883634"/>
                <a:gd name="connsiteY5" fmla="*/ 6936 h 6695745"/>
                <a:gd name="connsiteX0" fmla="*/ 0 w 43883634"/>
                <a:gd name="connsiteY0" fmla="*/ 6936 h 6695745"/>
                <a:gd name="connsiteX1" fmla="*/ 43883634 w 43883634"/>
                <a:gd name="connsiteY1" fmla="*/ 0 h 6695745"/>
                <a:gd name="connsiteX2" fmla="*/ 43827740 w 43883634"/>
                <a:gd name="connsiteY2" fmla="*/ 6180150 h 6695745"/>
                <a:gd name="connsiteX3" fmla="*/ 21911623 w 43883634"/>
                <a:gd name="connsiteY3" fmla="*/ 3791425 h 6695745"/>
                <a:gd name="connsiteX4" fmla="*/ 28221 w 43883634"/>
                <a:gd name="connsiteY4" fmla="*/ 6695745 h 6695745"/>
                <a:gd name="connsiteX5" fmla="*/ 0 w 43883634"/>
                <a:gd name="connsiteY5" fmla="*/ 6936 h 6695745"/>
                <a:gd name="connsiteX0" fmla="*/ 0 w 43883634"/>
                <a:gd name="connsiteY0" fmla="*/ 6936 h 6695745"/>
                <a:gd name="connsiteX1" fmla="*/ 43883634 w 43883634"/>
                <a:gd name="connsiteY1" fmla="*/ 0 h 6695745"/>
                <a:gd name="connsiteX2" fmla="*/ 43827740 w 43883634"/>
                <a:gd name="connsiteY2" fmla="*/ 6180150 h 6695745"/>
                <a:gd name="connsiteX3" fmla="*/ 21911623 w 43883634"/>
                <a:gd name="connsiteY3" fmla="*/ 3791425 h 6695745"/>
                <a:gd name="connsiteX4" fmla="*/ 28221 w 43883634"/>
                <a:gd name="connsiteY4" fmla="*/ 6695745 h 6695745"/>
                <a:gd name="connsiteX5" fmla="*/ 0 w 43883634"/>
                <a:gd name="connsiteY5" fmla="*/ 6936 h 6695745"/>
                <a:gd name="connsiteX0" fmla="*/ 0 w 43883634"/>
                <a:gd name="connsiteY0" fmla="*/ 6936 h 6695745"/>
                <a:gd name="connsiteX1" fmla="*/ 43883634 w 43883634"/>
                <a:gd name="connsiteY1" fmla="*/ 0 h 6695745"/>
                <a:gd name="connsiteX2" fmla="*/ 43827740 w 43883634"/>
                <a:gd name="connsiteY2" fmla="*/ 6180150 h 6695745"/>
                <a:gd name="connsiteX3" fmla="*/ 21911623 w 43883634"/>
                <a:gd name="connsiteY3" fmla="*/ 3791425 h 6695745"/>
                <a:gd name="connsiteX4" fmla="*/ 28221 w 43883634"/>
                <a:gd name="connsiteY4" fmla="*/ 6695745 h 6695745"/>
                <a:gd name="connsiteX5" fmla="*/ 0 w 43883634"/>
                <a:gd name="connsiteY5" fmla="*/ 6936 h 6695745"/>
                <a:gd name="connsiteX0" fmla="*/ 0 w 43883634"/>
                <a:gd name="connsiteY0" fmla="*/ 6936 h 6695745"/>
                <a:gd name="connsiteX1" fmla="*/ 43883634 w 43883634"/>
                <a:gd name="connsiteY1" fmla="*/ 0 h 6695745"/>
                <a:gd name="connsiteX2" fmla="*/ 43827740 w 43883634"/>
                <a:gd name="connsiteY2" fmla="*/ 6180150 h 6695745"/>
                <a:gd name="connsiteX3" fmla="*/ 21911623 w 43883634"/>
                <a:gd name="connsiteY3" fmla="*/ 3791425 h 6695745"/>
                <a:gd name="connsiteX4" fmla="*/ 28221 w 43883634"/>
                <a:gd name="connsiteY4" fmla="*/ 6695745 h 6695745"/>
                <a:gd name="connsiteX5" fmla="*/ 0 w 43883634"/>
                <a:gd name="connsiteY5" fmla="*/ 6936 h 6695745"/>
                <a:gd name="connsiteX0" fmla="*/ 0 w 43883634"/>
                <a:gd name="connsiteY0" fmla="*/ 6936 h 6695745"/>
                <a:gd name="connsiteX1" fmla="*/ 43883634 w 43883634"/>
                <a:gd name="connsiteY1" fmla="*/ 0 h 6695745"/>
                <a:gd name="connsiteX2" fmla="*/ 43827740 w 43883634"/>
                <a:gd name="connsiteY2" fmla="*/ 6180150 h 6695745"/>
                <a:gd name="connsiteX3" fmla="*/ 21911623 w 43883634"/>
                <a:gd name="connsiteY3" fmla="*/ 3791425 h 6695745"/>
                <a:gd name="connsiteX4" fmla="*/ 28221 w 43883634"/>
                <a:gd name="connsiteY4" fmla="*/ 6695745 h 6695745"/>
                <a:gd name="connsiteX5" fmla="*/ 0 w 43883634"/>
                <a:gd name="connsiteY5" fmla="*/ 6936 h 6695745"/>
                <a:gd name="connsiteX0" fmla="*/ 0 w 43883634"/>
                <a:gd name="connsiteY0" fmla="*/ 6936 h 6691837"/>
                <a:gd name="connsiteX1" fmla="*/ 43883634 w 43883634"/>
                <a:gd name="connsiteY1" fmla="*/ 0 h 6691837"/>
                <a:gd name="connsiteX2" fmla="*/ 43827740 w 43883634"/>
                <a:gd name="connsiteY2" fmla="*/ 6180150 h 6691837"/>
                <a:gd name="connsiteX3" fmla="*/ 21911623 w 43883634"/>
                <a:gd name="connsiteY3" fmla="*/ 3791425 h 6691837"/>
                <a:gd name="connsiteX4" fmla="*/ 66513 w 43883634"/>
                <a:gd name="connsiteY4" fmla="*/ 6691837 h 6691837"/>
                <a:gd name="connsiteX5" fmla="*/ 0 w 43883634"/>
                <a:gd name="connsiteY5" fmla="*/ 6936 h 6691837"/>
                <a:gd name="connsiteX0" fmla="*/ 0 w 43883634"/>
                <a:gd name="connsiteY0" fmla="*/ 6936 h 6695746"/>
                <a:gd name="connsiteX1" fmla="*/ 43883634 w 43883634"/>
                <a:gd name="connsiteY1" fmla="*/ 0 h 6695746"/>
                <a:gd name="connsiteX2" fmla="*/ 43827740 w 43883634"/>
                <a:gd name="connsiteY2" fmla="*/ 6180150 h 6695746"/>
                <a:gd name="connsiteX3" fmla="*/ 21911623 w 43883634"/>
                <a:gd name="connsiteY3" fmla="*/ 3791425 h 6695746"/>
                <a:gd name="connsiteX4" fmla="*/ 49494 w 43883634"/>
                <a:gd name="connsiteY4" fmla="*/ 6695746 h 6695746"/>
                <a:gd name="connsiteX5" fmla="*/ 0 w 43883634"/>
                <a:gd name="connsiteY5" fmla="*/ 6936 h 6695746"/>
                <a:gd name="connsiteX0" fmla="*/ 0 w 43883634"/>
                <a:gd name="connsiteY0" fmla="*/ 6936 h 6695746"/>
                <a:gd name="connsiteX1" fmla="*/ 43883634 w 43883634"/>
                <a:gd name="connsiteY1" fmla="*/ 0 h 6695746"/>
                <a:gd name="connsiteX2" fmla="*/ 43827740 w 43883634"/>
                <a:gd name="connsiteY2" fmla="*/ 6180150 h 6695746"/>
                <a:gd name="connsiteX3" fmla="*/ 21911623 w 43883634"/>
                <a:gd name="connsiteY3" fmla="*/ 3791425 h 6695746"/>
                <a:gd name="connsiteX4" fmla="*/ 49494 w 43883634"/>
                <a:gd name="connsiteY4" fmla="*/ 6695746 h 6695746"/>
                <a:gd name="connsiteX5" fmla="*/ 0 w 43883634"/>
                <a:gd name="connsiteY5" fmla="*/ 6936 h 6695746"/>
                <a:gd name="connsiteX0" fmla="*/ 0 w 43883634"/>
                <a:gd name="connsiteY0" fmla="*/ 6936 h 6695746"/>
                <a:gd name="connsiteX1" fmla="*/ 43883634 w 43883634"/>
                <a:gd name="connsiteY1" fmla="*/ 0 h 6695746"/>
                <a:gd name="connsiteX2" fmla="*/ 43827740 w 43883634"/>
                <a:gd name="connsiteY2" fmla="*/ 6180150 h 6695746"/>
                <a:gd name="connsiteX3" fmla="*/ 21911623 w 43883634"/>
                <a:gd name="connsiteY3" fmla="*/ 3791425 h 6695746"/>
                <a:gd name="connsiteX4" fmla="*/ 49494 w 43883634"/>
                <a:gd name="connsiteY4" fmla="*/ 6695746 h 6695746"/>
                <a:gd name="connsiteX5" fmla="*/ 0 w 43883634"/>
                <a:gd name="connsiteY5" fmla="*/ 6936 h 6695746"/>
                <a:gd name="connsiteX0" fmla="*/ 0 w 43883634"/>
                <a:gd name="connsiteY0" fmla="*/ 6936 h 6695746"/>
                <a:gd name="connsiteX1" fmla="*/ 43883634 w 43883634"/>
                <a:gd name="connsiteY1" fmla="*/ 0 h 6695746"/>
                <a:gd name="connsiteX2" fmla="*/ 43827740 w 43883634"/>
                <a:gd name="connsiteY2" fmla="*/ 6180150 h 6695746"/>
                <a:gd name="connsiteX3" fmla="*/ 21911623 w 43883634"/>
                <a:gd name="connsiteY3" fmla="*/ 3791425 h 6695746"/>
                <a:gd name="connsiteX4" fmla="*/ 49494 w 43883634"/>
                <a:gd name="connsiteY4" fmla="*/ 6695746 h 6695746"/>
                <a:gd name="connsiteX5" fmla="*/ 0 w 43883634"/>
                <a:gd name="connsiteY5" fmla="*/ 6936 h 6695746"/>
                <a:gd name="connsiteX0" fmla="*/ 0 w 43883634"/>
                <a:gd name="connsiteY0" fmla="*/ 6936 h 6695746"/>
                <a:gd name="connsiteX1" fmla="*/ 43883634 w 43883634"/>
                <a:gd name="connsiteY1" fmla="*/ 0 h 6695746"/>
                <a:gd name="connsiteX2" fmla="*/ 43827739 w 43883634"/>
                <a:gd name="connsiteY2" fmla="*/ 5777889 h 6695746"/>
                <a:gd name="connsiteX3" fmla="*/ 21911623 w 43883634"/>
                <a:gd name="connsiteY3" fmla="*/ 3791425 h 6695746"/>
                <a:gd name="connsiteX4" fmla="*/ 49494 w 43883634"/>
                <a:gd name="connsiteY4" fmla="*/ 6695746 h 6695746"/>
                <a:gd name="connsiteX5" fmla="*/ 0 w 43883634"/>
                <a:gd name="connsiteY5" fmla="*/ 6936 h 6695746"/>
                <a:gd name="connsiteX0" fmla="*/ 0 w 43883634"/>
                <a:gd name="connsiteY0" fmla="*/ 6936 h 6695746"/>
                <a:gd name="connsiteX1" fmla="*/ 43883634 w 43883634"/>
                <a:gd name="connsiteY1" fmla="*/ 0 h 6695746"/>
                <a:gd name="connsiteX2" fmla="*/ 43827739 w 43883634"/>
                <a:gd name="connsiteY2" fmla="*/ 5777889 h 6695746"/>
                <a:gd name="connsiteX3" fmla="*/ 21911623 w 43883634"/>
                <a:gd name="connsiteY3" fmla="*/ 3791425 h 6695746"/>
                <a:gd name="connsiteX4" fmla="*/ 49494 w 43883634"/>
                <a:gd name="connsiteY4" fmla="*/ 6695746 h 6695746"/>
                <a:gd name="connsiteX5" fmla="*/ 0 w 43883634"/>
                <a:gd name="connsiteY5" fmla="*/ 6936 h 6695746"/>
                <a:gd name="connsiteX0" fmla="*/ 0 w 43883634"/>
                <a:gd name="connsiteY0" fmla="*/ 6936 h 6695746"/>
                <a:gd name="connsiteX1" fmla="*/ 43883634 w 43883634"/>
                <a:gd name="connsiteY1" fmla="*/ 0 h 6695746"/>
                <a:gd name="connsiteX2" fmla="*/ 43827739 w 43883634"/>
                <a:gd name="connsiteY2" fmla="*/ 5777889 h 6695746"/>
                <a:gd name="connsiteX3" fmla="*/ 21911623 w 43883634"/>
                <a:gd name="connsiteY3" fmla="*/ 3791425 h 6695746"/>
                <a:gd name="connsiteX4" fmla="*/ 49494 w 43883634"/>
                <a:gd name="connsiteY4" fmla="*/ 6695746 h 6695746"/>
                <a:gd name="connsiteX5" fmla="*/ 0 w 43883634"/>
                <a:gd name="connsiteY5" fmla="*/ 6936 h 6695746"/>
                <a:gd name="connsiteX0" fmla="*/ 0 w 43883634"/>
                <a:gd name="connsiteY0" fmla="*/ 6936 h 6695746"/>
                <a:gd name="connsiteX1" fmla="*/ 43883634 w 43883634"/>
                <a:gd name="connsiteY1" fmla="*/ 0 h 6695746"/>
                <a:gd name="connsiteX2" fmla="*/ 43827739 w 43883634"/>
                <a:gd name="connsiteY2" fmla="*/ 5777889 h 6695746"/>
                <a:gd name="connsiteX3" fmla="*/ 21911623 w 43883634"/>
                <a:gd name="connsiteY3" fmla="*/ 3791425 h 6695746"/>
                <a:gd name="connsiteX4" fmla="*/ 49494 w 43883634"/>
                <a:gd name="connsiteY4" fmla="*/ 6695746 h 6695746"/>
                <a:gd name="connsiteX5" fmla="*/ 0 w 43883634"/>
                <a:gd name="connsiteY5" fmla="*/ 6936 h 6695746"/>
                <a:gd name="connsiteX0" fmla="*/ 0 w 43883634"/>
                <a:gd name="connsiteY0" fmla="*/ 6936 h 6695746"/>
                <a:gd name="connsiteX1" fmla="*/ 43883634 w 43883634"/>
                <a:gd name="connsiteY1" fmla="*/ 0 h 6695746"/>
                <a:gd name="connsiteX2" fmla="*/ 43827739 w 43883634"/>
                <a:gd name="connsiteY2" fmla="*/ 5777889 h 6695746"/>
                <a:gd name="connsiteX3" fmla="*/ 21911623 w 43883634"/>
                <a:gd name="connsiteY3" fmla="*/ 3791425 h 6695746"/>
                <a:gd name="connsiteX4" fmla="*/ 49494 w 43883634"/>
                <a:gd name="connsiteY4" fmla="*/ 6695746 h 6695746"/>
                <a:gd name="connsiteX5" fmla="*/ 0 w 43883634"/>
                <a:gd name="connsiteY5" fmla="*/ 6936 h 6695746"/>
                <a:gd name="connsiteX0" fmla="*/ 23933 w 43834140"/>
                <a:gd name="connsiteY0" fmla="*/ 15369 h 6695746"/>
                <a:gd name="connsiteX1" fmla="*/ 43834140 w 43834140"/>
                <a:gd name="connsiteY1" fmla="*/ 0 h 6695746"/>
                <a:gd name="connsiteX2" fmla="*/ 43778245 w 43834140"/>
                <a:gd name="connsiteY2" fmla="*/ 5777889 h 6695746"/>
                <a:gd name="connsiteX3" fmla="*/ 21862129 w 43834140"/>
                <a:gd name="connsiteY3" fmla="*/ 3791425 h 6695746"/>
                <a:gd name="connsiteX4" fmla="*/ 0 w 43834140"/>
                <a:gd name="connsiteY4" fmla="*/ 6695746 h 6695746"/>
                <a:gd name="connsiteX5" fmla="*/ 23933 w 43834140"/>
                <a:gd name="connsiteY5" fmla="*/ 15369 h 6695746"/>
                <a:gd name="connsiteX0" fmla="*/ 1414 w 43848334"/>
                <a:gd name="connsiteY0" fmla="*/ 15369 h 6695746"/>
                <a:gd name="connsiteX1" fmla="*/ 43848334 w 43848334"/>
                <a:gd name="connsiteY1" fmla="*/ 0 h 6695746"/>
                <a:gd name="connsiteX2" fmla="*/ 43792439 w 43848334"/>
                <a:gd name="connsiteY2" fmla="*/ 5777889 h 6695746"/>
                <a:gd name="connsiteX3" fmla="*/ 21876323 w 43848334"/>
                <a:gd name="connsiteY3" fmla="*/ 3791425 h 6695746"/>
                <a:gd name="connsiteX4" fmla="*/ 14194 w 43848334"/>
                <a:gd name="connsiteY4" fmla="*/ 6695746 h 6695746"/>
                <a:gd name="connsiteX5" fmla="*/ 1414 w 43848334"/>
                <a:gd name="connsiteY5" fmla="*/ 15369 h 6695746"/>
                <a:gd name="connsiteX0" fmla="*/ 1414 w 43792439"/>
                <a:gd name="connsiteY0" fmla="*/ 6936 h 6687313"/>
                <a:gd name="connsiteX1" fmla="*/ 43729019 w 43792439"/>
                <a:gd name="connsiteY1" fmla="*/ 0 h 6687313"/>
                <a:gd name="connsiteX2" fmla="*/ 43792439 w 43792439"/>
                <a:gd name="connsiteY2" fmla="*/ 5769456 h 6687313"/>
                <a:gd name="connsiteX3" fmla="*/ 21876323 w 43792439"/>
                <a:gd name="connsiteY3" fmla="*/ 3782992 h 6687313"/>
                <a:gd name="connsiteX4" fmla="*/ 14194 w 43792439"/>
                <a:gd name="connsiteY4" fmla="*/ 6687313 h 6687313"/>
                <a:gd name="connsiteX5" fmla="*/ 1414 w 43792439"/>
                <a:gd name="connsiteY5" fmla="*/ 6936 h 6687313"/>
                <a:gd name="connsiteX0" fmla="*/ 1414 w 43792439"/>
                <a:gd name="connsiteY0" fmla="*/ 0 h 6680377"/>
                <a:gd name="connsiteX1" fmla="*/ 43600524 w 43792439"/>
                <a:gd name="connsiteY1" fmla="*/ 77395 h 6680377"/>
                <a:gd name="connsiteX2" fmla="*/ 43792439 w 43792439"/>
                <a:gd name="connsiteY2" fmla="*/ 5762520 h 6680377"/>
                <a:gd name="connsiteX3" fmla="*/ 21876323 w 43792439"/>
                <a:gd name="connsiteY3" fmla="*/ 3776056 h 6680377"/>
                <a:gd name="connsiteX4" fmla="*/ 14194 w 43792439"/>
                <a:gd name="connsiteY4" fmla="*/ 6680377 h 6680377"/>
                <a:gd name="connsiteX5" fmla="*/ 1414 w 43792439"/>
                <a:gd name="connsiteY5" fmla="*/ 0 h 6680377"/>
                <a:gd name="connsiteX0" fmla="*/ 1414 w 43792439"/>
                <a:gd name="connsiteY0" fmla="*/ 0 h 6680377"/>
                <a:gd name="connsiteX1" fmla="*/ 43683128 w 43792439"/>
                <a:gd name="connsiteY1" fmla="*/ 119561 h 6680377"/>
                <a:gd name="connsiteX2" fmla="*/ 43792439 w 43792439"/>
                <a:gd name="connsiteY2" fmla="*/ 5762520 h 6680377"/>
                <a:gd name="connsiteX3" fmla="*/ 21876323 w 43792439"/>
                <a:gd name="connsiteY3" fmla="*/ 3776056 h 6680377"/>
                <a:gd name="connsiteX4" fmla="*/ 14194 w 43792439"/>
                <a:gd name="connsiteY4" fmla="*/ 6680377 h 6680377"/>
                <a:gd name="connsiteX5" fmla="*/ 1414 w 43792439"/>
                <a:gd name="connsiteY5" fmla="*/ 0 h 6680377"/>
                <a:gd name="connsiteX0" fmla="*/ 1414 w 43793267"/>
                <a:gd name="connsiteY0" fmla="*/ 0 h 6680377"/>
                <a:gd name="connsiteX1" fmla="*/ 43793267 w 43793267"/>
                <a:gd name="connsiteY1" fmla="*/ 1497 h 6680377"/>
                <a:gd name="connsiteX2" fmla="*/ 43792439 w 43793267"/>
                <a:gd name="connsiteY2" fmla="*/ 5762520 h 6680377"/>
                <a:gd name="connsiteX3" fmla="*/ 21876323 w 43793267"/>
                <a:gd name="connsiteY3" fmla="*/ 3776056 h 6680377"/>
                <a:gd name="connsiteX4" fmla="*/ 14194 w 43793267"/>
                <a:gd name="connsiteY4" fmla="*/ 6680377 h 6680377"/>
                <a:gd name="connsiteX5" fmla="*/ 1414 w 43793267"/>
                <a:gd name="connsiteY5" fmla="*/ 0 h 668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793267" h="6680377">
                  <a:moveTo>
                    <a:pt x="1414" y="0"/>
                  </a:moveTo>
                  <a:lnTo>
                    <a:pt x="43793267" y="1497"/>
                  </a:lnTo>
                  <a:cubicBezTo>
                    <a:pt x="43793267" y="2343991"/>
                    <a:pt x="43792439" y="3420026"/>
                    <a:pt x="43792439" y="5762520"/>
                  </a:cubicBezTo>
                  <a:cubicBezTo>
                    <a:pt x="38990659" y="4549272"/>
                    <a:pt x="29172697" y="3623080"/>
                    <a:pt x="21876323" y="3776056"/>
                  </a:cubicBezTo>
                  <a:cubicBezTo>
                    <a:pt x="14579949" y="3929032"/>
                    <a:pt x="6467468" y="4159139"/>
                    <a:pt x="14194" y="6680377"/>
                  </a:cubicBezTo>
                  <a:cubicBezTo>
                    <a:pt x="22172" y="4453585"/>
                    <a:pt x="-6564" y="2226792"/>
                    <a:pt x="141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/>
                </a:gs>
                <a:gs pos="10000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15"/>
            <p:cNvSpPr/>
            <p:nvPr userDrawn="1"/>
          </p:nvSpPr>
          <p:spPr>
            <a:xfrm>
              <a:off x="-14192" y="1382"/>
              <a:ext cx="27451941" cy="4570666"/>
            </a:xfrm>
            <a:custGeom>
              <a:avLst/>
              <a:gdLst>
                <a:gd name="connsiteX0" fmla="*/ 0 w 43891200"/>
                <a:gd name="connsiteY0" fmla="*/ 0 h 2171777"/>
                <a:gd name="connsiteX1" fmla="*/ 43891200 w 43891200"/>
                <a:gd name="connsiteY1" fmla="*/ 0 h 2171777"/>
                <a:gd name="connsiteX2" fmla="*/ 43891200 w 43891200"/>
                <a:gd name="connsiteY2" fmla="*/ 2171777 h 2171777"/>
                <a:gd name="connsiteX3" fmla="*/ 0 w 43891200"/>
                <a:gd name="connsiteY3" fmla="*/ 2171777 h 2171777"/>
                <a:gd name="connsiteX4" fmla="*/ 0 w 43891200"/>
                <a:gd name="connsiteY4" fmla="*/ 0 h 2171777"/>
                <a:gd name="connsiteX0" fmla="*/ 0 w 43891200"/>
                <a:gd name="connsiteY0" fmla="*/ 0 h 2171777"/>
                <a:gd name="connsiteX1" fmla="*/ 43891200 w 43891200"/>
                <a:gd name="connsiteY1" fmla="*/ 0 h 2171777"/>
                <a:gd name="connsiteX2" fmla="*/ 43891200 w 43891200"/>
                <a:gd name="connsiteY2" fmla="*/ 2171777 h 2171777"/>
                <a:gd name="connsiteX3" fmla="*/ 21843298 w 43891200"/>
                <a:gd name="connsiteY3" fmla="*/ 2143554 h 2171777"/>
                <a:gd name="connsiteX4" fmla="*/ 0 w 43891200"/>
                <a:gd name="connsiteY4" fmla="*/ 2171777 h 2171777"/>
                <a:gd name="connsiteX5" fmla="*/ 0 w 43891200"/>
                <a:gd name="connsiteY5" fmla="*/ 0 h 2171777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2143554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90029"/>
                <a:gd name="connsiteX1" fmla="*/ 43891200 w 43891200"/>
                <a:gd name="connsiteY1" fmla="*/ 0 h 5390029"/>
                <a:gd name="connsiteX2" fmla="*/ 43891200 w 43891200"/>
                <a:gd name="connsiteY2" fmla="*/ 2171777 h 5390029"/>
                <a:gd name="connsiteX3" fmla="*/ 21843298 w 43891200"/>
                <a:gd name="connsiteY3" fmla="*/ 2143554 h 5390029"/>
                <a:gd name="connsiteX4" fmla="*/ 28221 w 43891200"/>
                <a:gd name="connsiteY4" fmla="*/ 5360956 h 5390029"/>
                <a:gd name="connsiteX5" fmla="*/ 0 w 43891200"/>
                <a:gd name="connsiteY5" fmla="*/ 0 h 5390029"/>
                <a:gd name="connsiteX0" fmla="*/ 0 w 43891200"/>
                <a:gd name="connsiteY0" fmla="*/ 0 h 5390029"/>
                <a:gd name="connsiteX1" fmla="*/ 43891200 w 43891200"/>
                <a:gd name="connsiteY1" fmla="*/ 0 h 5390029"/>
                <a:gd name="connsiteX2" fmla="*/ 43891200 w 43891200"/>
                <a:gd name="connsiteY2" fmla="*/ 2171777 h 5390029"/>
                <a:gd name="connsiteX3" fmla="*/ 21843298 w 43891200"/>
                <a:gd name="connsiteY3" fmla="*/ 2143554 h 5390029"/>
                <a:gd name="connsiteX4" fmla="*/ 28221 w 43891200"/>
                <a:gd name="connsiteY4" fmla="*/ 5360956 h 5390029"/>
                <a:gd name="connsiteX5" fmla="*/ 0 w 43891200"/>
                <a:gd name="connsiteY5" fmla="*/ 0 h 5390029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2143554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2143554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2143554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2143554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2143554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2143554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2143554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2143554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2143554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2143554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2143554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2143554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2143554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1691988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1381537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1381537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1381537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1381537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1381537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1381537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1381537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1381537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200 w 43891200"/>
                <a:gd name="connsiteY2" fmla="*/ 2171777 h 5360956"/>
                <a:gd name="connsiteX3" fmla="*/ 21843298 w 43891200"/>
                <a:gd name="connsiteY3" fmla="*/ 1381537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778314 w 43891200"/>
                <a:gd name="connsiteY2" fmla="*/ 2171777 h 5360956"/>
                <a:gd name="connsiteX3" fmla="*/ 21843298 w 43891200"/>
                <a:gd name="connsiteY3" fmla="*/ 1381537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197 w 43891200"/>
                <a:gd name="connsiteY2" fmla="*/ 2143554 h 5360956"/>
                <a:gd name="connsiteX3" fmla="*/ 21843298 w 43891200"/>
                <a:gd name="connsiteY3" fmla="*/ 1381537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60956"/>
                <a:gd name="connsiteX1" fmla="*/ 43891200 w 43891200"/>
                <a:gd name="connsiteY1" fmla="*/ 0 h 5360956"/>
                <a:gd name="connsiteX2" fmla="*/ 43891197 w 43891200"/>
                <a:gd name="connsiteY2" fmla="*/ 2143554 h 5360956"/>
                <a:gd name="connsiteX3" fmla="*/ 21843298 w 43891200"/>
                <a:gd name="connsiteY3" fmla="*/ 1381537 h 5360956"/>
                <a:gd name="connsiteX4" fmla="*/ 28221 w 43891200"/>
                <a:gd name="connsiteY4" fmla="*/ 5360956 h 5360956"/>
                <a:gd name="connsiteX5" fmla="*/ 0 w 43891200"/>
                <a:gd name="connsiteY5" fmla="*/ 0 h 5360956"/>
                <a:gd name="connsiteX0" fmla="*/ 0 w 43891200"/>
                <a:gd name="connsiteY0" fmla="*/ 0 h 5383162"/>
                <a:gd name="connsiteX1" fmla="*/ 43891200 w 43891200"/>
                <a:gd name="connsiteY1" fmla="*/ 0 h 5383162"/>
                <a:gd name="connsiteX2" fmla="*/ 43891197 w 43891200"/>
                <a:gd name="connsiteY2" fmla="*/ 2143554 h 5383162"/>
                <a:gd name="connsiteX3" fmla="*/ 21843298 w 43891200"/>
                <a:gd name="connsiteY3" fmla="*/ 1381537 h 5383162"/>
                <a:gd name="connsiteX4" fmla="*/ 12981 w 43891200"/>
                <a:gd name="connsiteY4" fmla="*/ 5383162 h 5383162"/>
                <a:gd name="connsiteX5" fmla="*/ 0 w 43891200"/>
                <a:gd name="connsiteY5" fmla="*/ 0 h 5383162"/>
                <a:gd name="connsiteX0" fmla="*/ 0 w 43891200"/>
                <a:gd name="connsiteY0" fmla="*/ 0 h 5353553"/>
                <a:gd name="connsiteX1" fmla="*/ 43891200 w 43891200"/>
                <a:gd name="connsiteY1" fmla="*/ 0 h 5353553"/>
                <a:gd name="connsiteX2" fmla="*/ 43891197 w 43891200"/>
                <a:gd name="connsiteY2" fmla="*/ 2143554 h 5353553"/>
                <a:gd name="connsiteX3" fmla="*/ 21843298 w 43891200"/>
                <a:gd name="connsiteY3" fmla="*/ 1381537 h 5353553"/>
                <a:gd name="connsiteX4" fmla="*/ 12981 w 43891200"/>
                <a:gd name="connsiteY4" fmla="*/ 5353553 h 5353553"/>
                <a:gd name="connsiteX5" fmla="*/ 0 w 43891200"/>
                <a:gd name="connsiteY5" fmla="*/ 0 h 5353553"/>
                <a:gd name="connsiteX0" fmla="*/ 0 w 43891200"/>
                <a:gd name="connsiteY0" fmla="*/ 0 h 5375759"/>
                <a:gd name="connsiteX1" fmla="*/ 43891200 w 43891200"/>
                <a:gd name="connsiteY1" fmla="*/ 0 h 5375759"/>
                <a:gd name="connsiteX2" fmla="*/ 43891197 w 43891200"/>
                <a:gd name="connsiteY2" fmla="*/ 2143554 h 5375759"/>
                <a:gd name="connsiteX3" fmla="*/ 21843298 w 43891200"/>
                <a:gd name="connsiteY3" fmla="*/ 1381537 h 5375759"/>
                <a:gd name="connsiteX4" fmla="*/ 2821 w 43891200"/>
                <a:gd name="connsiteY4" fmla="*/ 5375759 h 5375759"/>
                <a:gd name="connsiteX5" fmla="*/ 0 w 43891200"/>
                <a:gd name="connsiteY5" fmla="*/ 0 h 5375759"/>
                <a:gd name="connsiteX0" fmla="*/ 0 w 43891200"/>
                <a:gd name="connsiteY0" fmla="*/ 0 h 5391472"/>
                <a:gd name="connsiteX1" fmla="*/ 43891200 w 43891200"/>
                <a:gd name="connsiteY1" fmla="*/ 0 h 5391472"/>
                <a:gd name="connsiteX2" fmla="*/ 43891197 w 43891200"/>
                <a:gd name="connsiteY2" fmla="*/ 2143554 h 5391472"/>
                <a:gd name="connsiteX3" fmla="*/ 21843298 w 43891200"/>
                <a:gd name="connsiteY3" fmla="*/ 1381537 h 5391472"/>
                <a:gd name="connsiteX4" fmla="*/ 24143 w 43891200"/>
                <a:gd name="connsiteY4" fmla="*/ 5391472 h 5391472"/>
                <a:gd name="connsiteX5" fmla="*/ 0 w 43891200"/>
                <a:gd name="connsiteY5" fmla="*/ 0 h 5391472"/>
                <a:gd name="connsiteX0" fmla="*/ 0 w 43891200"/>
                <a:gd name="connsiteY0" fmla="*/ 0 h 5388329"/>
                <a:gd name="connsiteX1" fmla="*/ 43891200 w 43891200"/>
                <a:gd name="connsiteY1" fmla="*/ 0 h 5388329"/>
                <a:gd name="connsiteX2" fmla="*/ 43891197 w 43891200"/>
                <a:gd name="connsiteY2" fmla="*/ 2143554 h 5388329"/>
                <a:gd name="connsiteX3" fmla="*/ 21843298 w 43891200"/>
                <a:gd name="connsiteY3" fmla="*/ 1381537 h 5388329"/>
                <a:gd name="connsiteX4" fmla="*/ 11350 w 43891200"/>
                <a:gd name="connsiteY4" fmla="*/ 5388329 h 5388329"/>
                <a:gd name="connsiteX5" fmla="*/ 0 w 43891200"/>
                <a:gd name="connsiteY5" fmla="*/ 0 h 5388329"/>
                <a:gd name="connsiteX0" fmla="*/ 0 w 43918796"/>
                <a:gd name="connsiteY0" fmla="*/ 0 h 5388329"/>
                <a:gd name="connsiteX1" fmla="*/ 43918796 w 43918796"/>
                <a:gd name="connsiteY1" fmla="*/ 0 h 5388329"/>
                <a:gd name="connsiteX2" fmla="*/ 43918793 w 43918796"/>
                <a:gd name="connsiteY2" fmla="*/ 2143554 h 5388329"/>
                <a:gd name="connsiteX3" fmla="*/ 21870894 w 43918796"/>
                <a:gd name="connsiteY3" fmla="*/ 1381537 h 5388329"/>
                <a:gd name="connsiteX4" fmla="*/ 38946 w 43918796"/>
                <a:gd name="connsiteY4" fmla="*/ 5388329 h 5388329"/>
                <a:gd name="connsiteX5" fmla="*/ 0 w 43918796"/>
                <a:gd name="connsiteY5" fmla="*/ 0 h 5388329"/>
                <a:gd name="connsiteX0" fmla="*/ 0 w 43882001"/>
                <a:gd name="connsiteY0" fmla="*/ 6780 h 5388329"/>
                <a:gd name="connsiteX1" fmla="*/ 43882001 w 43882001"/>
                <a:gd name="connsiteY1" fmla="*/ 0 h 5388329"/>
                <a:gd name="connsiteX2" fmla="*/ 43881998 w 43882001"/>
                <a:gd name="connsiteY2" fmla="*/ 2143554 h 5388329"/>
                <a:gd name="connsiteX3" fmla="*/ 21834099 w 43882001"/>
                <a:gd name="connsiteY3" fmla="*/ 1381537 h 5388329"/>
                <a:gd name="connsiteX4" fmla="*/ 2151 w 43882001"/>
                <a:gd name="connsiteY4" fmla="*/ 5388329 h 5388329"/>
                <a:gd name="connsiteX5" fmla="*/ 0 w 43882001"/>
                <a:gd name="connsiteY5" fmla="*/ 6780 h 5388329"/>
                <a:gd name="connsiteX0" fmla="*/ 0 w 43909597"/>
                <a:gd name="connsiteY0" fmla="*/ 6780 h 5388329"/>
                <a:gd name="connsiteX1" fmla="*/ 43909597 w 43909597"/>
                <a:gd name="connsiteY1" fmla="*/ 0 h 5388329"/>
                <a:gd name="connsiteX2" fmla="*/ 43909594 w 43909597"/>
                <a:gd name="connsiteY2" fmla="*/ 2143554 h 5388329"/>
                <a:gd name="connsiteX3" fmla="*/ 21861695 w 43909597"/>
                <a:gd name="connsiteY3" fmla="*/ 1381537 h 5388329"/>
                <a:gd name="connsiteX4" fmla="*/ 29747 w 43909597"/>
                <a:gd name="connsiteY4" fmla="*/ 5388329 h 5388329"/>
                <a:gd name="connsiteX5" fmla="*/ 0 w 43909597"/>
                <a:gd name="connsiteY5" fmla="*/ 6780 h 5388329"/>
                <a:gd name="connsiteX0" fmla="*/ 16283 w 43879886"/>
                <a:gd name="connsiteY0" fmla="*/ 13560 h 5388329"/>
                <a:gd name="connsiteX1" fmla="*/ 43879886 w 43879886"/>
                <a:gd name="connsiteY1" fmla="*/ 0 h 5388329"/>
                <a:gd name="connsiteX2" fmla="*/ 43879883 w 43879886"/>
                <a:gd name="connsiteY2" fmla="*/ 2143554 h 5388329"/>
                <a:gd name="connsiteX3" fmla="*/ 21831984 w 43879886"/>
                <a:gd name="connsiteY3" fmla="*/ 1381537 h 5388329"/>
                <a:gd name="connsiteX4" fmla="*/ 36 w 43879886"/>
                <a:gd name="connsiteY4" fmla="*/ 5388329 h 5388329"/>
                <a:gd name="connsiteX5" fmla="*/ 16283 w 43879886"/>
                <a:gd name="connsiteY5" fmla="*/ 13560 h 5388329"/>
                <a:gd name="connsiteX0" fmla="*/ 7118 w 43879920"/>
                <a:gd name="connsiteY0" fmla="*/ 6780 h 5388329"/>
                <a:gd name="connsiteX1" fmla="*/ 43879920 w 43879920"/>
                <a:gd name="connsiteY1" fmla="*/ 0 h 5388329"/>
                <a:gd name="connsiteX2" fmla="*/ 43879917 w 43879920"/>
                <a:gd name="connsiteY2" fmla="*/ 2143554 h 5388329"/>
                <a:gd name="connsiteX3" fmla="*/ 21832018 w 43879920"/>
                <a:gd name="connsiteY3" fmla="*/ 1381537 h 5388329"/>
                <a:gd name="connsiteX4" fmla="*/ 70 w 43879920"/>
                <a:gd name="connsiteY4" fmla="*/ 5388329 h 5388329"/>
                <a:gd name="connsiteX5" fmla="*/ 7118 w 43879920"/>
                <a:gd name="connsiteY5" fmla="*/ 6780 h 5388329"/>
                <a:gd name="connsiteX0" fmla="*/ 0 w 43900399"/>
                <a:gd name="connsiteY0" fmla="*/ 0 h 5388329"/>
                <a:gd name="connsiteX1" fmla="*/ 43900399 w 43900399"/>
                <a:gd name="connsiteY1" fmla="*/ 0 h 5388329"/>
                <a:gd name="connsiteX2" fmla="*/ 43900396 w 43900399"/>
                <a:gd name="connsiteY2" fmla="*/ 2143554 h 5388329"/>
                <a:gd name="connsiteX3" fmla="*/ 21852497 w 43900399"/>
                <a:gd name="connsiteY3" fmla="*/ 1381537 h 5388329"/>
                <a:gd name="connsiteX4" fmla="*/ 20549 w 43900399"/>
                <a:gd name="connsiteY4" fmla="*/ 5388329 h 5388329"/>
                <a:gd name="connsiteX5" fmla="*/ 0 w 43900399"/>
                <a:gd name="connsiteY5" fmla="*/ 0 h 5388329"/>
                <a:gd name="connsiteX0" fmla="*/ 0 w 43900396"/>
                <a:gd name="connsiteY0" fmla="*/ 0 h 5388329"/>
                <a:gd name="connsiteX1" fmla="*/ 43854405 w 43900396"/>
                <a:gd name="connsiteY1" fmla="*/ 27119 h 5388329"/>
                <a:gd name="connsiteX2" fmla="*/ 43900396 w 43900396"/>
                <a:gd name="connsiteY2" fmla="*/ 2143554 h 5388329"/>
                <a:gd name="connsiteX3" fmla="*/ 21852497 w 43900396"/>
                <a:gd name="connsiteY3" fmla="*/ 1381537 h 5388329"/>
                <a:gd name="connsiteX4" fmla="*/ 20549 w 43900396"/>
                <a:gd name="connsiteY4" fmla="*/ 5388329 h 5388329"/>
                <a:gd name="connsiteX5" fmla="*/ 0 w 43900396"/>
                <a:gd name="connsiteY5" fmla="*/ 0 h 5388329"/>
                <a:gd name="connsiteX0" fmla="*/ 0 w 43900398"/>
                <a:gd name="connsiteY0" fmla="*/ 0 h 5388329"/>
                <a:gd name="connsiteX1" fmla="*/ 43900398 w 43900398"/>
                <a:gd name="connsiteY1" fmla="*/ 6780 h 5388329"/>
                <a:gd name="connsiteX2" fmla="*/ 43900396 w 43900398"/>
                <a:gd name="connsiteY2" fmla="*/ 2143554 h 5388329"/>
                <a:gd name="connsiteX3" fmla="*/ 21852497 w 43900398"/>
                <a:gd name="connsiteY3" fmla="*/ 1381537 h 5388329"/>
                <a:gd name="connsiteX4" fmla="*/ 20549 w 43900398"/>
                <a:gd name="connsiteY4" fmla="*/ 5388329 h 5388329"/>
                <a:gd name="connsiteX5" fmla="*/ 0 w 43900398"/>
                <a:gd name="connsiteY5" fmla="*/ 0 h 5388329"/>
                <a:gd name="connsiteX0" fmla="*/ 0 w 43909598"/>
                <a:gd name="connsiteY0" fmla="*/ 0 h 5388329"/>
                <a:gd name="connsiteX1" fmla="*/ 43909598 w 43909598"/>
                <a:gd name="connsiteY1" fmla="*/ 6780 h 5388329"/>
                <a:gd name="connsiteX2" fmla="*/ 43900396 w 43909598"/>
                <a:gd name="connsiteY2" fmla="*/ 2143554 h 5388329"/>
                <a:gd name="connsiteX3" fmla="*/ 21852497 w 43909598"/>
                <a:gd name="connsiteY3" fmla="*/ 1381537 h 5388329"/>
                <a:gd name="connsiteX4" fmla="*/ 20549 w 43909598"/>
                <a:gd name="connsiteY4" fmla="*/ 5388329 h 5388329"/>
                <a:gd name="connsiteX5" fmla="*/ 0 w 43909598"/>
                <a:gd name="connsiteY5" fmla="*/ 0 h 5388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909598" h="5388329">
                  <a:moveTo>
                    <a:pt x="0" y="0"/>
                  </a:moveTo>
                  <a:lnTo>
                    <a:pt x="43909598" y="6780"/>
                  </a:lnTo>
                  <a:cubicBezTo>
                    <a:pt x="43909597" y="719038"/>
                    <a:pt x="43900397" y="1431296"/>
                    <a:pt x="43900396" y="2143554"/>
                  </a:cubicBezTo>
                  <a:cubicBezTo>
                    <a:pt x="37284373" y="1358490"/>
                    <a:pt x="29162993" y="845303"/>
                    <a:pt x="21852497" y="1381537"/>
                  </a:cubicBezTo>
                  <a:cubicBezTo>
                    <a:pt x="14542001" y="1917771"/>
                    <a:pt x="6144574" y="2782191"/>
                    <a:pt x="20549" y="5388329"/>
                  </a:cubicBezTo>
                  <a:cubicBezTo>
                    <a:pt x="19609" y="3596409"/>
                    <a:pt x="940" y="1791920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10000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noFill/>
                </a:ln>
                <a:solidFill>
                  <a:schemeClr val="accent1"/>
                </a:solidFill>
              </a:endParaRPr>
            </a:p>
          </p:txBody>
        </p:sp>
      </p:grpSp>
      <p:sp>
        <p:nvSpPr>
          <p:cNvPr id="70" name="Text Box 14"/>
          <p:cNvSpPr txBox="1">
            <a:spLocks noChangeArrowheads="1"/>
          </p:cNvSpPr>
          <p:nvPr userDrawn="1"/>
        </p:nvSpPr>
        <p:spPr bwMode="auto">
          <a:xfrm>
            <a:off x="1003118" y="32156325"/>
            <a:ext cx="3786383" cy="329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8297" tIns="39141" rIns="78297" bIns="39141">
            <a:spAutoFit/>
          </a:bodyPr>
          <a:lstStyle/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6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RESEARCH POSTER PRESENTATION DESIGN © 2019</a:t>
            </a:r>
          </a:p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05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www.PosterPresentations.com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57415EED-75C2-AE43-A5EF-4E2ABB3FB76B}"/>
              </a:ext>
            </a:extLst>
          </p:cNvPr>
          <p:cNvGrpSpPr/>
          <p:nvPr userDrawn="1"/>
        </p:nvGrpSpPr>
        <p:grpSpPr>
          <a:xfrm>
            <a:off x="-43304" y="11286"/>
            <a:ext cx="43905392" cy="4120075"/>
            <a:chOff x="-43304" y="11286"/>
            <a:chExt cx="43905392" cy="41200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406D62EB-FE0C-0140-83E4-ED5A9E10203A}"/>
                </a:ext>
              </a:extLst>
            </p:cNvPr>
            <p:cNvSpPr/>
            <p:nvPr userDrawn="1"/>
          </p:nvSpPr>
          <p:spPr>
            <a:xfrm>
              <a:off x="-1" y="1106328"/>
              <a:ext cx="43854834" cy="3025033"/>
            </a:xfrm>
            <a:prstGeom prst="rect">
              <a:avLst/>
            </a:prstGeom>
            <a:gradFill flip="none" rotWithShape="1">
              <a:gsLst>
                <a:gs pos="0">
                  <a:schemeClr val="accent6"/>
                </a:gs>
                <a:gs pos="100000">
                  <a:schemeClr val="accent1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xmlns="" id="{8F4220B3-A831-9C4F-9226-C23361689523}"/>
                </a:ext>
              </a:extLst>
            </p:cNvPr>
            <p:cNvGrpSpPr/>
            <p:nvPr userDrawn="1"/>
          </p:nvGrpSpPr>
          <p:grpSpPr>
            <a:xfrm>
              <a:off x="-43304" y="11286"/>
              <a:ext cx="43905392" cy="4036528"/>
              <a:chOff x="-14192" y="1382"/>
              <a:chExt cx="27451941" cy="4572641"/>
            </a:xfrm>
          </p:grpSpPr>
          <p:sp>
            <p:nvSpPr>
              <p:cNvPr id="24" name="Rectangle 16">
                <a:extLst>
                  <a:ext uri="{FF2B5EF4-FFF2-40B4-BE49-F238E27FC236}">
                    <a16:creationId xmlns:a16="http://schemas.microsoft.com/office/drawing/2014/main" xmlns="" id="{4376B7FE-11A5-384D-A302-91A839CAE7D7}"/>
                  </a:ext>
                </a:extLst>
              </p:cNvPr>
              <p:cNvSpPr/>
              <p:nvPr userDrawn="1"/>
            </p:nvSpPr>
            <p:spPr>
              <a:xfrm>
                <a:off x="4001" y="707797"/>
                <a:ext cx="27429212" cy="3866226"/>
              </a:xfrm>
              <a:custGeom>
                <a:avLst/>
                <a:gdLst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0 w 43891200"/>
                  <a:gd name="connsiteY3" fmla="*/ 7027483 h 7027483"/>
                  <a:gd name="connsiteX4" fmla="*/ 0 w 43891200"/>
                  <a:gd name="connsiteY4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617527 w 43891200"/>
                  <a:gd name="connsiteY3" fmla="*/ 6999261 h 7027483"/>
                  <a:gd name="connsiteX4" fmla="*/ 0 w 43891200"/>
                  <a:gd name="connsiteY4" fmla="*/ 7027483 h 7027483"/>
                  <a:gd name="connsiteX5" fmla="*/ 0 w 43891200"/>
                  <a:gd name="connsiteY5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448200 w 43891200"/>
                  <a:gd name="connsiteY3" fmla="*/ 3838305 h 7027483"/>
                  <a:gd name="connsiteX4" fmla="*/ 0 w 43891200"/>
                  <a:gd name="connsiteY4" fmla="*/ 7027483 h 7027483"/>
                  <a:gd name="connsiteX5" fmla="*/ 0 w 43891200"/>
                  <a:gd name="connsiteY5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448200 w 43891200"/>
                  <a:gd name="connsiteY3" fmla="*/ 3838305 h 7027483"/>
                  <a:gd name="connsiteX4" fmla="*/ 28221 w 43891200"/>
                  <a:gd name="connsiteY4" fmla="*/ 6688809 h 7027483"/>
                  <a:gd name="connsiteX5" fmla="*/ 0 w 43891200"/>
                  <a:gd name="connsiteY5" fmla="*/ 0 h 7027483"/>
                  <a:gd name="connsiteX0" fmla="*/ 0 w 43891200"/>
                  <a:gd name="connsiteY0" fmla="*/ 0 h 7100503"/>
                  <a:gd name="connsiteX1" fmla="*/ 43891200 w 43891200"/>
                  <a:gd name="connsiteY1" fmla="*/ 0 h 7100503"/>
                  <a:gd name="connsiteX2" fmla="*/ 43891200 w 43891200"/>
                  <a:gd name="connsiteY2" fmla="*/ 7027483 h 7100503"/>
                  <a:gd name="connsiteX3" fmla="*/ 21448200 w 43891200"/>
                  <a:gd name="connsiteY3" fmla="*/ 3838305 h 7100503"/>
                  <a:gd name="connsiteX4" fmla="*/ 28221 w 43891200"/>
                  <a:gd name="connsiteY4" fmla="*/ 6688809 h 7100503"/>
                  <a:gd name="connsiteX5" fmla="*/ 0 w 43891200"/>
                  <a:gd name="connsiteY5" fmla="*/ 0 h 7100503"/>
                  <a:gd name="connsiteX0" fmla="*/ 0 w 43891200"/>
                  <a:gd name="connsiteY0" fmla="*/ 0 h 7100503"/>
                  <a:gd name="connsiteX1" fmla="*/ 43891200 w 43891200"/>
                  <a:gd name="connsiteY1" fmla="*/ 0 h 7100503"/>
                  <a:gd name="connsiteX2" fmla="*/ 43891200 w 43891200"/>
                  <a:gd name="connsiteY2" fmla="*/ 7027483 h 7100503"/>
                  <a:gd name="connsiteX3" fmla="*/ 21448200 w 43891200"/>
                  <a:gd name="connsiteY3" fmla="*/ 3838305 h 7100503"/>
                  <a:gd name="connsiteX4" fmla="*/ 28221 w 43891200"/>
                  <a:gd name="connsiteY4" fmla="*/ 6688809 h 7100503"/>
                  <a:gd name="connsiteX5" fmla="*/ 0 w 43891200"/>
                  <a:gd name="connsiteY5" fmla="*/ 0 h 710050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448200 w 43891200"/>
                  <a:gd name="connsiteY3" fmla="*/ 3838305 h 7027483"/>
                  <a:gd name="connsiteX4" fmla="*/ 28221 w 43891200"/>
                  <a:gd name="connsiteY4" fmla="*/ 6688809 h 7027483"/>
                  <a:gd name="connsiteX5" fmla="*/ 0 w 43891200"/>
                  <a:gd name="connsiteY5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448200 w 43891200"/>
                  <a:gd name="connsiteY3" fmla="*/ 3838305 h 7027483"/>
                  <a:gd name="connsiteX4" fmla="*/ 28221 w 43891200"/>
                  <a:gd name="connsiteY4" fmla="*/ 6688809 h 7027483"/>
                  <a:gd name="connsiteX5" fmla="*/ 0 w 43891200"/>
                  <a:gd name="connsiteY5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448200 w 43891200"/>
                  <a:gd name="connsiteY3" fmla="*/ 3838305 h 7027483"/>
                  <a:gd name="connsiteX4" fmla="*/ 28221 w 43891200"/>
                  <a:gd name="connsiteY4" fmla="*/ 6688809 h 7027483"/>
                  <a:gd name="connsiteX5" fmla="*/ 0 w 43891200"/>
                  <a:gd name="connsiteY5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448200 w 43891200"/>
                  <a:gd name="connsiteY3" fmla="*/ 3838305 h 7027483"/>
                  <a:gd name="connsiteX4" fmla="*/ 84664 w 43891200"/>
                  <a:gd name="connsiteY4" fmla="*/ 5531673 h 7027483"/>
                  <a:gd name="connsiteX5" fmla="*/ 0 w 43891200"/>
                  <a:gd name="connsiteY5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532864 w 43891200"/>
                  <a:gd name="connsiteY3" fmla="*/ 3330294 h 7027483"/>
                  <a:gd name="connsiteX4" fmla="*/ 84664 w 43891200"/>
                  <a:gd name="connsiteY4" fmla="*/ 5531673 h 7027483"/>
                  <a:gd name="connsiteX5" fmla="*/ 0 w 43891200"/>
                  <a:gd name="connsiteY5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589306 w 43891200"/>
                  <a:gd name="connsiteY3" fmla="*/ 3104512 h 7027483"/>
                  <a:gd name="connsiteX4" fmla="*/ 84664 w 43891200"/>
                  <a:gd name="connsiteY4" fmla="*/ 5531673 h 7027483"/>
                  <a:gd name="connsiteX5" fmla="*/ 0 w 43891200"/>
                  <a:gd name="connsiteY5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589306 w 43891200"/>
                  <a:gd name="connsiteY3" fmla="*/ 3104512 h 7027483"/>
                  <a:gd name="connsiteX4" fmla="*/ 84664 w 43891200"/>
                  <a:gd name="connsiteY4" fmla="*/ 5531673 h 7027483"/>
                  <a:gd name="connsiteX5" fmla="*/ 0 w 43891200"/>
                  <a:gd name="connsiteY5" fmla="*/ 0 h 7027483"/>
                  <a:gd name="connsiteX0" fmla="*/ 0 w 43891200"/>
                  <a:gd name="connsiteY0" fmla="*/ 0 h 7272584"/>
                  <a:gd name="connsiteX1" fmla="*/ 43891200 w 43891200"/>
                  <a:gd name="connsiteY1" fmla="*/ 0 h 7272584"/>
                  <a:gd name="connsiteX2" fmla="*/ 43891200 w 43891200"/>
                  <a:gd name="connsiteY2" fmla="*/ 7027483 h 7272584"/>
                  <a:gd name="connsiteX3" fmla="*/ 37534349 w 43891200"/>
                  <a:gd name="connsiteY3" fmla="*/ 5432466 h 7272584"/>
                  <a:gd name="connsiteX4" fmla="*/ 21589306 w 43891200"/>
                  <a:gd name="connsiteY4" fmla="*/ 3104512 h 7272584"/>
                  <a:gd name="connsiteX5" fmla="*/ 84664 w 43891200"/>
                  <a:gd name="connsiteY5" fmla="*/ 5531673 h 7272584"/>
                  <a:gd name="connsiteX6" fmla="*/ 0 w 43891200"/>
                  <a:gd name="connsiteY6" fmla="*/ 0 h 7272584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37534349 w 43891200"/>
                  <a:gd name="connsiteY3" fmla="*/ 5432466 h 7027483"/>
                  <a:gd name="connsiteX4" fmla="*/ 21589306 w 43891200"/>
                  <a:gd name="connsiteY4" fmla="*/ 3104512 h 7027483"/>
                  <a:gd name="connsiteX5" fmla="*/ 84664 w 43891200"/>
                  <a:gd name="connsiteY5" fmla="*/ 5531673 h 7027483"/>
                  <a:gd name="connsiteX6" fmla="*/ 0 w 43891200"/>
                  <a:gd name="connsiteY6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37534347 w 43891200"/>
                  <a:gd name="connsiteY3" fmla="*/ 5179307 h 7027483"/>
                  <a:gd name="connsiteX4" fmla="*/ 21589306 w 43891200"/>
                  <a:gd name="connsiteY4" fmla="*/ 3104512 h 7027483"/>
                  <a:gd name="connsiteX5" fmla="*/ 84664 w 43891200"/>
                  <a:gd name="connsiteY5" fmla="*/ 5531673 h 7027483"/>
                  <a:gd name="connsiteX6" fmla="*/ 0 w 43891200"/>
                  <a:gd name="connsiteY6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37534347 w 43891200"/>
                  <a:gd name="connsiteY3" fmla="*/ 5179307 h 7027483"/>
                  <a:gd name="connsiteX4" fmla="*/ 21589306 w 43891200"/>
                  <a:gd name="connsiteY4" fmla="*/ 3104512 h 7027483"/>
                  <a:gd name="connsiteX5" fmla="*/ 84664 w 43891200"/>
                  <a:gd name="connsiteY5" fmla="*/ 5531673 h 7027483"/>
                  <a:gd name="connsiteX6" fmla="*/ 0 w 43891200"/>
                  <a:gd name="connsiteY6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37534347 w 43891200"/>
                  <a:gd name="connsiteY3" fmla="*/ 5179307 h 7027483"/>
                  <a:gd name="connsiteX4" fmla="*/ 21589306 w 43891200"/>
                  <a:gd name="connsiteY4" fmla="*/ 3104512 h 7027483"/>
                  <a:gd name="connsiteX5" fmla="*/ 84664 w 43891200"/>
                  <a:gd name="connsiteY5" fmla="*/ 5531673 h 7027483"/>
                  <a:gd name="connsiteX6" fmla="*/ 0 w 43891200"/>
                  <a:gd name="connsiteY6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37534347 w 43891200"/>
                  <a:gd name="connsiteY3" fmla="*/ 5179307 h 7027483"/>
                  <a:gd name="connsiteX4" fmla="*/ 21589306 w 43891200"/>
                  <a:gd name="connsiteY4" fmla="*/ 3104512 h 7027483"/>
                  <a:gd name="connsiteX5" fmla="*/ 84664 w 43891200"/>
                  <a:gd name="connsiteY5" fmla="*/ 5531673 h 7027483"/>
                  <a:gd name="connsiteX6" fmla="*/ 0 w 43891200"/>
                  <a:gd name="connsiteY6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37534347 w 43891200"/>
                  <a:gd name="connsiteY3" fmla="*/ 5179307 h 7027483"/>
                  <a:gd name="connsiteX4" fmla="*/ 21589306 w 43891200"/>
                  <a:gd name="connsiteY4" fmla="*/ 3104512 h 7027483"/>
                  <a:gd name="connsiteX5" fmla="*/ 84664 w 43891200"/>
                  <a:gd name="connsiteY5" fmla="*/ 5531673 h 7027483"/>
                  <a:gd name="connsiteX6" fmla="*/ 0 w 43891200"/>
                  <a:gd name="connsiteY6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37534347 w 43891200"/>
                  <a:gd name="connsiteY3" fmla="*/ 5179307 h 7027483"/>
                  <a:gd name="connsiteX4" fmla="*/ 21589306 w 43891200"/>
                  <a:gd name="connsiteY4" fmla="*/ 3104512 h 7027483"/>
                  <a:gd name="connsiteX5" fmla="*/ 84664 w 43891200"/>
                  <a:gd name="connsiteY5" fmla="*/ 5531673 h 7027483"/>
                  <a:gd name="connsiteX6" fmla="*/ 0 w 43891200"/>
                  <a:gd name="connsiteY6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37534347 w 43891200"/>
                  <a:gd name="connsiteY3" fmla="*/ 5179307 h 7027483"/>
                  <a:gd name="connsiteX4" fmla="*/ 21423313 w 43891200"/>
                  <a:gd name="connsiteY4" fmla="*/ 3012175 h 7027483"/>
                  <a:gd name="connsiteX5" fmla="*/ 84664 w 43891200"/>
                  <a:gd name="connsiteY5" fmla="*/ 5531673 h 7027483"/>
                  <a:gd name="connsiteX6" fmla="*/ 0 w 43891200"/>
                  <a:gd name="connsiteY6" fmla="*/ 0 h 7027483"/>
                  <a:gd name="connsiteX0" fmla="*/ 0 w 43891200"/>
                  <a:gd name="connsiteY0" fmla="*/ 0 h 6029592"/>
                  <a:gd name="connsiteX1" fmla="*/ 43891200 w 43891200"/>
                  <a:gd name="connsiteY1" fmla="*/ 0 h 6029592"/>
                  <a:gd name="connsiteX2" fmla="*/ 43852760 w 43891200"/>
                  <a:gd name="connsiteY2" fmla="*/ 6029592 h 6029592"/>
                  <a:gd name="connsiteX3" fmla="*/ 37534347 w 43891200"/>
                  <a:gd name="connsiteY3" fmla="*/ 5179307 h 6029592"/>
                  <a:gd name="connsiteX4" fmla="*/ 21423313 w 43891200"/>
                  <a:gd name="connsiteY4" fmla="*/ 3012175 h 6029592"/>
                  <a:gd name="connsiteX5" fmla="*/ 84664 w 43891200"/>
                  <a:gd name="connsiteY5" fmla="*/ 5531673 h 6029592"/>
                  <a:gd name="connsiteX6" fmla="*/ 0 w 43891200"/>
                  <a:gd name="connsiteY6" fmla="*/ 0 h 6029592"/>
                  <a:gd name="connsiteX0" fmla="*/ 0 w 43891200"/>
                  <a:gd name="connsiteY0" fmla="*/ 0 h 6029592"/>
                  <a:gd name="connsiteX1" fmla="*/ 43891200 w 43891200"/>
                  <a:gd name="connsiteY1" fmla="*/ 0 h 6029592"/>
                  <a:gd name="connsiteX2" fmla="*/ 43852760 w 43891200"/>
                  <a:gd name="connsiteY2" fmla="*/ 6029592 h 6029592"/>
                  <a:gd name="connsiteX3" fmla="*/ 36342689 w 43891200"/>
                  <a:gd name="connsiteY3" fmla="*/ 4466527 h 6029592"/>
                  <a:gd name="connsiteX4" fmla="*/ 21423313 w 43891200"/>
                  <a:gd name="connsiteY4" fmla="*/ 3012175 h 6029592"/>
                  <a:gd name="connsiteX5" fmla="*/ 84664 w 43891200"/>
                  <a:gd name="connsiteY5" fmla="*/ 5531673 h 6029592"/>
                  <a:gd name="connsiteX6" fmla="*/ 0 w 43891200"/>
                  <a:gd name="connsiteY6" fmla="*/ 0 h 6029592"/>
                  <a:gd name="connsiteX0" fmla="*/ 0 w 43891200"/>
                  <a:gd name="connsiteY0" fmla="*/ 0 h 6079664"/>
                  <a:gd name="connsiteX1" fmla="*/ 43891200 w 43891200"/>
                  <a:gd name="connsiteY1" fmla="*/ 0 h 6079664"/>
                  <a:gd name="connsiteX2" fmla="*/ 43852760 w 43891200"/>
                  <a:gd name="connsiteY2" fmla="*/ 6029592 h 6079664"/>
                  <a:gd name="connsiteX3" fmla="*/ 21423313 w 43891200"/>
                  <a:gd name="connsiteY3" fmla="*/ 3012175 h 6079664"/>
                  <a:gd name="connsiteX4" fmla="*/ 84664 w 43891200"/>
                  <a:gd name="connsiteY4" fmla="*/ 5531673 h 6079664"/>
                  <a:gd name="connsiteX5" fmla="*/ 0 w 43891200"/>
                  <a:gd name="connsiteY5" fmla="*/ 0 h 6079664"/>
                  <a:gd name="connsiteX0" fmla="*/ 0 w 43891200"/>
                  <a:gd name="connsiteY0" fmla="*/ 0 h 6029592"/>
                  <a:gd name="connsiteX1" fmla="*/ 43891200 w 43891200"/>
                  <a:gd name="connsiteY1" fmla="*/ 0 h 6029592"/>
                  <a:gd name="connsiteX2" fmla="*/ 43852760 w 43891200"/>
                  <a:gd name="connsiteY2" fmla="*/ 6029592 h 6029592"/>
                  <a:gd name="connsiteX3" fmla="*/ 21423313 w 43891200"/>
                  <a:gd name="connsiteY3" fmla="*/ 3012175 h 6029592"/>
                  <a:gd name="connsiteX4" fmla="*/ 84664 w 43891200"/>
                  <a:gd name="connsiteY4" fmla="*/ 5531673 h 6029592"/>
                  <a:gd name="connsiteX5" fmla="*/ 0 w 43891200"/>
                  <a:gd name="connsiteY5" fmla="*/ 0 h 6029592"/>
                  <a:gd name="connsiteX0" fmla="*/ 0 w 43891200"/>
                  <a:gd name="connsiteY0" fmla="*/ 0 h 6029592"/>
                  <a:gd name="connsiteX1" fmla="*/ 43891200 w 43891200"/>
                  <a:gd name="connsiteY1" fmla="*/ 0 h 6029592"/>
                  <a:gd name="connsiteX2" fmla="*/ 43852760 w 43891200"/>
                  <a:gd name="connsiteY2" fmla="*/ 6029592 h 6029592"/>
                  <a:gd name="connsiteX3" fmla="*/ 21423313 w 43891200"/>
                  <a:gd name="connsiteY3" fmla="*/ 3012175 h 6029592"/>
                  <a:gd name="connsiteX4" fmla="*/ 84664 w 43891200"/>
                  <a:gd name="connsiteY4" fmla="*/ 5531673 h 6029592"/>
                  <a:gd name="connsiteX5" fmla="*/ 0 w 43891200"/>
                  <a:gd name="connsiteY5" fmla="*/ 0 h 6029592"/>
                  <a:gd name="connsiteX0" fmla="*/ 0 w 43891200"/>
                  <a:gd name="connsiteY0" fmla="*/ 0 h 5887037"/>
                  <a:gd name="connsiteX1" fmla="*/ 43891200 w 43891200"/>
                  <a:gd name="connsiteY1" fmla="*/ 0 h 5887037"/>
                  <a:gd name="connsiteX2" fmla="*/ 43814321 w 43891200"/>
                  <a:gd name="connsiteY2" fmla="*/ 5887037 h 5887037"/>
                  <a:gd name="connsiteX3" fmla="*/ 21423313 w 43891200"/>
                  <a:gd name="connsiteY3" fmla="*/ 3012175 h 5887037"/>
                  <a:gd name="connsiteX4" fmla="*/ 84664 w 43891200"/>
                  <a:gd name="connsiteY4" fmla="*/ 5531673 h 5887037"/>
                  <a:gd name="connsiteX5" fmla="*/ 0 w 43891200"/>
                  <a:gd name="connsiteY5" fmla="*/ 0 h 5887037"/>
                  <a:gd name="connsiteX0" fmla="*/ 0 w 43891200"/>
                  <a:gd name="connsiteY0" fmla="*/ 0 h 5745966"/>
                  <a:gd name="connsiteX1" fmla="*/ 43891200 w 43891200"/>
                  <a:gd name="connsiteY1" fmla="*/ 0 h 5745966"/>
                  <a:gd name="connsiteX2" fmla="*/ 43814319 w 43891200"/>
                  <a:gd name="connsiteY2" fmla="*/ 5745966 h 5745966"/>
                  <a:gd name="connsiteX3" fmla="*/ 21423313 w 43891200"/>
                  <a:gd name="connsiteY3" fmla="*/ 3012175 h 5745966"/>
                  <a:gd name="connsiteX4" fmla="*/ 84664 w 43891200"/>
                  <a:gd name="connsiteY4" fmla="*/ 5531673 h 5745966"/>
                  <a:gd name="connsiteX5" fmla="*/ 0 w 43891200"/>
                  <a:gd name="connsiteY5" fmla="*/ 0 h 5745966"/>
                  <a:gd name="connsiteX0" fmla="*/ 0 w 43891200"/>
                  <a:gd name="connsiteY0" fmla="*/ 0 h 5774180"/>
                  <a:gd name="connsiteX1" fmla="*/ 43891200 w 43891200"/>
                  <a:gd name="connsiteY1" fmla="*/ 0 h 5774180"/>
                  <a:gd name="connsiteX2" fmla="*/ 43814319 w 43891200"/>
                  <a:gd name="connsiteY2" fmla="*/ 5774180 h 5774180"/>
                  <a:gd name="connsiteX3" fmla="*/ 21423313 w 43891200"/>
                  <a:gd name="connsiteY3" fmla="*/ 3012175 h 5774180"/>
                  <a:gd name="connsiteX4" fmla="*/ 84664 w 43891200"/>
                  <a:gd name="connsiteY4" fmla="*/ 5531673 h 5774180"/>
                  <a:gd name="connsiteX5" fmla="*/ 0 w 43891200"/>
                  <a:gd name="connsiteY5" fmla="*/ 0 h 5774180"/>
                  <a:gd name="connsiteX0" fmla="*/ 6633 w 43897833"/>
                  <a:gd name="connsiteY0" fmla="*/ 0 h 5774180"/>
                  <a:gd name="connsiteX1" fmla="*/ 43897833 w 43897833"/>
                  <a:gd name="connsiteY1" fmla="*/ 0 h 5774180"/>
                  <a:gd name="connsiteX2" fmla="*/ 43820952 w 43897833"/>
                  <a:gd name="connsiteY2" fmla="*/ 5774180 h 5774180"/>
                  <a:gd name="connsiteX3" fmla="*/ 21429946 w 43897833"/>
                  <a:gd name="connsiteY3" fmla="*/ 3012175 h 5774180"/>
                  <a:gd name="connsiteX4" fmla="*/ 0 w 43897833"/>
                  <a:gd name="connsiteY4" fmla="*/ 5757386 h 5774180"/>
                  <a:gd name="connsiteX5" fmla="*/ 6633 w 43897833"/>
                  <a:gd name="connsiteY5" fmla="*/ 0 h 5774180"/>
                  <a:gd name="connsiteX0" fmla="*/ 6633 w 43897833"/>
                  <a:gd name="connsiteY0" fmla="*/ 0 h 5785600"/>
                  <a:gd name="connsiteX1" fmla="*/ 43897833 w 43897833"/>
                  <a:gd name="connsiteY1" fmla="*/ 0 h 5785600"/>
                  <a:gd name="connsiteX2" fmla="*/ 43820952 w 43897833"/>
                  <a:gd name="connsiteY2" fmla="*/ 5774180 h 5785600"/>
                  <a:gd name="connsiteX3" fmla="*/ 21429946 w 43897833"/>
                  <a:gd name="connsiteY3" fmla="*/ 3012175 h 5785600"/>
                  <a:gd name="connsiteX4" fmla="*/ 0 w 43897833"/>
                  <a:gd name="connsiteY4" fmla="*/ 5785600 h 5785600"/>
                  <a:gd name="connsiteX5" fmla="*/ 6633 w 43897833"/>
                  <a:gd name="connsiteY5" fmla="*/ 0 h 5785600"/>
                  <a:gd name="connsiteX0" fmla="*/ 6633 w 43897833"/>
                  <a:gd name="connsiteY0" fmla="*/ 0 h 5785600"/>
                  <a:gd name="connsiteX1" fmla="*/ 43897833 w 43897833"/>
                  <a:gd name="connsiteY1" fmla="*/ 0 h 5785600"/>
                  <a:gd name="connsiteX2" fmla="*/ 43829914 w 43897833"/>
                  <a:gd name="connsiteY2" fmla="*/ 5757562 h 5785600"/>
                  <a:gd name="connsiteX3" fmla="*/ 21429946 w 43897833"/>
                  <a:gd name="connsiteY3" fmla="*/ 3012175 h 5785600"/>
                  <a:gd name="connsiteX4" fmla="*/ 0 w 43897833"/>
                  <a:gd name="connsiteY4" fmla="*/ 5785600 h 5785600"/>
                  <a:gd name="connsiteX5" fmla="*/ 6633 w 43897833"/>
                  <a:gd name="connsiteY5" fmla="*/ 0 h 5785600"/>
                  <a:gd name="connsiteX0" fmla="*/ 6633 w 43884390"/>
                  <a:gd name="connsiteY0" fmla="*/ 4153 h 5789753"/>
                  <a:gd name="connsiteX1" fmla="*/ 43884390 w 43884390"/>
                  <a:gd name="connsiteY1" fmla="*/ 0 h 5789753"/>
                  <a:gd name="connsiteX2" fmla="*/ 43829914 w 43884390"/>
                  <a:gd name="connsiteY2" fmla="*/ 5761715 h 5789753"/>
                  <a:gd name="connsiteX3" fmla="*/ 21429946 w 43884390"/>
                  <a:gd name="connsiteY3" fmla="*/ 3016328 h 5789753"/>
                  <a:gd name="connsiteX4" fmla="*/ 0 w 43884390"/>
                  <a:gd name="connsiteY4" fmla="*/ 5789753 h 5789753"/>
                  <a:gd name="connsiteX5" fmla="*/ 6633 w 43884390"/>
                  <a:gd name="connsiteY5" fmla="*/ 4153 h 5789753"/>
                  <a:gd name="connsiteX0" fmla="*/ 6633 w 43884392"/>
                  <a:gd name="connsiteY0" fmla="*/ 0 h 5785600"/>
                  <a:gd name="connsiteX1" fmla="*/ 43884392 w 43884392"/>
                  <a:gd name="connsiteY1" fmla="*/ 1 h 5785600"/>
                  <a:gd name="connsiteX2" fmla="*/ 43829914 w 43884392"/>
                  <a:gd name="connsiteY2" fmla="*/ 5757562 h 5785600"/>
                  <a:gd name="connsiteX3" fmla="*/ 21429946 w 43884392"/>
                  <a:gd name="connsiteY3" fmla="*/ 3012175 h 5785600"/>
                  <a:gd name="connsiteX4" fmla="*/ 0 w 43884392"/>
                  <a:gd name="connsiteY4" fmla="*/ 5785600 h 5785600"/>
                  <a:gd name="connsiteX5" fmla="*/ 6633 w 43884392"/>
                  <a:gd name="connsiteY5" fmla="*/ 0 h 5785600"/>
                  <a:gd name="connsiteX0" fmla="*/ 6633 w 43876785"/>
                  <a:gd name="connsiteY0" fmla="*/ 7053 h 5792653"/>
                  <a:gd name="connsiteX1" fmla="*/ 43876785 w 43876785"/>
                  <a:gd name="connsiteY1" fmla="*/ 0 h 5792653"/>
                  <a:gd name="connsiteX2" fmla="*/ 43829914 w 43876785"/>
                  <a:gd name="connsiteY2" fmla="*/ 5764615 h 5792653"/>
                  <a:gd name="connsiteX3" fmla="*/ 21429946 w 43876785"/>
                  <a:gd name="connsiteY3" fmla="*/ 3019228 h 5792653"/>
                  <a:gd name="connsiteX4" fmla="*/ 0 w 43876785"/>
                  <a:gd name="connsiteY4" fmla="*/ 5792653 h 5792653"/>
                  <a:gd name="connsiteX5" fmla="*/ 6633 w 43876785"/>
                  <a:gd name="connsiteY5" fmla="*/ 7053 h 5792653"/>
                  <a:gd name="connsiteX0" fmla="*/ 6633 w 43876785"/>
                  <a:gd name="connsiteY0" fmla="*/ 7053 h 5792653"/>
                  <a:gd name="connsiteX1" fmla="*/ 43876785 w 43876785"/>
                  <a:gd name="connsiteY1" fmla="*/ 0 h 5792653"/>
                  <a:gd name="connsiteX2" fmla="*/ 43826108 w 43876785"/>
                  <a:gd name="connsiteY2" fmla="*/ 5764615 h 5792653"/>
                  <a:gd name="connsiteX3" fmla="*/ 21429946 w 43876785"/>
                  <a:gd name="connsiteY3" fmla="*/ 3019228 h 5792653"/>
                  <a:gd name="connsiteX4" fmla="*/ 0 w 43876785"/>
                  <a:gd name="connsiteY4" fmla="*/ 5792653 h 5792653"/>
                  <a:gd name="connsiteX5" fmla="*/ 6633 w 43876785"/>
                  <a:gd name="connsiteY5" fmla="*/ 7053 h 5792653"/>
                  <a:gd name="connsiteX0" fmla="*/ 6633 w 43876785"/>
                  <a:gd name="connsiteY0" fmla="*/ 7053 h 5792653"/>
                  <a:gd name="connsiteX1" fmla="*/ 43876785 w 43876785"/>
                  <a:gd name="connsiteY1" fmla="*/ 0 h 5792653"/>
                  <a:gd name="connsiteX2" fmla="*/ 43826108 w 43876785"/>
                  <a:gd name="connsiteY2" fmla="*/ 5764615 h 5792653"/>
                  <a:gd name="connsiteX3" fmla="*/ 21852793 w 43876785"/>
                  <a:gd name="connsiteY3" fmla="*/ 3019229 h 5792653"/>
                  <a:gd name="connsiteX4" fmla="*/ 0 w 43876785"/>
                  <a:gd name="connsiteY4" fmla="*/ 5792653 h 5792653"/>
                  <a:gd name="connsiteX5" fmla="*/ 6633 w 43876785"/>
                  <a:gd name="connsiteY5" fmla="*/ 7053 h 5792653"/>
                  <a:gd name="connsiteX0" fmla="*/ 6633 w 43876785"/>
                  <a:gd name="connsiteY0" fmla="*/ 7053 h 5792653"/>
                  <a:gd name="connsiteX1" fmla="*/ 43876785 w 43876785"/>
                  <a:gd name="connsiteY1" fmla="*/ 0 h 5792653"/>
                  <a:gd name="connsiteX2" fmla="*/ 43826108 w 43876785"/>
                  <a:gd name="connsiteY2" fmla="*/ 5764615 h 5792653"/>
                  <a:gd name="connsiteX3" fmla="*/ 21852793 w 43876785"/>
                  <a:gd name="connsiteY3" fmla="*/ 3019229 h 5792653"/>
                  <a:gd name="connsiteX4" fmla="*/ 0 w 43876785"/>
                  <a:gd name="connsiteY4" fmla="*/ 5792653 h 5792653"/>
                  <a:gd name="connsiteX5" fmla="*/ 6633 w 43876785"/>
                  <a:gd name="connsiteY5" fmla="*/ 7053 h 5792653"/>
                  <a:gd name="connsiteX0" fmla="*/ 6633 w 43876785"/>
                  <a:gd name="connsiteY0" fmla="*/ 7053 h 5792653"/>
                  <a:gd name="connsiteX1" fmla="*/ 43876785 w 43876785"/>
                  <a:gd name="connsiteY1" fmla="*/ 0 h 5792653"/>
                  <a:gd name="connsiteX2" fmla="*/ 43826108 w 43876785"/>
                  <a:gd name="connsiteY2" fmla="*/ 5764615 h 5792653"/>
                  <a:gd name="connsiteX3" fmla="*/ 21964377 w 43876785"/>
                  <a:gd name="connsiteY3" fmla="*/ 3000419 h 5792653"/>
                  <a:gd name="connsiteX4" fmla="*/ 0 w 43876785"/>
                  <a:gd name="connsiteY4" fmla="*/ 5792653 h 5792653"/>
                  <a:gd name="connsiteX5" fmla="*/ 6633 w 43876785"/>
                  <a:gd name="connsiteY5" fmla="*/ 7053 h 5792653"/>
                  <a:gd name="connsiteX0" fmla="*/ 6633 w 43876785"/>
                  <a:gd name="connsiteY0" fmla="*/ 7053 h 5792653"/>
                  <a:gd name="connsiteX1" fmla="*/ 43876785 w 43876785"/>
                  <a:gd name="connsiteY1" fmla="*/ 0 h 5792653"/>
                  <a:gd name="connsiteX2" fmla="*/ 43826108 w 43876785"/>
                  <a:gd name="connsiteY2" fmla="*/ 5764615 h 5792653"/>
                  <a:gd name="connsiteX3" fmla="*/ 21944088 w 43876785"/>
                  <a:gd name="connsiteY3" fmla="*/ 3000419 h 5792653"/>
                  <a:gd name="connsiteX4" fmla="*/ 0 w 43876785"/>
                  <a:gd name="connsiteY4" fmla="*/ 5792653 h 5792653"/>
                  <a:gd name="connsiteX5" fmla="*/ 6633 w 43876785"/>
                  <a:gd name="connsiteY5" fmla="*/ 7053 h 5792653"/>
                  <a:gd name="connsiteX0" fmla="*/ 6633 w 43876785"/>
                  <a:gd name="connsiteY0" fmla="*/ 7053 h 5792653"/>
                  <a:gd name="connsiteX1" fmla="*/ 43876785 w 43876785"/>
                  <a:gd name="connsiteY1" fmla="*/ 0 h 5792653"/>
                  <a:gd name="connsiteX2" fmla="*/ 43826108 w 43876785"/>
                  <a:gd name="connsiteY2" fmla="*/ 5764615 h 5792653"/>
                  <a:gd name="connsiteX3" fmla="*/ 21923799 w 43876785"/>
                  <a:gd name="connsiteY3" fmla="*/ 3009824 h 5792653"/>
                  <a:gd name="connsiteX4" fmla="*/ 0 w 43876785"/>
                  <a:gd name="connsiteY4" fmla="*/ 5792653 h 5792653"/>
                  <a:gd name="connsiteX5" fmla="*/ 6633 w 43876785"/>
                  <a:gd name="connsiteY5" fmla="*/ 7053 h 5792653"/>
                  <a:gd name="connsiteX0" fmla="*/ 6633 w 43876785"/>
                  <a:gd name="connsiteY0" fmla="*/ 7053 h 5792653"/>
                  <a:gd name="connsiteX1" fmla="*/ 43876785 w 43876785"/>
                  <a:gd name="connsiteY1" fmla="*/ 0 h 5792653"/>
                  <a:gd name="connsiteX2" fmla="*/ 43826108 w 43876785"/>
                  <a:gd name="connsiteY2" fmla="*/ 5764615 h 5792653"/>
                  <a:gd name="connsiteX3" fmla="*/ 21923799 w 43876785"/>
                  <a:gd name="connsiteY3" fmla="*/ 3009824 h 5792653"/>
                  <a:gd name="connsiteX4" fmla="*/ 0 w 43876785"/>
                  <a:gd name="connsiteY4" fmla="*/ 5792653 h 5792653"/>
                  <a:gd name="connsiteX5" fmla="*/ 6633 w 43876785"/>
                  <a:gd name="connsiteY5" fmla="*/ 7053 h 5792653"/>
                  <a:gd name="connsiteX0" fmla="*/ 6633 w 43876785"/>
                  <a:gd name="connsiteY0" fmla="*/ 7053 h 5792653"/>
                  <a:gd name="connsiteX1" fmla="*/ 43876785 w 43876785"/>
                  <a:gd name="connsiteY1" fmla="*/ 0 h 5792653"/>
                  <a:gd name="connsiteX2" fmla="*/ 43826108 w 43876785"/>
                  <a:gd name="connsiteY2" fmla="*/ 5764615 h 5792653"/>
                  <a:gd name="connsiteX3" fmla="*/ 21923799 w 43876785"/>
                  <a:gd name="connsiteY3" fmla="*/ 3009824 h 5792653"/>
                  <a:gd name="connsiteX4" fmla="*/ 0 w 43876785"/>
                  <a:gd name="connsiteY4" fmla="*/ 5792653 h 5792653"/>
                  <a:gd name="connsiteX5" fmla="*/ 6633 w 43876785"/>
                  <a:gd name="connsiteY5" fmla="*/ 7053 h 5792653"/>
                  <a:gd name="connsiteX0" fmla="*/ 6633 w 43876785"/>
                  <a:gd name="connsiteY0" fmla="*/ 7053 h 5792653"/>
                  <a:gd name="connsiteX1" fmla="*/ 43876785 w 43876785"/>
                  <a:gd name="connsiteY1" fmla="*/ 0 h 5792653"/>
                  <a:gd name="connsiteX2" fmla="*/ 43826108 w 43876785"/>
                  <a:gd name="connsiteY2" fmla="*/ 5764615 h 5792653"/>
                  <a:gd name="connsiteX3" fmla="*/ 21923799 w 43876785"/>
                  <a:gd name="connsiteY3" fmla="*/ 3009824 h 5792653"/>
                  <a:gd name="connsiteX4" fmla="*/ 0 w 43876785"/>
                  <a:gd name="connsiteY4" fmla="*/ 5792653 h 5792653"/>
                  <a:gd name="connsiteX5" fmla="*/ 6633 w 43876785"/>
                  <a:gd name="connsiteY5" fmla="*/ 7053 h 5792653"/>
                  <a:gd name="connsiteX0" fmla="*/ 6633 w 43876785"/>
                  <a:gd name="connsiteY0" fmla="*/ 7053 h 5792653"/>
                  <a:gd name="connsiteX1" fmla="*/ 43876785 w 43876785"/>
                  <a:gd name="connsiteY1" fmla="*/ 0 h 5792653"/>
                  <a:gd name="connsiteX2" fmla="*/ 43826108 w 43876785"/>
                  <a:gd name="connsiteY2" fmla="*/ 5764615 h 5792653"/>
                  <a:gd name="connsiteX3" fmla="*/ 21923799 w 43876785"/>
                  <a:gd name="connsiteY3" fmla="*/ 3009824 h 5792653"/>
                  <a:gd name="connsiteX4" fmla="*/ 0 w 43876785"/>
                  <a:gd name="connsiteY4" fmla="*/ 5792653 h 5792653"/>
                  <a:gd name="connsiteX5" fmla="*/ 6633 w 43876785"/>
                  <a:gd name="connsiteY5" fmla="*/ 7053 h 5792653"/>
                  <a:gd name="connsiteX0" fmla="*/ 6633 w 43876785"/>
                  <a:gd name="connsiteY0" fmla="*/ 7053 h 5792653"/>
                  <a:gd name="connsiteX1" fmla="*/ 43876785 w 43876785"/>
                  <a:gd name="connsiteY1" fmla="*/ 0 h 5792653"/>
                  <a:gd name="connsiteX2" fmla="*/ 43826108 w 43876785"/>
                  <a:gd name="connsiteY2" fmla="*/ 5764615 h 5792653"/>
                  <a:gd name="connsiteX3" fmla="*/ 21923799 w 43876785"/>
                  <a:gd name="connsiteY3" fmla="*/ 3009824 h 5792653"/>
                  <a:gd name="connsiteX4" fmla="*/ 0 w 43876785"/>
                  <a:gd name="connsiteY4" fmla="*/ 5792653 h 5792653"/>
                  <a:gd name="connsiteX5" fmla="*/ 6633 w 43876785"/>
                  <a:gd name="connsiteY5" fmla="*/ 7053 h 5792653"/>
                  <a:gd name="connsiteX0" fmla="*/ 6633 w 43876785"/>
                  <a:gd name="connsiteY0" fmla="*/ 7053 h 5792653"/>
                  <a:gd name="connsiteX1" fmla="*/ 43876785 w 43876785"/>
                  <a:gd name="connsiteY1" fmla="*/ 0 h 5792653"/>
                  <a:gd name="connsiteX2" fmla="*/ 43826108 w 43876785"/>
                  <a:gd name="connsiteY2" fmla="*/ 5764615 h 5792653"/>
                  <a:gd name="connsiteX3" fmla="*/ 21923799 w 43876785"/>
                  <a:gd name="connsiteY3" fmla="*/ 3009824 h 5792653"/>
                  <a:gd name="connsiteX4" fmla="*/ 0 w 43876785"/>
                  <a:gd name="connsiteY4" fmla="*/ 5792653 h 5792653"/>
                  <a:gd name="connsiteX5" fmla="*/ 6633 w 43876785"/>
                  <a:gd name="connsiteY5" fmla="*/ 7053 h 5792653"/>
                  <a:gd name="connsiteX0" fmla="*/ 6633 w 43876785"/>
                  <a:gd name="connsiteY0" fmla="*/ 7053 h 5792653"/>
                  <a:gd name="connsiteX1" fmla="*/ 43876785 w 43876785"/>
                  <a:gd name="connsiteY1" fmla="*/ 0 h 5792653"/>
                  <a:gd name="connsiteX2" fmla="*/ 43826108 w 43876785"/>
                  <a:gd name="connsiteY2" fmla="*/ 5764615 h 5792653"/>
                  <a:gd name="connsiteX3" fmla="*/ 21923799 w 43876785"/>
                  <a:gd name="connsiteY3" fmla="*/ 3009824 h 5792653"/>
                  <a:gd name="connsiteX4" fmla="*/ 0 w 43876785"/>
                  <a:gd name="connsiteY4" fmla="*/ 5792653 h 5792653"/>
                  <a:gd name="connsiteX5" fmla="*/ 6633 w 43876785"/>
                  <a:gd name="connsiteY5" fmla="*/ 7053 h 5792653"/>
                  <a:gd name="connsiteX0" fmla="*/ 6633 w 43876785"/>
                  <a:gd name="connsiteY0" fmla="*/ 7053 h 5792653"/>
                  <a:gd name="connsiteX1" fmla="*/ 43876785 w 43876785"/>
                  <a:gd name="connsiteY1" fmla="*/ 0 h 5792653"/>
                  <a:gd name="connsiteX2" fmla="*/ 43826108 w 43876785"/>
                  <a:gd name="connsiteY2" fmla="*/ 5764615 h 5792653"/>
                  <a:gd name="connsiteX3" fmla="*/ 21923799 w 43876785"/>
                  <a:gd name="connsiteY3" fmla="*/ 3009824 h 5792653"/>
                  <a:gd name="connsiteX4" fmla="*/ 0 w 43876785"/>
                  <a:gd name="connsiteY4" fmla="*/ 5792653 h 5792653"/>
                  <a:gd name="connsiteX5" fmla="*/ 6633 w 43876785"/>
                  <a:gd name="connsiteY5" fmla="*/ 7053 h 5792653"/>
                  <a:gd name="connsiteX0" fmla="*/ 6633 w 43876785"/>
                  <a:gd name="connsiteY0" fmla="*/ 7053 h 5801199"/>
                  <a:gd name="connsiteX1" fmla="*/ 43876785 w 43876785"/>
                  <a:gd name="connsiteY1" fmla="*/ 0 h 5801199"/>
                  <a:gd name="connsiteX2" fmla="*/ 43831664 w 43876785"/>
                  <a:gd name="connsiteY2" fmla="*/ 5801199 h 5801199"/>
                  <a:gd name="connsiteX3" fmla="*/ 21923799 w 43876785"/>
                  <a:gd name="connsiteY3" fmla="*/ 3009824 h 5801199"/>
                  <a:gd name="connsiteX4" fmla="*/ 0 w 43876785"/>
                  <a:gd name="connsiteY4" fmla="*/ 5792653 h 5801199"/>
                  <a:gd name="connsiteX5" fmla="*/ 6633 w 43876785"/>
                  <a:gd name="connsiteY5" fmla="*/ 7053 h 5801199"/>
                  <a:gd name="connsiteX0" fmla="*/ 6633 w 43876785"/>
                  <a:gd name="connsiteY0" fmla="*/ 7053 h 5811651"/>
                  <a:gd name="connsiteX1" fmla="*/ 43876785 w 43876785"/>
                  <a:gd name="connsiteY1" fmla="*/ 0 h 5811651"/>
                  <a:gd name="connsiteX2" fmla="*/ 43826110 w 43876785"/>
                  <a:gd name="connsiteY2" fmla="*/ 5811651 h 5811651"/>
                  <a:gd name="connsiteX3" fmla="*/ 21923799 w 43876785"/>
                  <a:gd name="connsiteY3" fmla="*/ 3009824 h 5811651"/>
                  <a:gd name="connsiteX4" fmla="*/ 0 w 43876785"/>
                  <a:gd name="connsiteY4" fmla="*/ 5792653 h 5811651"/>
                  <a:gd name="connsiteX5" fmla="*/ 6633 w 43876785"/>
                  <a:gd name="connsiteY5" fmla="*/ 7053 h 5811651"/>
                  <a:gd name="connsiteX0" fmla="*/ -1 w 43870151"/>
                  <a:gd name="connsiteY0" fmla="*/ 7053 h 5818785"/>
                  <a:gd name="connsiteX1" fmla="*/ 43870151 w 43870151"/>
                  <a:gd name="connsiteY1" fmla="*/ 0 h 5818785"/>
                  <a:gd name="connsiteX2" fmla="*/ 43819476 w 43870151"/>
                  <a:gd name="connsiteY2" fmla="*/ 5811651 h 5818785"/>
                  <a:gd name="connsiteX3" fmla="*/ 21917165 w 43870151"/>
                  <a:gd name="connsiteY3" fmla="*/ 3009824 h 5818785"/>
                  <a:gd name="connsiteX4" fmla="*/ 4477 w 43870151"/>
                  <a:gd name="connsiteY4" fmla="*/ 5818785 h 5818785"/>
                  <a:gd name="connsiteX5" fmla="*/ -1 w 43870151"/>
                  <a:gd name="connsiteY5" fmla="*/ 7053 h 5818785"/>
                  <a:gd name="connsiteX0" fmla="*/ 239 w 43870391"/>
                  <a:gd name="connsiteY0" fmla="*/ 7053 h 5814778"/>
                  <a:gd name="connsiteX1" fmla="*/ 43870391 w 43870391"/>
                  <a:gd name="connsiteY1" fmla="*/ 0 h 5814778"/>
                  <a:gd name="connsiteX2" fmla="*/ 43819716 w 43870391"/>
                  <a:gd name="connsiteY2" fmla="*/ 5811651 h 5814778"/>
                  <a:gd name="connsiteX3" fmla="*/ 21917405 w 43870391"/>
                  <a:gd name="connsiteY3" fmla="*/ 3009824 h 5814778"/>
                  <a:gd name="connsiteX4" fmla="*/ 457 w 43870391"/>
                  <a:gd name="connsiteY4" fmla="*/ 5814778 h 5814778"/>
                  <a:gd name="connsiteX5" fmla="*/ 239 w 43870391"/>
                  <a:gd name="connsiteY5" fmla="*/ 7053 h 5814778"/>
                  <a:gd name="connsiteX0" fmla="*/ 239 w 43870391"/>
                  <a:gd name="connsiteY0" fmla="*/ 7053 h 5811651"/>
                  <a:gd name="connsiteX1" fmla="*/ 43870391 w 43870391"/>
                  <a:gd name="connsiteY1" fmla="*/ 0 h 5811651"/>
                  <a:gd name="connsiteX2" fmla="*/ 43819716 w 43870391"/>
                  <a:gd name="connsiteY2" fmla="*/ 5811651 h 5811651"/>
                  <a:gd name="connsiteX3" fmla="*/ 21917405 w 43870391"/>
                  <a:gd name="connsiteY3" fmla="*/ 3009824 h 5811651"/>
                  <a:gd name="connsiteX4" fmla="*/ 457 w 43870391"/>
                  <a:gd name="connsiteY4" fmla="*/ 5806763 h 5811651"/>
                  <a:gd name="connsiteX5" fmla="*/ 239 w 43870391"/>
                  <a:gd name="connsiteY5" fmla="*/ 7053 h 5811651"/>
                  <a:gd name="connsiteX0" fmla="*/ 239 w 43870391"/>
                  <a:gd name="connsiteY0" fmla="*/ 7053 h 5811651"/>
                  <a:gd name="connsiteX1" fmla="*/ 43870391 w 43870391"/>
                  <a:gd name="connsiteY1" fmla="*/ 0 h 5811651"/>
                  <a:gd name="connsiteX2" fmla="*/ 43819716 w 43870391"/>
                  <a:gd name="connsiteY2" fmla="*/ 5811651 h 5811651"/>
                  <a:gd name="connsiteX3" fmla="*/ 21917405 w 43870391"/>
                  <a:gd name="connsiteY3" fmla="*/ 3009824 h 5811651"/>
                  <a:gd name="connsiteX4" fmla="*/ 457 w 43870391"/>
                  <a:gd name="connsiteY4" fmla="*/ 5798748 h 5811651"/>
                  <a:gd name="connsiteX5" fmla="*/ 239 w 43870391"/>
                  <a:gd name="connsiteY5" fmla="*/ 7053 h 5811651"/>
                  <a:gd name="connsiteX0" fmla="*/ 239 w 43870391"/>
                  <a:gd name="connsiteY0" fmla="*/ 7053 h 5811651"/>
                  <a:gd name="connsiteX1" fmla="*/ 43870391 w 43870391"/>
                  <a:gd name="connsiteY1" fmla="*/ 0 h 5811651"/>
                  <a:gd name="connsiteX2" fmla="*/ 43819716 w 43870391"/>
                  <a:gd name="connsiteY2" fmla="*/ 5811651 h 5811651"/>
                  <a:gd name="connsiteX3" fmla="*/ 21917405 w 43870391"/>
                  <a:gd name="connsiteY3" fmla="*/ 3009824 h 5811651"/>
                  <a:gd name="connsiteX4" fmla="*/ 457 w 43870391"/>
                  <a:gd name="connsiteY4" fmla="*/ 5798748 h 5811651"/>
                  <a:gd name="connsiteX5" fmla="*/ 239 w 43870391"/>
                  <a:gd name="connsiteY5" fmla="*/ 7053 h 5811651"/>
                  <a:gd name="connsiteX0" fmla="*/ 239 w 43842825"/>
                  <a:gd name="connsiteY0" fmla="*/ 7053 h 5811651"/>
                  <a:gd name="connsiteX1" fmla="*/ 43842825 w 43842825"/>
                  <a:gd name="connsiteY1" fmla="*/ 0 h 5811651"/>
                  <a:gd name="connsiteX2" fmla="*/ 43819716 w 43842825"/>
                  <a:gd name="connsiteY2" fmla="*/ 5811651 h 5811651"/>
                  <a:gd name="connsiteX3" fmla="*/ 21917405 w 43842825"/>
                  <a:gd name="connsiteY3" fmla="*/ 3009824 h 5811651"/>
                  <a:gd name="connsiteX4" fmla="*/ 457 w 43842825"/>
                  <a:gd name="connsiteY4" fmla="*/ 5798748 h 5811651"/>
                  <a:gd name="connsiteX5" fmla="*/ 239 w 43842825"/>
                  <a:gd name="connsiteY5" fmla="*/ 7053 h 5811651"/>
                  <a:gd name="connsiteX0" fmla="*/ 239 w 43824446"/>
                  <a:gd name="connsiteY0" fmla="*/ 7053 h 5811651"/>
                  <a:gd name="connsiteX1" fmla="*/ 43824446 w 43824446"/>
                  <a:gd name="connsiteY1" fmla="*/ 0 h 5811651"/>
                  <a:gd name="connsiteX2" fmla="*/ 43819716 w 43824446"/>
                  <a:gd name="connsiteY2" fmla="*/ 5811651 h 5811651"/>
                  <a:gd name="connsiteX3" fmla="*/ 21917405 w 43824446"/>
                  <a:gd name="connsiteY3" fmla="*/ 3009824 h 5811651"/>
                  <a:gd name="connsiteX4" fmla="*/ 457 w 43824446"/>
                  <a:gd name="connsiteY4" fmla="*/ 5798748 h 5811651"/>
                  <a:gd name="connsiteX5" fmla="*/ 239 w 43824446"/>
                  <a:gd name="connsiteY5" fmla="*/ 7053 h 5811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24446" h="5811651">
                    <a:moveTo>
                      <a:pt x="239" y="7053"/>
                    </a:moveTo>
                    <a:lnTo>
                      <a:pt x="43824446" y="0"/>
                    </a:lnTo>
                    <a:cubicBezTo>
                      <a:pt x="43822869" y="1937217"/>
                      <a:pt x="43821293" y="3874434"/>
                      <a:pt x="43819716" y="5811651"/>
                    </a:cubicBezTo>
                    <a:cubicBezTo>
                      <a:pt x="38268362" y="4032785"/>
                      <a:pt x="30438085" y="2966157"/>
                      <a:pt x="21917405" y="3009824"/>
                    </a:cubicBezTo>
                    <a:cubicBezTo>
                      <a:pt x="14614291" y="3047251"/>
                      <a:pt x="6453731" y="3277510"/>
                      <a:pt x="457" y="5798748"/>
                    </a:cubicBezTo>
                    <a:cubicBezTo>
                      <a:pt x="-1036" y="3861504"/>
                      <a:pt x="1732" y="1944297"/>
                      <a:pt x="239" y="705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/>
                  </a:gs>
                  <a:gs pos="100000">
                    <a:schemeClr val="accent4"/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16">
                <a:extLst>
                  <a:ext uri="{FF2B5EF4-FFF2-40B4-BE49-F238E27FC236}">
                    <a16:creationId xmlns:a16="http://schemas.microsoft.com/office/drawing/2014/main" xmlns="" id="{730BC0D8-BF0E-1E48-A5BA-DBE5EFF446CB}"/>
                  </a:ext>
                </a:extLst>
              </p:cNvPr>
              <p:cNvSpPr/>
              <p:nvPr userDrawn="1"/>
            </p:nvSpPr>
            <p:spPr>
              <a:xfrm>
                <a:off x="-4323" y="5744"/>
                <a:ext cx="27440229" cy="4555641"/>
              </a:xfrm>
              <a:custGeom>
                <a:avLst/>
                <a:gdLst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0 w 43891200"/>
                  <a:gd name="connsiteY3" fmla="*/ 7027483 h 7027483"/>
                  <a:gd name="connsiteX4" fmla="*/ 0 w 43891200"/>
                  <a:gd name="connsiteY4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617527 w 43891200"/>
                  <a:gd name="connsiteY3" fmla="*/ 6999261 h 7027483"/>
                  <a:gd name="connsiteX4" fmla="*/ 0 w 43891200"/>
                  <a:gd name="connsiteY4" fmla="*/ 7027483 h 7027483"/>
                  <a:gd name="connsiteX5" fmla="*/ 0 w 43891200"/>
                  <a:gd name="connsiteY5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448200 w 43891200"/>
                  <a:gd name="connsiteY3" fmla="*/ 3838305 h 7027483"/>
                  <a:gd name="connsiteX4" fmla="*/ 0 w 43891200"/>
                  <a:gd name="connsiteY4" fmla="*/ 7027483 h 7027483"/>
                  <a:gd name="connsiteX5" fmla="*/ 0 w 43891200"/>
                  <a:gd name="connsiteY5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448200 w 43891200"/>
                  <a:gd name="connsiteY3" fmla="*/ 3838305 h 7027483"/>
                  <a:gd name="connsiteX4" fmla="*/ 28221 w 43891200"/>
                  <a:gd name="connsiteY4" fmla="*/ 6688809 h 7027483"/>
                  <a:gd name="connsiteX5" fmla="*/ 0 w 43891200"/>
                  <a:gd name="connsiteY5" fmla="*/ 0 h 7027483"/>
                  <a:gd name="connsiteX0" fmla="*/ 0 w 43891200"/>
                  <a:gd name="connsiteY0" fmla="*/ 0 h 7100503"/>
                  <a:gd name="connsiteX1" fmla="*/ 43891200 w 43891200"/>
                  <a:gd name="connsiteY1" fmla="*/ 0 h 7100503"/>
                  <a:gd name="connsiteX2" fmla="*/ 43891200 w 43891200"/>
                  <a:gd name="connsiteY2" fmla="*/ 7027483 h 7100503"/>
                  <a:gd name="connsiteX3" fmla="*/ 21448200 w 43891200"/>
                  <a:gd name="connsiteY3" fmla="*/ 3838305 h 7100503"/>
                  <a:gd name="connsiteX4" fmla="*/ 28221 w 43891200"/>
                  <a:gd name="connsiteY4" fmla="*/ 6688809 h 7100503"/>
                  <a:gd name="connsiteX5" fmla="*/ 0 w 43891200"/>
                  <a:gd name="connsiteY5" fmla="*/ 0 h 7100503"/>
                  <a:gd name="connsiteX0" fmla="*/ 0 w 43891200"/>
                  <a:gd name="connsiteY0" fmla="*/ 0 h 7100503"/>
                  <a:gd name="connsiteX1" fmla="*/ 43891200 w 43891200"/>
                  <a:gd name="connsiteY1" fmla="*/ 0 h 7100503"/>
                  <a:gd name="connsiteX2" fmla="*/ 43891200 w 43891200"/>
                  <a:gd name="connsiteY2" fmla="*/ 7027483 h 7100503"/>
                  <a:gd name="connsiteX3" fmla="*/ 21448200 w 43891200"/>
                  <a:gd name="connsiteY3" fmla="*/ 3838305 h 7100503"/>
                  <a:gd name="connsiteX4" fmla="*/ 28221 w 43891200"/>
                  <a:gd name="connsiteY4" fmla="*/ 6688809 h 7100503"/>
                  <a:gd name="connsiteX5" fmla="*/ 0 w 43891200"/>
                  <a:gd name="connsiteY5" fmla="*/ 0 h 710050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448200 w 43891200"/>
                  <a:gd name="connsiteY3" fmla="*/ 3838305 h 7027483"/>
                  <a:gd name="connsiteX4" fmla="*/ 28221 w 43891200"/>
                  <a:gd name="connsiteY4" fmla="*/ 6688809 h 7027483"/>
                  <a:gd name="connsiteX5" fmla="*/ 0 w 43891200"/>
                  <a:gd name="connsiteY5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448200 w 43891200"/>
                  <a:gd name="connsiteY3" fmla="*/ 3838305 h 7027483"/>
                  <a:gd name="connsiteX4" fmla="*/ 28221 w 43891200"/>
                  <a:gd name="connsiteY4" fmla="*/ 6688809 h 7027483"/>
                  <a:gd name="connsiteX5" fmla="*/ 0 w 43891200"/>
                  <a:gd name="connsiteY5" fmla="*/ 0 h 7027483"/>
                  <a:gd name="connsiteX0" fmla="*/ 0 w 43891200"/>
                  <a:gd name="connsiteY0" fmla="*/ 0 h 7027483"/>
                  <a:gd name="connsiteX1" fmla="*/ 43891200 w 43891200"/>
                  <a:gd name="connsiteY1" fmla="*/ 0 h 7027483"/>
                  <a:gd name="connsiteX2" fmla="*/ 43891200 w 43891200"/>
                  <a:gd name="connsiteY2" fmla="*/ 7027483 h 7027483"/>
                  <a:gd name="connsiteX3" fmla="*/ 21448200 w 43891200"/>
                  <a:gd name="connsiteY3" fmla="*/ 3838305 h 7027483"/>
                  <a:gd name="connsiteX4" fmla="*/ 28221 w 43891200"/>
                  <a:gd name="connsiteY4" fmla="*/ 6688809 h 7027483"/>
                  <a:gd name="connsiteX5" fmla="*/ 0 w 43891200"/>
                  <a:gd name="connsiteY5" fmla="*/ 0 h 7027483"/>
                  <a:gd name="connsiteX0" fmla="*/ 0 w 43968081"/>
                  <a:gd name="connsiteY0" fmla="*/ 0 h 6688809"/>
                  <a:gd name="connsiteX1" fmla="*/ 43891200 w 43968081"/>
                  <a:gd name="connsiteY1" fmla="*/ 0 h 6688809"/>
                  <a:gd name="connsiteX2" fmla="*/ 43968081 w 43968081"/>
                  <a:gd name="connsiteY2" fmla="*/ 6358199 h 6688809"/>
                  <a:gd name="connsiteX3" fmla="*/ 21448200 w 43968081"/>
                  <a:gd name="connsiteY3" fmla="*/ 3838305 h 6688809"/>
                  <a:gd name="connsiteX4" fmla="*/ 28221 w 43968081"/>
                  <a:gd name="connsiteY4" fmla="*/ 6688809 h 6688809"/>
                  <a:gd name="connsiteX5" fmla="*/ 0 w 43968081"/>
                  <a:gd name="connsiteY5" fmla="*/ 0 h 6688809"/>
                  <a:gd name="connsiteX0" fmla="*/ 0 w 43891200"/>
                  <a:gd name="connsiteY0" fmla="*/ 0 h 6688809"/>
                  <a:gd name="connsiteX1" fmla="*/ 43891200 w 43891200"/>
                  <a:gd name="connsiteY1" fmla="*/ 0 h 6688809"/>
                  <a:gd name="connsiteX2" fmla="*/ 43793664 w 43891200"/>
                  <a:gd name="connsiteY2" fmla="*/ 6218350 h 6688809"/>
                  <a:gd name="connsiteX3" fmla="*/ 21448200 w 43891200"/>
                  <a:gd name="connsiteY3" fmla="*/ 3838305 h 6688809"/>
                  <a:gd name="connsiteX4" fmla="*/ 28221 w 43891200"/>
                  <a:gd name="connsiteY4" fmla="*/ 6688809 h 6688809"/>
                  <a:gd name="connsiteX5" fmla="*/ 0 w 43891200"/>
                  <a:gd name="connsiteY5" fmla="*/ 0 h 6688809"/>
                  <a:gd name="connsiteX0" fmla="*/ 0 w 43891200"/>
                  <a:gd name="connsiteY0" fmla="*/ 0 h 6688809"/>
                  <a:gd name="connsiteX1" fmla="*/ 43891200 w 43891200"/>
                  <a:gd name="connsiteY1" fmla="*/ 0 h 6688809"/>
                  <a:gd name="connsiteX2" fmla="*/ 43823938 w 43891200"/>
                  <a:gd name="connsiteY2" fmla="*/ 6183672 h 6688809"/>
                  <a:gd name="connsiteX3" fmla="*/ 21448200 w 43891200"/>
                  <a:gd name="connsiteY3" fmla="*/ 3838305 h 6688809"/>
                  <a:gd name="connsiteX4" fmla="*/ 28221 w 43891200"/>
                  <a:gd name="connsiteY4" fmla="*/ 6688809 h 6688809"/>
                  <a:gd name="connsiteX5" fmla="*/ 0 w 43891200"/>
                  <a:gd name="connsiteY5" fmla="*/ 0 h 6688809"/>
                  <a:gd name="connsiteX0" fmla="*/ 0 w 43823938"/>
                  <a:gd name="connsiteY0" fmla="*/ 0 h 6688809"/>
                  <a:gd name="connsiteX1" fmla="*/ 43800376 w 43823938"/>
                  <a:gd name="connsiteY1" fmla="*/ 0 h 6688809"/>
                  <a:gd name="connsiteX2" fmla="*/ 43823938 w 43823938"/>
                  <a:gd name="connsiteY2" fmla="*/ 6183672 h 6688809"/>
                  <a:gd name="connsiteX3" fmla="*/ 21448200 w 43823938"/>
                  <a:gd name="connsiteY3" fmla="*/ 3838305 h 6688809"/>
                  <a:gd name="connsiteX4" fmla="*/ 28221 w 43823938"/>
                  <a:gd name="connsiteY4" fmla="*/ 6688809 h 6688809"/>
                  <a:gd name="connsiteX5" fmla="*/ 0 w 43823938"/>
                  <a:gd name="connsiteY5" fmla="*/ 0 h 6688809"/>
                  <a:gd name="connsiteX0" fmla="*/ 0 w 43883631"/>
                  <a:gd name="connsiteY0" fmla="*/ 0 h 6688809"/>
                  <a:gd name="connsiteX1" fmla="*/ 43883631 w 43883631"/>
                  <a:gd name="connsiteY1" fmla="*/ 41614 h 6688809"/>
                  <a:gd name="connsiteX2" fmla="*/ 43823938 w 43883631"/>
                  <a:gd name="connsiteY2" fmla="*/ 6183672 h 6688809"/>
                  <a:gd name="connsiteX3" fmla="*/ 21448200 w 43883631"/>
                  <a:gd name="connsiteY3" fmla="*/ 3838305 h 6688809"/>
                  <a:gd name="connsiteX4" fmla="*/ 28221 w 43883631"/>
                  <a:gd name="connsiteY4" fmla="*/ 6688809 h 6688809"/>
                  <a:gd name="connsiteX5" fmla="*/ 0 w 43883631"/>
                  <a:gd name="connsiteY5" fmla="*/ 0 h 6688809"/>
                  <a:gd name="connsiteX0" fmla="*/ 0 w 43876062"/>
                  <a:gd name="connsiteY0" fmla="*/ 0 h 6688809"/>
                  <a:gd name="connsiteX1" fmla="*/ 43876062 w 43876062"/>
                  <a:gd name="connsiteY1" fmla="*/ 6936 h 6688809"/>
                  <a:gd name="connsiteX2" fmla="*/ 43823938 w 43876062"/>
                  <a:gd name="connsiteY2" fmla="*/ 6183672 h 6688809"/>
                  <a:gd name="connsiteX3" fmla="*/ 21448200 w 43876062"/>
                  <a:gd name="connsiteY3" fmla="*/ 3838305 h 6688809"/>
                  <a:gd name="connsiteX4" fmla="*/ 28221 w 43876062"/>
                  <a:gd name="connsiteY4" fmla="*/ 6688809 h 6688809"/>
                  <a:gd name="connsiteX5" fmla="*/ 0 w 43876062"/>
                  <a:gd name="connsiteY5" fmla="*/ 0 h 6688809"/>
                  <a:gd name="connsiteX0" fmla="*/ 0 w 43883634"/>
                  <a:gd name="connsiteY0" fmla="*/ 6936 h 6695745"/>
                  <a:gd name="connsiteX1" fmla="*/ 43883634 w 43883634"/>
                  <a:gd name="connsiteY1" fmla="*/ 0 h 6695745"/>
                  <a:gd name="connsiteX2" fmla="*/ 43823938 w 43883634"/>
                  <a:gd name="connsiteY2" fmla="*/ 6190608 h 6695745"/>
                  <a:gd name="connsiteX3" fmla="*/ 21448200 w 43883634"/>
                  <a:gd name="connsiteY3" fmla="*/ 3845241 h 6695745"/>
                  <a:gd name="connsiteX4" fmla="*/ 28221 w 43883634"/>
                  <a:gd name="connsiteY4" fmla="*/ 6695745 h 6695745"/>
                  <a:gd name="connsiteX5" fmla="*/ 0 w 43883634"/>
                  <a:gd name="connsiteY5" fmla="*/ 6936 h 6695745"/>
                  <a:gd name="connsiteX0" fmla="*/ 0 w 43883634"/>
                  <a:gd name="connsiteY0" fmla="*/ 6936 h 6695745"/>
                  <a:gd name="connsiteX1" fmla="*/ 43883634 w 43883634"/>
                  <a:gd name="connsiteY1" fmla="*/ 0 h 6695745"/>
                  <a:gd name="connsiteX2" fmla="*/ 43827740 w 43883634"/>
                  <a:gd name="connsiteY2" fmla="*/ 6180150 h 6695745"/>
                  <a:gd name="connsiteX3" fmla="*/ 21448200 w 43883634"/>
                  <a:gd name="connsiteY3" fmla="*/ 3845241 h 6695745"/>
                  <a:gd name="connsiteX4" fmla="*/ 28221 w 43883634"/>
                  <a:gd name="connsiteY4" fmla="*/ 6695745 h 6695745"/>
                  <a:gd name="connsiteX5" fmla="*/ 0 w 43883634"/>
                  <a:gd name="connsiteY5" fmla="*/ 6936 h 6695745"/>
                  <a:gd name="connsiteX0" fmla="*/ 0 w 43883634"/>
                  <a:gd name="connsiteY0" fmla="*/ 6936 h 6695745"/>
                  <a:gd name="connsiteX1" fmla="*/ 43883634 w 43883634"/>
                  <a:gd name="connsiteY1" fmla="*/ 0 h 6695745"/>
                  <a:gd name="connsiteX2" fmla="*/ 43827740 w 43883634"/>
                  <a:gd name="connsiteY2" fmla="*/ 6180150 h 6695745"/>
                  <a:gd name="connsiteX3" fmla="*/ 21986368 w 43883634"/>
                  <a:gd name="connsiteY3" fmla="*/ 3845241 h 6695745"/>
                  <a:gd name="connsiteX4" fmla="*/ 28221 w 43883634"/>
                  <a:gd name="connsiteY4" fmla="*/ 6695745 h 6695745"/>
                  <a:gd name="connsiteX5" fmla="*/ 0 w 43883634"/>
                  <a:gd name="connsiteY5" fmla="*/ 6936 h 6695745"/>
                  <a:gd name="connsiteX0" fmla="*/ 0 w 43883634"/>
                  <a:gd name="connsiteY0" fmla="*/ 6936 h 6695745"/>
                  <a:gd name="connsiteX1" fmla="*/ 43883634 w 43883634"/>
                  <a:gd name="connsiteY1" fmla="*/ 0 h 6695745"/>
                  <a:gd name="connsiteX2" fmla="*/ 43827740 w 43883634"/>
                  <a:gd name="connsiteY2" fmla="*/ 6180150 h 6695745"/>
                  <a:gd name="connsiteX3" fmla="*/ 21871047 w 43883634"/>
                  <a:gd name="connsiteY3" fmla="*/ 3810016 h 6695745"/>
                  <a:gd name="connsiteX4" fmla="*/ 28221 w 43883634"/>
                  <a:gd name="connsiteY4" fmla="*/ 6695745 h 6695745"/>
                  <a:gd name="connsiteX5" fmla="*/ 0 w 43883634"/>
                  <a:gd name="connsiteY5" fmla="*/ 6936 h 6695745"/>
                  <a:gd name="connsiteX0" fmla="*/ 0 w 43883634"/>
                  <a:gd name="connsiteY0" fmla="*/ 6936 h 6695745"/>
                  <a:gd name="connsiteX1" fmla="*/ 43883634 w 43883634"/>
                  <a:gd name="connsiteY1" fmla="*/ 0 h 6695745"/>
                  <a:gd name="connsiteX2" fmla="*/ 43827740 w 43883634"/>
                  <a:gd name="connsiteY2" fmla="*/ 6180150 h 6695745"/>
                  <a:gd name="connsiteX3" fmla="*/ 21982633 w 43883634"/>
                  <a:gd name="connsiteY3" fmla="*/ 3782129 h 6695745"/>
                  <a:gd name="connsiteX4" fmla="*/ 28221 w 43883634"/>
                  <a:gd name="connsiteY4" fmla="*/ 6695745 h 6695745"/>
                  <a:gd name="connsiteX5" fmla="*/ 0 w 43883634"/>
                  <a:gd name="connsiteY5" fmla="*/ 6936 h 6695745"/>
                  <a:gd name="connsiteX0" fmla="*/ 0 w 43883634"/>
                  <a:gd name="connsiteY0" fmla="*/ 6936 h 6695745"/>
                  <a:gd name="connsiteX1" fmla="*/ 43883634 w 43883634"/>
                  <a:gd name="connsiteY1" fmla="*/ 0 h 6695745"/>
                  <a:gd name="connsiteX2" fmla="*/ 43827740 w 43883634"/>
                  <a:gd name="connsiteY2" fmla="*/ 6180150 h 6695745"/>
                  <a:gd name="connsiteX3" fmla="*/ 21911623 w 43883634"/>
                  <a:gd name="connsiteY3" fmla="*/ 3791425 h 6695745"/>
                  <a:gd name="connsiteX4" fmla="*/ 28221 w 43883634"/>
                  <a:gd name="connsiteY4" fmla="*/ 6695745 h 6695745"/>
                  <a:gd name="connsiteX5" fmla="*/ 0 w 43883634"/>
                  <a:gd name="connsiteY5" fmla="*/ 6936 h 6695745"/>
                  <a:gd name="connsiteX0" fmla="*/ 0 w 43883634"/>
                  <a:gd name="connsiteY0" fmla="*/ 6936 h 6695745"/>
                  <a:gd name="connsiteX1" fmla="*/ 43883634 w 43883634"/>
                  <a:gd name="connsiteY1" fmla="*/ 0 h 6695745"/>
                  <a:gd name="connsiteX2" fmla="*/ 43827740 w 43883634"/>
                  <a:gd name="connsiteY2" fmla="*/ 6180150 h 6695745"/>
                  <a:gd name="connsiteX3" fmla="*/ 21911623 w 43883634"/>
                  <a:gd name="connsiteY3" fmla="*/ 3791425 h 6695745"/>
                  <a:gd name="connsiteX4" fmla="*/ 28221 w 43883634"/>
                  <a:gd name="connsiteY4" fmla="*/ 6695745 h 6695745"/>
                  <a:gd name="connsiteX5" fmla="*/ 0 w 43883634"/>
                  <a:gd name="connsiteY5" fmla="*/ 6936 h 6695745"/>
                  <a:gd name="connsiteX0" fmla="*/ 0 w 43883634"/>
                  <a:gd name="connsiteY0" fmla="*/ 6936 h 6695745"/>
                  <a:gd name="connsiteX1" fmla="*/ 43883634 w 43883634"/>
                  <a:gd name="connsiteY1" fmla="*/ 0 h 6695745"/>
                  <a:gd name="connsiteX2" fmla="*/ 43827740 w 43883634"/>
                  <a:gd name="connsiteY2" fmla="*/ 6180150 h 6695745"/>
                  <a:gd name="connsiteX3" fmla="*/ 21911623 w 43883634"/>
                  <a:gd name="connsiteY3" fmla="*/ 3791425 h 6695745"/>
                  <a:gd name="connsiteX4" fmla="*/ 28221 w 43883634"/>
                  <a:gd name="connsiteY4" fmla="*/ 6695745 h 6695745"/>
                  <a:gd name="connsiteX5" fmla="*/ 0 w 43883634"/>
                  <a:gd name="connsiteY5" fmla="*/ 6936 h 6695745"/>
                  <a:gd name="connsiteX0" fmla="*/ 0 w 43883634"/>
                  <a:gd name="connsiteY0" fmla="*/ 6936 h 6695745"/>
                  <a:gd name="connsiteX1" fmla="*/ 43883634 w 43883634"/>
                  <a:gd name="connsiteY1" fmla="*/ 0 h 6695745"/>
                  <a:gd name="connsiteX2" fmla="*/ 43827740 w 43883634"/>
                  <a:gd name="connsiteY2" fmla="*/ 6180150 h 6695745"/>
                  <a:gd name="connsiteX3" fmla="*/ 21911623 w 43883634"/>
                  <a:gd name="connsiteY3" fmla="*/ 3791425 h 6695745"/>
                  <a:gd name="connsiteX4" fmla="*/ 28221 w 43883634"/>
                  <a:gd name="connsiteY4" fmla="*/ 6695745 h 6695745"/>
                  <a:gd name="connsiteX5" fmla="*/ 0 w 43883634"/>
                  <a:gd name="connsiteY5" fmla="*/ 6936 h 6695745"/>
                  <a:gd name="connsiteX0" fmla="*/ 0 w 43883634"/>
                  <a:gd name="connsiteY0" fmla="*/ 6936 h 6695745"/>
                  <a:gd name="connsiteX1" fmla="*/ 43883634 w 43883634"/>
                  <a:gd name="connsiteY1" fmla="*/ 0 h 6695745"/>
                  <a:gd name="connsiteX2" fmla="*/ 43827740 w 43883634"/>
                  <a:gd name="connsiteY2" fmla="*/ 6180150 h 6695745"/>
                  <a:gd name="connsiteX3" fmla="*/ 21911623 w 43883634"/>
                  <a:gd name="connsiteY3" fmla="*/ 3791425 h 6695745"/>
                  <a:gd name="connsiteX4" fmla="*/ 28221 w 43883634"/>
                  <a:gd name="connsiteY4" fmla="*/ 6695745 h 6695745"/>
                  <a:gd name="connsiteX5" fmla="*/ 0 w 43883634"/>
                  <a:gd name="connsiteY5" fmla="*/ 6936 h 6695745"/>
                  <a:gd name="connsiteX0" fmla="*/ 0 w 43883634"/>
                  <a:gd name="connsiteY0" fmla="*/ 6936 h 6695745"/>
                  <a:gd name="connsiteX1" fmla="*/ 43883634 w 43883634"/>
                  <a:gd name="connsiteY1" fmla="*/ 0 h 6695745"/>
                  <a:gd name="connsiteX2" fmla="*/ 43827740 w 43883634"/>
                  <a:gd name="connsiteY2" fmla="*/ 6180150 h 6695745"/>
                  <a:gd name="connsiteX3" fmla="*/ 21911623 w 43883634"/>
                  <a:gd name="connsiteY3" fmla="*/ 3791425 h 6695745"/>
                  <a:gd name="connsiteX4" fmla="*/ 28221 w 43883634"/>
                  <a:gd name="connsiteY4" fmla="*/ 6695745 h 6695745"/>
                  <a:gd name="connsiteX5" fmla="*/ 0 w 43883634"/>
                  <a:gd name="connsiteY5" fmla="*/ 6936 h 6695745"/>
                  <a:gd name="connsiteX0" fmla="*/ 0 w 43883634"/>
                  <a:gd name="connsiteY0" fmla="*/ 6936 h 6695745"/>
                  <a:gd name="connsiteX1" fmla="*/ 43883634 w 43883634"/>
                  <a:gd name="connsiteY1" fmla="*/ 0 h 6695745"/>
                  <a:gd name="connsiteX2" fmla="*/ 43827740 w 43883634"/>
                  <a:gd name="connsiteY2" fmla="*/ 6180150 h 6695745"/>
                  <a:gd name="connsiteX3" fmla="*/ 21911623 w 43883634"/>
                  <a:gd name="connsiteY3" fmla="*/ 3791425 h 6695745"/>
                  <a:gd name="connsiteX4" fmla="*/ 28221 w 43883634"/>
                  <a:gd name="connsiteY4" fmla="*/ 6695745 h 6695745"/>
                  <a:gd name="connsiteX5" fmla="*/ 0 w 43883634"/>
                  <a:gd name="connsiteY5" fmla="*/ 6936 h 6695745"/>
                  <a:gd name="connsiteX0" fmla="*/ 0 w 43883634"/>
                  <a:gd name="connsiteY0" fmla="*/ 6936 h 6695745"/>
                  <a:gd name="connsiteX1" fmla="*/ 43883634 w 43883634"/>
                  <a:gd name="connsiteY1" fmla="*/ 0 h 6695745"/>
                  <a:gd name="connsiteX2" fmla="*/ 43827740 w 43883634"/>
                  <a:gd name="connsiteY2" fmla="*/ 6180150 h 6695745"/>
                  <a:gd name="connsiteX3" fmla="*/ 21911623 w 43883634"/>
                  <a:gd name="connsiteY3" fmla="*/ 3791425 h 6695745"/>
                  <a:gd name="connsiteX4" fmla="*/ 28221 w 43883634"/>
                  <a:gd name="connsiteY4" fmla="*/ 6695745 h 6695745"/>
                  <a:gd name="connsiteX5" fmla="*/ 0 w 43883634"/>
                  <a:gd name="connsiteY5" fmla="*/ 6936 h 6695745"/>
                  <a:gd name="connsiteX0" fmla="*/ 0 w 43883634"/>
                  <a:gd name="connsiteY0" fmla="*/ 6936 h 6691837"/>
                  <a:gd name="connsiteX1" fmla="*/ 43883634 w 43883634"/>
                  <a:gd name="connsiteY1" fmla="*/ 0 h 6691837"/>
                  <a:gd name="connsiteX2" fmla="*/ 43827740 w 43883634"/>
                  <a:gd name="connsiteY2" fmla="*/ 6180150 h 6691837"/>
                  <a:gd name="connsiteX3" fmla="*/ 21911623 w 43883634"/>
                  <a:gd name="connsiteY3" fmla="*/ 3791425 h 6691837"/>
                  <a:gd name="connsiteX4" fmla="*/ 66513 w 43883634"/>
                  <a:gd name="connsiteY4" fmla="*/ 6691837 h 6691837"/>
                  <a:gd name="connsiteX5" fmla="*/ 0 w 43883634"/>
                  <a:gd name="connsiteY5" fmla="*/ 6936 h 6691837"/>
                  <a:gd name="connsiteX0" fmla="*/ 0 w 43883634"/>
                  <a:gd name="connsiteY0" fmla="*/ 6936 h 6695746"/>
                  <a:gd name="connsiteX1" fmla="*/ 43883634 w 43883634"/>
                  <a:gd name="connsiteY1" fmla="*/ 0 h 6695746"/>
                  <a:gd name="connsiteX2" fmla="*/ 43827740 w 43883634"/>
                  <a:gd name="connsiteY2" fmla="*/ 6180150 h 6695746"/>
                  <a:gd name="connsiteX3" fmla="*/ 21911623 w 43883634"/>
                  <a:gd name="connsiteY3" fmla="*/ 3791425 h 6695746"/>
                  <a:gd name="connsiteX4" fmla="*/ 49494 w 43883634"/>
                  <a:gd name="connsiteY4" fmla="*/ 6695746 h 6695746"/>
                  <a:gd name="connsiteX5" fmla="*/ 0 w 43883634"/>
                  <a:gd name="connsiteY5" fmla="*/ 6936 h 6695746"/>
                  <a:gd name="connsiteX0" fmla="*/ 0 w 43883634"/>
                  <a:gd name="connsiteY0" fmla="*/ 6936 h 6695746"/>
                  <a:gd name="connsiteX1" fmla="*/ 43883634 w 43883634"/>
                  <a:gd name="connsiteY1" fmla="*/ 0 h 6695746"/>
                  <a:gd name="connsiteX2" fmla="*/ 43827740 w 43883634"/>
                  <a:gd name="connsiteY2" fmla="*/ 6180150 h 6695746"/>
                  <a:gd name="connsiteX3" fmla="*/ 21911623 w 43883634"/>
                  <a:gd name="connsiteY3" fmla="*/ 3791425 h 6695746"/>
                  <a:gd name="connsiteX4" fmla="*/ 49494 w 43883634"/>
                  <a:gd name="connsiteY4" fmla="*/ 6695746 h 6695746"/>
                  <a:gd name="connsiteX5" fmla="*/ 0 w 43883634"/>
                  <a:gd name="connsiteY5" fmla="*/ 6936 h 6695746"/>
                  <a:gd name="connsiteX0" fmla="*/ 0 w 43883634"/>
                  <a:gd name="connsiteY0" fmla="*/ 6936 h 6695746"/>
                  <a:gd name="connsiteX1" fmla="*/ 43883634 w 43883634"/>
                  <a:gd name="connsiteY1" fmla="*/ 0 h 6695746"/>
                  <a:gd name="connsiteX2" fmla="*/ 43827740 w 43883634"/>
                  <a:gd name="connsiteY2" fmla="*/ 6180150 h 6695746"/>
                  <a:gd name="connsiteX3" fmla="*/ 21911623 w 43883634"/>
                  <a:gd name="connsiteY3" fmla="*/ 3791425 h 6695746"/>
                  <a:gd name="connsiteX4" fmla="*/ 49494 w 43883634"/>
                  <a:gd name="connsiteY4" fmla="*/ 6695746 h 6695746"/>
                  <a:gd name="connsiteX5" fmla="*/ 0 w 43883634"/>
                  <a:gd name="connsiteY5" fmla="*/ 6936 h 6695746"/>
                  <a:gd name="connsiteX0" fmla="*/ 0 w 43883634"/>
                  <a:gd name="connsiteY0" fmla="*/ 6936 h 6695746"/>
                  <a:gd name="connsiteX1" fmla="*/ 43883634 w 43883634"/>
                  <a:gd name="connsiteY1" fmla="*/ 0 h 6695746"/>
                  <a:gd name="connsiteX2" fmla="*/ 43827740 w 43883634"/>
                  <a:gd name="connsiteY2" fmla="*/ 6180150 h 6695746"/>
                  <a:gd name="connsiteX3" fmla="*/ 21911623 w 43883634"/>
                  <a:gd name="connsiteY3" fmla="*/ 3791425 h 6695746"/>
                  <a:gd name="connsiteX4" fmla="*/ 49494 w 43883634"/>
                  <a:gd name="connsiteY4" fmla="*/ 6695746 h 6695746"/>
                  <a:gd name="connsiteX5" fmla="*/ 0 w 43883634"/>
                  <a:gd name="connsiteY5" fmla="*/ 6936 h 6695746"/>
                  <a:gd name="connsiteX0" fmla="*/ 0 w 43883634"/>
                  <a:gd name="connsiteY0" fmla="*/ 6936 h 6695746"/>
                  <a:gd name="connsiteX1" fmla="*/ 43883634 w 43883634"/>
                  <a:gd name="connsiteY1" fmla="*/ 0 h 6695746"/>
                  <a:gd name="connsiteX2" fmla="*/ 43827739 w 43883634"/>
                  <a:gd name="connsiteY2" fmla="*/ 5777889 h 6695746"/>
                  <a:gd name="connsiteX3" fmla="*/ 21911623 w 43883634"/>
                  <a:gd name="connsiteY3" fmla="*/ 3791425 h 6695746"/>
                  <a:gd name="connsiteX4" fmla="*/ 49494 w 43883634"/>
                  <a:gd name="connsiteY4" fmla="*/ 6695746 h 6695746"/>
                  <a:gd name="connsiteX5" fmla="*/ 0 w 43883634"/>
                  <a:gd name="connsiteY5" fmla="*/ 6936 h 6695746"/>
                  <a:gd name="connsiteX0" fmla="*/ 0 w 43883634"/>
                  <a:gd name="connsiteY0" fmla="*/ 6936 h 6695746"/>
                  <a:gd name="connsiteX1" fmla="*/ 43883634 w 43883634"/>
                  <a:gd name="connsiteY1" fmla="*/ 0 h 6695746"/>
                  <a:gd name="connsiteX2" fmla="*/ 43827739 w 43883634"/>
                  <a:gd name="connsiteY2" fmla="*/ 5777889 h 6695746"/>
                  <a:gd name="connsiteX3" fmla="*/ 21911623 w 43883634"/>
                  <a:gd name="connsiteY3" fmla="*/ 3791425 h 6695746"/>
                  <a:gd name="connsiteX4" fmla="*/ 49494 w 43883634"/>
                  <a:gd name="connsiteY4" fmla="*/ 6695746 h 6695746"/>
                  <a:gd name="connsiteX5" fmla="*/ 0 w 43883634"/>
                  <a:gd name="connsiteY5" fmla="*/ 6936 h 6695746"/>
                  <a:gd name="connsiteX0" fmla="*/ 0 w 43883634"/>
                  <a:gd name="connsiteY0" fmla="*/ 6936 h 6695746"/>
                  <a:gd name="connsiteX1" fmla="*/ 43883634 w 43883634"/>
                  <a:gd name="connsiteY1" fmla="*/ 0 h 6695746"/>
                  <a:gd name="connsiteX2" fmla="*/ 43827739 w 43883634"/>
                  <a:gd name="connsiteY2" fmla="*/ 5777889 h 6695746"/>
                  <a:gd name="connsiteX3" fmla="*/ 21911623 w 43883634"/>
                  <a:gd name="connsiteY3" fmla="*/ 3791425 h 6695746"/>
                  <a:gd name="connsiteX4" fmla="*/ 49494 w 43883634"/>
                  <a:gd name="connsiteY4" fmla="*/ 6695746 h 6695746"/>
                  <a:gd name="connsiteX5" fmla="*/ 0 w 43883634"/>
                  <a:gd name="connsiteY5" fmla="*/ 6936 h 6695746"/>
                  <a:gd name="connsiteX0" fmla="*/ 0 w 43883634"/>
                  <a:gd name="connsiteY0" fmla="*/ 6936 h 6695746"/>
                  <a:gd name="connsiteX1" fmla="*/ 43883634 w 43883634"/>
                  <a:gd name="connsiteY1" fmla="*/ 0 h 6695746"/>
                  <a:gd name="connsiteX2" fmla="*/ 43827739 w 43883634"/>
                  <a:gd name="connsiteY2" fmla="*/ 5777889 h 6695746"/>
                  <a:gd name="connsiteX3" fmla="*/ 21911623 w 43883634"/>
                  <a:gd name="connsiteY3" fmla="*/ 3791425 h 6695746"/>
                  <a:gd name="connsiteX4" fmla="*/ 49494 w 43883634"/>
                  <a:gd name="connsiteY4" fmla="*/ 6695746 h 6695746"/>
                  <a:gd name="connsiteX5" fmla="*/ 0 w 43883634"/>
                  <a:gd name="connsiteY5" fmla="*/ 6936 h 6695746"/>
                  <a:gd name="connsiteX0" fmla="*/ 0 w 43883634"/>
                  <a:gd name="connsiteY0" fmla="*/ 6936 h 6695746"/>
                  <a:gd name="connsiteX1" fmla="*/ 43883634 w 43883634"/>
                  <a:gd name="connsiteY1" fmla="*/ 0 h 6695746"/>
                  <a:gd name="connsiteX2" fmla="*/ 43827739 w 43883634"/>
                  <a:gd name="connsiteY2" fmla="*/ 5777889 h 6695746"/>
                  <a:gd name="connsiteX3" fmla="*/ 21911623 w 43883634"/>
                  <a:gd name="connsiteY3" fmla="*/ 3791425 h 6695746"/>
                  <a:gd name="connsiteX4" fmla="*/ 49494 w 43883634"/>
                  <a:gd name="connsiteY4" fmla="*/ 6695746 h 6695746"/>
                  <a:gd name="connsiteX5" fmla="*/ 0 w 43883634"/>
                  <a:gd name="connsiteY5" fmla="*/ 6936 h 6695746"/>
                  <a:gd name="connsiteX0" fmla="*/ 23933 w 43834140"/>
                  <a:gd name="connsiteY0" fmla="*/ 15369 h 6695746"/>
                  <a:gd name="connsiteX1" fmla="*/ 43834140 w 43834140"/>
                  <a:gd name="connsiteY1" fmla="*/ 0 h 6695746"/>
                  <a:gd name="connsiteX2" fmla="*/ 43778245 w 43834140"/>
                  <a:gd name="connsiteY2" fmla="*/ 5777889 h 6695746"/>
                  <a:gd name="connsiteX3" fmla="*/ 21862129 w 43834140"/>
                  <a:gd name="connsiteY3" fmla="*/ 3791425 h 6695746"/>
                  <a:gd name="connsiteX4" fmla="*/ 0 w 43834140"/>
                  <a:gd name="connsiteY4" fmla="*/ 6695746 h 6695746"/>
                  <a:gd name="connsiteX5" fmla="*/ 23933 w 43834140"/>
                  <a:gd name="connsiteY5" fmla="*/ 15369 h 6695746"/>
                  <a:gd name="connsiteX0" fmla="*/ 1414 w 43848334"/>
                  <a:gd name="connsiteY0" fmla="*/ 15369 h 6695746"/>
                  <a:gd name="connsiteX1" fmla="*/ 43848334 w 43848334"/>
                  <a:gd name="connsiteY1" fmla="*/ 0 h 6695746"/>
                  <a:gd name="connsiteX2" fmla="*/ 43792439 w 43848334"/>
                  <a:gd name="connsiteY2" fmla="*/ 5777889 h 6695746"/>
                  <a:gd name="connsiteX3" fmla="*/ 21876323 w 43848334"/>
                  <a:gd name="connsiteY3" fmla="*/ 3791425 h 6695746"/>
                  <a:gd name="connsiteX4" fmla="*/ 14194 w 43848334"/>
                  <a:gd name="connsiteY4" fmla="*/ 6695746 h 6695746"/>
                  <a:gd name="connsiteX5" fmla="*/ 1414 w 43848334"/>
                  <a:gd name="connsiteY5" fmla="*/ 15369 h 6695746"/>
                  <a:gd name="connsiteX0" fmla="*/ 1414 w 43792439"/>
                  <a:gd name="connsiteY0" fmla="*/ 6936 h 6687313"/>
                  <a:gd name="connsiteX1" fmla="*/ 43729019 w 43792439"/>
                  <a:gd name="connsiteY1" fmla="*/ 0 h 6687313"/>
                  <a:gd name="connsiteX2" fmla="*/ 43792439 w 43792439"/>
                  <a:gd name="connsiteY2" fmla="*/ 5769456 h 6687313"/>
                  <a:gd name="connsiteX3" fmla="*/ 21876323 w 43792439"/>
                  <a:gd name="connsiteY3" fmla="*/ 3782992 h 6687313"/>
                  <a:gd name="connsiteX4" fmla="*/ 14194 w 43792439"/>
                  <a:gd name="connsiteY4" fmla="*/ 6687313 h 6687313"/>
                  <a:gd name="connsiteX5" fmla="*/ 1414 w 43792439"/>
                  <a:gd name="connsiteY5" fmla="*/ 6936 h 6687313"/>
                  <a:gd name="connsiteX0" fmla="*/ 1414 w 43792439"/>
                  <a:gd name="connsiteY0" fmla="*/ 0 h 6680377"/>
                  <a:gd name="connsiteX1" fmla="*/ 43600524 w 43792439"/>
                  <a:gd name="connsiteY1" fmla="*/ 77395 h 6680377"/>
                  <a:gd name="connsiteX2" fmla="*/ 43792439 w 43792439"/>
                  <a:gd name="connsiteY2" fmla="*/ 5762520 h 6680377"/>
                  <a:gd name="connsiteX3" fmla="*/ 21876323 w 43792439"/>
                  <a:gd name="connsiteY3" fmla="*/ 3776056 h 6680377"/>
                  <a:gd name="connsiteX4" fmla="*/ 14194 w 43792439"/>
                  <a:gd name="connsiteY4" fmla="*/ 6680377 h 6680377"/>
                  <a:gd name="connsiteX5" fmla="*/ 1414 w 43792439"/>
                  <a:gd name="connsiteY5" fmla="*/ 0 h 6680377"/>
                  <a:gd name="connsiteX0" fmla="*/ 1414 w 43792439"/>
                  <a:gd name="connsiteY0" fmla="*/ 0 h 6680377"/>
                  <a:gd name="connsiteX1" fmla="*/ 43683128 w 43792439"/>
                  <a:gd name="connsiteY1" fmla="*/ 119561 h 6680377"/>
                  <a:gd name="connsiteX2" fmla="*/ 43792439 w 43792439"/>
                  <a:gd name="connsiteY2" fmla="*/ 5762520 h 6680377"/>
                  <a:gd name="connsiteX3" fmla="*/ 21876323 w 43792439"/>
                  <a:gd name="connsiteY3" fmla="*/ 3776056 h 6680377"/>
                  <a:gd name="connsiteX4" fmla="*/ 14194 w 43792439"/>
                  <a:gd name="connsiteY4" fmla="*/ 6680377 h 6680377"/>
                  <a:gd name="connsiteX5" fmla="*/ 1414 w 43792439"/>
                  <a:gd name="connsiteY5" fmla="*/ 0 h 6680377"/>
                  <a:gd name="connsiteX0" fmla="*/ 1414 w 43793267"/>
                  <a:gd name="connsiteY0" fmla="*/ 0 h 6680377"/>
                  <a:gd name="connsiteX1" fmla="*/ 43793267 w 43793267"/>
                  <a:gd name="connsiteY1" fmla="*/ 1497 h 6680377"/>
                  <a:gd name="connsiteX2" fmla="*/ 43792439 w 43793267"/>
                  <a:gd name="connsiteY2" fmla="*/ 5762520 h 6680377"/>
                  <a:gd name="connsiteX3" fmla="*/ 21876323 w 43793267"/>
                  <a:gd name="connsiteY3" fmla="*/ 3776056 h 6680377"/>
                  <a:gd name="connsiteX4" fmla="*/ 14194 w 43793267"/>
                  <a:gd name="connsiteY4" fmla="*/ 6680377 h 6680377"/>
                  <a:gd name="connsiteX5" fmla="*/ 1414 w 43793267"/>
                  <a:gd name="connsiteY5" fmla="*/ 0 h 6680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793267" h="6680377">
                    <a:moveTo>
                      <a:pt x="1414" y="0"/>
                    </a:moveTo>
                    <a:lnTo>
                      <a:pt x="43793267" y="1497"/>
                    </a:lnTo>
                    <a:cubicBezTo>
                      <a:pt x="43793267" y="2343991"/>
                      <a:pt x="43792439" y="3420026"/>
                      <a:pt x="43792439" y="5762520"/>
                    </a:cubicBezTo>
                    <a:cubicBezTo>
                      <a:pt x="38990659" y="4549272"/>
                      <a:pt x="29172697" y="3623080"/>
                      <a:pt x="21876323" y="3776056"/>
                    </a:cubicBezTo>
                    <a:cubicBezTo>
                      <a:pt x="14579949" y="3929032"/>
                      <a:pt x="6467468" y="4159139"/>
                      <a:pt x="14194" y="6680377"/>
                    </a:cubicBezTo>
                    <a:cubicBezTo>
                      <a:pt x="22172" y="4453585"/>
                      <a:pt x="-6564" y="2226792"/>
                      <a:pt x="1414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/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15">
                <a:extLst>
                  <a:ext uri="{FF2B5EF4-FFF2-40B4-BE49-F238E27FC236}">
                    <a16:creationId xmlns:a16="http://schemas.microsoft.com/office/drawing/2014/main" xmlns="" id="{7CF719AE-E434-D547-8086-492C8B3F521B}"/>
                  </a:ext>
                </a:extLst>
              </p:cNvPr>
              <p:cNvSpPr/>
              <p:nvPr userDrawn="1"/>
            </p:nvSpPr>
            <p:spPr>
              <a:xfrm>
                <a:off x="-14192" y="1382"/>
                <a:ext cx="27451941" cy="4570665"/>
              </a:xfrm>
              <a:custGeom>
                <a:avLst/>
                <a:gdLst>
                  <a:gd name="connsiteX0" fmla="*/ 0 w 43891200"/>
                  <a:gd name="connsiteY0" fmla="*/ 0 h 2171777"/>
                  <a:gd name="connsiteX1" fmla="*/ 43891200 w 43891200"/>
                  <a:gd name="connsiteY1" fmla="*/ 0 h 2171777"/>
                  <a:gd name="connsiteX2" fmla="*/ 43891200 w 43891200"/>
                  <a:gd name="connsiteY2" fmla="*/ 2171777 h 2171777"/>
                  <a:gd name="connsiteX3" fmla="*/ 0 w 43891200"/>
                  <a:gd name="connsiteY3" fmla="*/ 2171777 h 2171777"/>
                  <a:gd name="connsiteX4" fmla="*/ 0 w 43891200"/>
                  <a:gd name="connsiteY4" fmla="*/ 0 h 2171777"/>
                  <a:gd name="connsiteX0" fmla="*/ 0 w 43891200"/>
                  <a:gd name="connsiteY0" fmla="*/ 0 h 2171777"/>
                  <a:gd name="connsiteX1" fmla="*/ 43891200 w 43891200"/>
                  <a:gd name="connsiteY1" fmla="*/ 0 h 2171777"/>
                  <a:gd name="connsiteX2" fmla="*/ 43891200 w 43891200"/>
                  <a:gd name="connsiteY2" fmla="*/ 2171777 h 2171777"/>
                  <a:gd name="connsiteX3" fmla="*/ 21843298 w 43891200"/>
                  <a:gd name="connsiteY3" fmla="*/ 2143554 h 2171777"/>
                  <a:gd name="connsiteX4" fmla="*/ 0 w 43891200"/>
                  <a:gd name="connsiteY4" fmla="*/ 2171777 h 2171777"/>
                  <a:gd name="connsiteX5" fmla="*/ 0 w 43891200"/>
                  <a:gd name="connsiteY5" fmla="*/ 0 h 2171777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2143554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90029"/>
                  <a:gd name="connsiteX1" fmla="*/ 43891200 w 43891200"/>
                  <a:gd name="connsiteY1" fmla="*/ 0 h 5390029"/>
                  <a:gd name="connsiteX2" fmla="*/ 43891200 w 43891200"/>
                  <a:gd name="connsiteY2" fmla="*/ 2171777 h 5390029"/>
                  <a:gd name="connsiteX3" fmla="*/ 21843298 w 43891200"/>
                  <a:gd name="connsiteY3" fmla="*/ 2143554 h 5390029"/>
                  <a:gd name="connsiteX4" fmla="*/ 28221 w 43891200"/>
                  <a:gd name="connsiteY4" fmla="*/ 5360956 h 5390029"/>
                  <a:gd name="connsiteX5" fmla="*/ 0 w 43891200"/>
                  <a:gd name="connsiteY5" fmla="*/ 0 h 5390029"/>
                  <a:gd name="connsiteX0" fmla="*/ 0 w 43891200"/>
                  <a:gd name="connsiteY0" fmla="*/ 0 h 5390029"/>
                  <a:gd name="connsiteX1" fmla="*/ 43891200 w 43891200"/>
                  <a:gd name="connsiteY1" fmla="*/ 0 h 5390029"/>
                  <a:gd name="connsiteX2" fmla="*/ 43891200 w 43891200"/>
                  <a:gd name="connsiteY2" fmla="*/ 2171777 h 5390029"/>
                  <a:gd name="connsiteX3" fmla="*/ 21843298 w 43891200"/>
                  <a:gd name="connsiteY3" fmla="*/ 2143554 h 5390029"/>
                  <a:gd name="connsiteX4" fmla="*/ 28221 w 43891200"/>
                  <a:gd name="connsiteY4" fmla="*/ 5360956 h 5390029"/>
                  <a:gd name="connsiteX5" fmla="*/ 0 w 43891200"/>
                  <a:gd name="connsiteY5" fmla="*/ 0 h 5390029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2143554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2143554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2143554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2143554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2143554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2143554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2143554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2143554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2143554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2143554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2143554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2143554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2143554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1691988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1381537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1381537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1381537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1381537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1381537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1381537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1381537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1381537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200 w 43891200"/>
                  <a:gd name="connsiteY2" fmla="*/ 2171777 h 5360956"/>
                  <a:gd name="connsiteX3" fmla="*/ 21843298 w 43891200"/>
                  <a:gd name="connsiteY3" fmla="*/ 1381537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778314 w 43891200"/>
                  <a:gd name="connsiteY2" fmla="*/ 2171777 h 5360956"/>
                  <a:gd name="connsiteX3" fmla="*/ 21843298 w 43891200"/>
                  <a:gd name="connsiteY3" fmla="*/ 1381537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197 w 43891200"/>
                  <a:gd name="connsiteY2" fmla="*/ 2143554 h 5360956"/>
                  <a:gd name="connsiteX3" fmla="*/ 21843298 w 43891200"/>
                  <a:gd name="connsiteY3" fmla="*/ 1381537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60956"/>
                  <a:gd name="connsiteX1" fmla="*/ 43891200 w 43891200"/>
                  <a:gd name="connsiteY1" fmla="*/ 0 h 5360956"/>
                  <a:gd name="connsiteX2" fmla="*/ 43891197 w 43891200"/>
                  <a:gd name="connsiteY2" fmla="*/ 2143554 h 5360956"/>
                  <a:gd name="connsiteX3" fmla="*/ 21843298 w 43891200"/>
                  <a:gd name="connsiteY3" fmla="*/ 1381537 h 5360956"/>
                  <a:gd name="connsiteX4" fmla="*/ 28221 w 43891200"/>
                  <a:gd name="connsiteY4" fmla="*/ 5360956 h 5360956"/>
                  <a:gd name="connsiteX5" fmla="*/ 0 w 43891200"/>
                  <a:gd name="connsiteY5" fmla="*/ 0 h 5360956"/>
                  <a:gd name="connsiteX0" fmla="*/ 0 w 43891200"/>
                  <a:gd name="connsiteY0" fmla="*/ 0 h 5383162"/>
                  <a:gd name="connsiteX1" fmla="*/ 43891200 w 43891200"/>
                  <a:gd name="connsiteY1" fmla="*/ 0 h 5383162"/>
                  <a:gd name="connsiteX2" fmla="*/ 43891197 w 43891200"/>
                  <a:gd name="connsiteY2" fmla="*/ 2143554 h 5383162"/>
                  <a:gd name="connsiteX3" fmla="*/ 21843298 w 43891200"/>
                  <a:gd name="connsiteY3" fmla="*/ 1381537 h 5383162"/>
                  <a:gd name="connsiteX4" fmla="*/ 12981 w 43891200"/>
                  <a:gd name="connsiteY4" fmla="*/ 5383162 h 5383162"/>
                  <a:gd name="connsiteX5" fmla="*/ 0 w 43891200"/>
                  <a:gd name="connsiteY5" fmla="*/ 0 h 5383162"/>
                  <a:gd name="connsiteX0" fmla="*/ 0 w 43891200"/>
                  <a:gd name="connsiteY0" fmla="*/ 0 h 5353553"/>
                  <a:gd name="connsiteX1" fmla="*/ 43891200 w 43891200"/>
                  <a:gd name="connsiteY1" fmla="*/ 0 h 5353553"/>
                  <a:gd name="connsiteX2" fmla="*/ 43891197 w 43891200"/>
                  <a:gd name="connsiteY2" fmla="*/ 2143554 h 5353553"/>
                  <a:gd name="connsiteX3" fmla="*/ 21843298 w 43891200"/>
                  <a:gd name="connsiteY3" fmla="*/ 1381537 h 5353553"/>
                  <a:gd name="connsiteX4" fmla="*/ 12981 w 43891200"/>
                  <a:gd name="connsiteY4" fmla="*/ 5353553 h 5353553"/>
                  <a:gd name="connsiteX5" fmla="*/ 0 w 43891200"/>
                  <a:gd name="connsiteY5" fmla="*/ 0 h 5353553"/>
                  <a:gd name="connsiteX0" fmla="*/ 0 w 43891200"/>
                  <a:gd name="connsiteY0" fmla="*/ 0 h 5375759"/>
                  <a:gd name="connsiteX1" fmla="*/ 43891200 w 43891200"/>
                  <a:gd name="connsiteY1" fmla="*/ 0 h 5375759"/>
                  <a:gd name="connsiteX2" fmla="*/ 43891197 w 43891200"/>
                  <a:gd name="connsiteY2" fmla="*/ 2143554 h 5375759"/>
                  <a:gd name="connsiteX3" fmla="*/ 21843298 w 43891200"/>
                  <a:gd name="connsiteY3" fmla="*/ 1381537 h 5375759"/>
                  <a:gd name="connsiteX4" fmla="*/ 2821 w 43891200"/>
                  <a:gd name="connsiteY4" fmla="*/ 5375759 h 5375759"/>
                  <a:gd name="connsiteX5" fmla="*/ 0 w 43891200"/>
                  <a:gd name="connsiteY5" fmla="*/ 0 h 5375759"/>
                  <a:gd name="connsiteX0" fmla="*/ 0 w 43891200"/>
                  <a:gd name="connsiteY0" fmla="*/ 0 h 5391472"/>
                  <a:gd name="connsiteX1" fmla="*/ 43891200 w 43891200"/>
                  <a:gd name="connsiteY1" fmla="*/ 0 h 5391472"/>
                  <a:gd name="connsiteX2" fmla="*/ 43891197 w 43891200"/>
                  <a:gd name="connsiteY2" fmla="*/ 2143554 h 5391472"/>
                  <a:gd name="connsiteX3" fmla="*/ 21843298 w 43891200"/>
                  <a:gd name="connsiteY3" fmla="*/ 1381537 h 5391472"/>
                  <a:gd name="connsiteX4" fmla="*/ 24143 w 43891200"/>
                  <a:gd name="connsiteY4" fmla="*/ 5391472 h 5391472"/>
                  <a:gd name="connsiteX5" fmla="*/ 0 w 43891200"/>
                  <a:gd name="connsiteY5" fmla="*/ 0 h 5391472"/>
                  <a:gd name="connsiteX0" fmla="*/ 0 w 43891200"/>
                  <a:gd name="connsiteY0" fmla="*/ 0 h 5388329"/>
                  <a:gd name="connsiteX1" fmla="*/ 43891200 w 43891200"/>
                  <a:gd name="connsiteY1" fmla="*/ 0 h 5388329"/>
                  <a:gd name="connsiteX2" fmla="*/ 43891197 w 43891200"/>
                  <a:gd name="connsiteY2" fmla="*/ 2143554 h 5388329"/>
                  <a:gd name="connsiteX3" fmla="*/ 21843298 w 43891200"/>
                  <a:gd name="connsiteY3" fmla="*/ 1381537 h 5388329"/>
                  <a:gd name="connsiteX4" fmla="*/ 11350 w 43891200"/>
                  <a:gd name="connsiteY4" fmla="*/ 5388329 h 5388329"/>
                  <a:gd name="connsiteX5" fmla="*/ 0 w 43891200"/>
                  <a:gd name="connsiteY5" fmla="*/ 0 h 5388329"/>
                  <a:gd name="connsiteX0" fmla="*/ 0 w 43918796"/>
                  <a:gd name="connsiteY0" fmla="*/ 0 h 5388329"/>
                  <a:gd name="connsiteX1" fmla="*/ 43918796 w 43918796"/>
                  <a:gd name="connsiteY1" fmla="*/ 0 h 5388329"/>
                  <a:gd name="connsiteX2" fmla="*/ 43918793 w 43918796"/>
                  <a:gd name="connsiteY2" fmla="*/ 2143554 h 5388329"/>
                  <a:gd name="connsiteX3" fmla="*/ 21870894 w 43918796"/>
                  <a:gd name="connsiteY3" fmla="*/ 1381537 h 5388329"/>
                  <a:gd name="connsiteX4" fmla="*/ 38946 w 43918796"/>
                  <a:gd name="connsiteY4" fmla="*/ 5388329 h 5388329"/>
                  <a:gd name="connsiteX5" fmla="*/ 0 w 43918796"/>
                  <a:gd name="connsiteY5" fmla="*/ 0 h 5388329"/>
                  <a:gd name="connsiteX0" fmla="*/ 0 w 43882001"/>
                  <a:gd name="connsiteY0" fmla="*/ 6780 h 5388329"/>
                  <a:gd name="connsiteX1" fmla="*/ 43882001 w 43882001"/>
                  <a:gd name="connsiteY1" fmla="*/ 0 h 5388329"/>
                  <a:gd name="connsiteX2" fmla="*/ 43881998 w 43882001"/>
                  <a:gd name="connsiteY2" fmla="*/ 2143554 h 5388329"/>
                  <a:gd name="connsiteX3" fmla="*/ 21834099 w 43882001"/>
                  <a:gd name="connsiteY3" fmla="*/ 1381537 h 5388329"/>
                  <a:gd name="connsiteX4" fmla="*/ 2151 w 43882001"/>
                  <a:gd name="connsiteY4" fmla="*/ 5388329 h 5388329"/>
                  <a:gd name="connsiteX5" fmla="*/ 0 w 43882001"/>
                  <a:gd name="connsiteY5" fmla="*/ 6780 h 5388329"/>
                  <a:gd name="connsiteX0" fmla="*/ 0 w 43909597"/>
                  <a:gd name="connsiteY0" fmla="*/ 6780 h 5388329"/>
                  <a:gd name="connsiteX1" fmla="*/ 43909597 w 43909597"/>
                  <a:gd name="connsiteY1" fmla="*/ 0 h 5388329"/>
                  <a:gd name="connsiteX2" fmla="*/ 43909594 w 43909597"/>
                  <a:gd name="connsiteY2" fmla="*/ 2143554 h 5388329"/>
                  <a:gd name="connsiteX3" fmla="*/ 21861695 w 43909597"/>
                  <a:gd name="connsiteY3" fmla="*/ 1381537 h 5388329"/>
                  <a:gd name="connsiteX4" fmla="*/ 29747 w 43909597"/>
                  <a:gd name="connsiteY4" fmla="*/ 5388329 h 5388329"/>
                  <a:gd name="connsiteX5" fmla="*/ 0 w 43909597"/>
                  <a:gd name="connsiteY5" fmla="*/ 6780 h 5388329"/>
                  <a:gd name="connsiteX0" fmla="*/ 16283 w 43879886"/>
                  <a:gd name="connsiteY0" fmla="*/ 13560 h 5388329"/>
                  <a:gd name="connsiteX1" fmla="*/ 43879886 w 43879886"/>
                  <a:gd name="connsiteY1" fmla="*/ 0 h 5388329"/>
                  <a:gd name="connsiteX2" fmla="*/ 43879883 w 43879886"/>
                  <a:gd name="connsiteY2" fmla="*/ 2143554 h 5388329"/>
                  <a:gd name="connsiteX3" fmla="*/ 21831984 w 43879886"/>
                  <a:gd name="connsiteY3" fmla="*/ 1381537 h 5388329"/>
                  <a:gd name="connsiteX4" fmla="*/ 36 w 43879886"/>
                  <a:gd name="connsiteY4" fmla="*/ 5388329 h 5388329"/>
                  <a:gd name="connsiteX5" fmla="*/ 16283 w 43879886"/>
                  <a:gd name="connsiteY5" fmla="*/ 13560 h 5388329"/>
                  <a:gd name="connsiteX0" fmla="*/ 7118 w 43879920"/>
                  <a:gd name="connsiteY0" fmla="*/ 6780 h 5388329"/>
                  <a:gd name="connsiteX1" fmla="*/ 43879920 w 43879920"/>
                  <a:gd name="connsiteY1" fmla="*/ 0 h 5388329"/>
                  <a:gd name="connsiteX2" fmla="*/ 43879917 w 43879920"/>
                  <a:gd name="connsiteY2" fmla="*/ 2143554 h 5388329"/>
                  <a:gd name="connsiteX3" fmla="*/ 21832018 w 43879920"/>
                  <a:gd name="connsiteY3" fmla="*/ 1381537 h 5388329"/>
                  <a:gd name="connsiteX4" fmla="*/ 70 w 43879920"/>
                  <a:gd name="connsiteY4" fmla="*/ 5388329 h 5388329"/>
                  <a:gd name="connsiteX5" fmla="*/ 7118 w 43879920"/>
                  <a:gd name="connsiteY5" fmla="*/ 6780 h 5388329"/>
                  <a:gd name="connsiteX0" fmla="*/ 0 w 43900399"/>
                  <a:gd name="connsiteY0" fmla="*/ 0 h 5388329"/>
                  <a:gd name="connsiteX1" fmla="*/ 43900399 w 43900399"/>
                  <a:gd name="connsiteY1" fmla="*/ 0 h 5388329"/>
                  <a:gd name="connsiteX2" fmla="*/ 43900396 w 43900399"/>
                  <a:gd name="connsiteY2" fmla="*/ 2143554 h 5388329"/>
                  <a:gd name="connsiteX3" fmla="*/ 21852497 w 43900399"/>
                  <a:gd name="connsiteY3" fmla="*/ 1381537 h 5388329"/>
                  <a:gd name="connsiteX4" fmla="*/ 20549 w 43900399"/>
                  <a:gd name="connsiteY4" fmla="*/ 5388329 h 5388329"/>
                  <a:gd name="connsiteX5" fmla="*/ 0 w 43900399"/>
                  <a:gd name="connsiteY5" fmla="*/ 0 h 5388329"/>
                  <a:gd name="connsiteX0" fmla="*/ 0 w 43900396"/>
                  <a:gd name="connsiteY0" fmla="*/ 0 h 5388329"/>
                  <a:gd name="connsiteX1" fmla="*/ 43854405 w 43900396"/>
                  <a:gd name="connsiteY1" fmla="*/ 27119 h 5388329"/>
                  <a:gd name="connsiteX2" fmla="*/ 43900396 w 43900396"/>
                  <a:gd name="connsiteY2" fmla="*/ 2143554 h 5388329"/>
                  <a:gd name="connsiteX3" fmla="*/ 21852497 w 43900396"/>
                  <a:gd name="connsiteY3" fmla="*/ 1381537 h 5388329"/>
                  <a:gd name="connsiteX4" fmla="*/ 20549 w 43900396"/>
                  <a:gd name="connsiteY4" fmla="*/ 5388329 h 5388329"/>
                  <a:gd name="connsiteX5" fmla="*/ 0 w 43900396"/>
                  <a:gd name="connsiteY5" fmla="*/ 0 h 5388329"/>
                  <a:gd name="connsiteX0" fmla="*/ 0 w 43900398"/>
                  <a:gd name="connsiteY0" fmla="*/ 0 h 5388329"/>
                  <a:gd name="connsiteX1" fmla="*/ 43900398 w 43900398"/>
                  <a:gd name="connsiteY1" fmla="*/ 6780 h 5388329"/>
                  <a:gd name="connsiteX2" fmla="*/ 43900396 w 43900398"/>
                  <a:gd name="connsiteY2" fmla="*/ 2143554 h 5388329"/>
                  <a:gd name="connsiteX3" fmla="*/ 21852497 w 43900398"/>
                  <a:gd name="connsiteY3" fmla="*/ 1381537 h 5388329"/>
                  <a:gd name="connsiteX4" fmla="*/ 20549 w 43900398"/>
                  <a:gd name="connsiteY4" fmla="*/ 5388329 h 5388329"/>
                  <a:gd name="connsiteX5" fmla="*/ 0 w 43900398"/>
                  <a:gd name="connsiteY5" fmla="*/ 0 h 5388329"/>
                  <a:gd name="connsiteX0" fmla="*/ 0 w 43909598"/>
                  <a:gd name="connsiteY0" fmla="*/ 0 h 5388329"/>
                  <a:gd name="connsiteX1" fmla="*/ 43909598 w 43909598"/>
                  <a:gd name="connsiteY1" fmla="*/ 6780 h 5388329"/>
                  <a:gd name="connsiteX2" fmla="*/ 43900396 w 43909598"/>
                  <a:gd name="connsiteY2" fmla="*/ 2143554 h 5388329"/>
                  <a:gd name="connsiteX3" fmla="*/ 21852497 w 43909598"/>
                  <a:gd name="connsiteY3" fmla="*/ 1381537 h 5388329"/>
                  <a:gd name="connsiteX4" fmla="*/ 20549 w 43909598"/>
                  <a:gd name="connsiteY4" fmla="*/ 5388329 h 5388329"/>
                  <a:gd name="connsiteX5" fmla="*/ 0 w 43909598"/>
                  <a:gd name="connsiteY5" fmla="*/ 0 h 5388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909598" h="5388329">
                    <a:moveTo>
                      <a:pt x="0" y="0"/>
                    </a:moveTo>
                    <a:lnTo>
                      <a:pt x="43909598" y="6780"/>
                    </a:lnTo>
                    <a:cubicBezTo>
                      <a:pt x="43909597" y="719038"/>
                      <a:pt x="43900397" y="1431296"/>
                      <a:pt x="43900396" y="2143554"/>
                    </a:cubicBezTo>
                    <a:cubicBezTo>
                      <a:pt x="37284373" y="1358490"/>
                      <a:pt x="29162993" y="845303"/>
                      <a:pt x="21852497" y="1381537"/>
                    </a:cubicBezTo>
                    <a:cubicBezTo>
                      <a:pt x="14542001" y="1917771"/>
                      <a:pt x="6144574" y="2782191"/>
                      <a:pt x="20549" y="5388329"/>
                    </a:cubicBezTo>
                    <a:cubicBezTo>
                      <a:pt x="19609" y="3596409"/>
                      <a:pt x="940" y="1791920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n>
                    <a:noFill/>
                  </a:ln>
                  <a:solidFill>
                    <a:schemeClr val="accent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017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4388900" rtl="0" eaLnBrk="1" latinLnBrk="0" hangingPunct="1">
        <a:spcBef>
          <a:spcPct val="0"/>
        </a:spcBef>
        <a:buNone/>
        <a:defRPr sz="88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645838" indent="-1645838" algn="l" defTabSz="4388900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5982" indent="-1371531" algn="l" defTabSz="4388900" rtl="0" eaLnBrk="1" latinLnBrk="0" hangingPunct="1">
        <a:spcBef>
          <a:spcPct val="20000"/>
        </a:spcBef>
        <a:buFont typeface="Arial" pitchFamily="34" charset="0"/>
        <a:buChar char="–"/>
        <a:defRPr sz="13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1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11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577" indent="-1097226" algn="l" defTabSz="438890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026" indent="-1097226" algn="l" defTabSz="438890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4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39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3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282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4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890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3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780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2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67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1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56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.nursekz.com/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mailto:Veklenko@zkgmu.k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3241C1F9-CB9F-2E41-8F4E-E30775235A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9674" y="5810151"/>
            <a:ext cx="10056813" cy="22510756"/>
          </a:xfrm>
        </p:spPr>
        <p:txBody>
          <a:bodyPr/>
          <a:lstStyle/>
          <a:p>
            <a:endParaRPr lang="en-US" sz="5400" dirty="0"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5400" dirty="0"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Проект </a:t>
            </a:r>
            <a:r>
              <a:rPr lang="ru-RU" sz="5400" dirty="0" err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ProInCa</a:t>
            </a:r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способствовал развитию потенциала и системы сестринского лидерства и управления в период реформирования  ЗО посредством сотрудничества вузов и медицинских учреждений.</a:t>
            </a:r>
          </a:p>
          <a:p>
            <a:endParaRPr lang="ru-RU" sz="54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Рабочий пакет проекта 2.4 «Модернизация сестринского лидерства» направлен на поддержание этой цели.</a:t>
            </a:r>
          </a:p>
          <a:p>
            <a:endParaRPr lang="en-GB" sz="5400" dirty="0">
              <a:latin typeface="+mn-lt"/>
              <a:ea typeface="Calibri" panose="020F0502020204030204" pitchFamily="34" charset="0"/>
            </a:endParaRPr>
          </a:p>
          <a:p>
            <a:r>
              <a:rPr lang="ru-RU" sz="6000" dirty="0">
                <a:solidFill>
                  <a:srgbClr val="0070C0"/>
                </a:solidFill>
                <a:latin typeface="+mn-lt"/>
                <a:ea typeface="Calibri" panose="020F0502020204030204" pitchFamily="34" charset="0"/>
              </a:rPr>
              <a:t>Цели</a:t>
            </a:r>
            <a:r>
              <a:rPr lang="en-GB" sz="6000" dirty="0">
                <a:solidFill>
                  <a:srgbClr val="0070C0"/>
                </a:solidFill>
                <a:latin typeface="+mn-lt"/>
                <a:ea typeface="Calibri" panose="020F0502020204030204" pitchFamily="34" charset="0"/>
              </a:rPr>
              <a:t>: </a:t>
            </a:r>
          </a:p>
          <a:p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- создать инновационные учебные материалы и совместные решения для обучения сестринскому лидерству в медицинских университетах и высших медицинских колледжах.</a:t>
            </a:r>
            <a:r>
              <a:rPr lang="en-GB" sz="5400" dirty="0">
                <a:latin typeface="+mn-lt"/>
                <a:ea typeface="Calibri" panose="020F0502020204030204" pitchFamily="34" charset="0"/>
              </a:rPr>
              <a:t> </a:t>
            </a:r>
            <a:endParaRPr lang="en-US" sz="54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505A1A5-8374-C843-9794-BF18BA65E4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7827" y="4497129"/>
            <a:ext cx="10048875" cy="1107988"/>
          </a:xfrm>
        </p:spPr>
        <p:txBody>
          <a:bodyPr/>
          <a:lstStyle/>
          <a:p>
            <a:r>
              <a:rPr lang="ru-RU" sz="6000" dirty="0"/>
              <a:t>ВВЕДЕНИЕ И ЦЕЛИ</a:t>
            </a:r>
            <a:endParaRPr lang="en-US" sz="6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40C692E-DD53-4D4F-86AF-7EEB9DFE4DB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428410" y="5503831"/>
            <a:ext cx="10048874" cy="21313505"/>
          </a:xfrm>
        </p:spPr>
        <p:txBody>
          <a:bodyPr/>
          <a:lstStyle/>
          <a:p>
            <a:endParaRPr lang="en-GB" sz="5400" dirty="0"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5400" dirty="0">
              <a:solidFill>
                <a:srgbClr val="0070C0"/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5400" dirty="0">
                <a:solidFill>
                  <a:schemeClr val="accent1">
                    <a:lumMod val="7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Процесс разработки обучающих материалов:</a:t>
            </a:r>
          </a:p>
          <a:p>
            <a:endParaRPr lang="en-GB" sz="5400" dirty="0"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1. Интенсивный семнар-1 Разработка материалов</a:t>
            </a:r>
            <a:endParaRPr lang="en-GB" sz="54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54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ru-RU" sz="54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Интенсивный семинар-2</a:t>
            </a:r>
            <a:r>
              <a:rPr lang="en-GB" sz="54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ru-RU" sz="5400" dirty="0"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Апробация материала</a:t>
            </a:r>
            <a:endParaRPr lang="en-GB" sz="5400" dirty="0"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3. Доработка материала на основе обратной связи.</a:t>
            </a:r>
          </a:p>
          <a:p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4. Внутренняя оценка, обратная связь и доработка </a:t>
            </a:r>
          </a:p>
          <a:p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5. Внешняя оценка и обратная связь </a:t>
            </a:r>
          </a:p>
          <a:p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6. Материалы размещены в </a:t>
            </a:r>
            <a:r>
              <a:rPr lang="ru-RU" sz="5400" dirty="0" err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Moodle</a:t>
            </a:r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в Центре совершенствования </a:t>
            </a:r>
            <a:r>
              <a:rPr lang="ru-RU" sz="5400" dirty="0" err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Сестриского</a:t>
            </a:r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дела (CNE)</a:t>
            </a:r>
            <a:r>
              <a:rPr lang="en-US" sz="5400" dirty="0">
                <a:solidFill>
                  <a:srgbClr val="333333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5400" u="sng" dirty="0">
                <a:solidFill>
                  <a:srgbClr val="0000FF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https://course.nursekz.com</a:t>
            </a:r>
            <a:r>
              <a:rPr lang="en-US" sz="5400" u="sng" dirty="0">
                <a:solidFill>
                  <a:srgbClr val="0000FF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5400" dirty="0">
                <a:solidFill>
                  <a:srgbClr val="333333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en-GB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Материалы доступны на русском и английском языках</a:t>
            </a:r>
            <a:endParaRPr lang="fi-FI" sz="5400" dirty="0"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5400" dirty="0">
                <a:latin typeface="+mn-lt"/>
              </a:rPr>
              <a:t>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FAC4A51A-C412-9B40-BA5C-BF88E2499A3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28411" y="4497129"/>
            <a:ext cx="10048875" cy="1107988"/>
          </a:xfrm>
        </p:spPr>
        <p:txBody>
          <a:bodyPr/>
          <a:lstStyle/>
          <a:p>
            <a:r>
              <a:rPr lang="ru-RU" sz="6000" dirty="0"/>
              <a:t>МЕТОДЫ</a:t>
            </a:r>
            <a:endParaRPr lang="en-US" sz="6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531474DE-3794-0746-9CB0-90AFB1C690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448845" y="5503831"/>
            <a:ext cx="10048874" cy="28974063"/>
          </a:xfrm>
        </p:spPr>
        <p:txBody>
          <a:bodyPr/>
          <a:lstStyle/>
          <a:p>
            <a:pPr marL="180340" algn="just">
              <a:spcBef>
                <a:spcPts val="600"/>
              </a:spcBef>
              <a:tabLst>
                <a:tab pos="828040" algn="l"/>
                <a:tab pos="1656080" algn="l"/>
                <a:tab pos="180340" algn="l"/>
              </a:tabLst>
            </a:pPr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Учебные материалы по сестринскому лидерству были разделены на четыре темы, на основании опроса по лидерским компетенциям, проведенном </a:t>
            </a:r>
            <a:r>
              <a:rPr lang="ru-RU" sz="5400" dirty="0" err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ProInCa</a:t>
            </a:r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в 2018 г.:</a:t>
            </a:r>
          </a:p>
          <a:p>
            <a:pPr marL="865800" indent="-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5400" dirty="0">
                <a:latin typeface="+mn-lt"/>
                <a:cs typeface="Calibri" panose="020F0502020204030204" pitchFamily="34" charset="0"/>
              </a:rPr>
              <a:t>«Определение направлений»; </a:t>
            </a:r>
          </a:p>
          <a:p>
            <a:pPr marL="865800" indent="-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5400" dirty="0">
                <a:latin typeface="+mn-lt"/>
                <a:cs typeface="Calibri" panose="020F0502020204030204" pitchFamily="34" charset="0"/>
              </a:rPr>
              <a:t>«Управление услугами и процессами  в здравоохранении»; </a:t>
            </a:r>
          </a:p>
          <a:p>
            <a:pPr marL="685800" indent="-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5400" dirty="0">
                <a:latin typeface="+mn-lt"/>
                <a:cs typeface="Calibri" panose="020F0502020204030204" pitchFamily="34" charset="0"/>
              </a:rPr>
              <a:t>«Профессионализм и этика»; </a:t>
            </a:r>
          </a:p>
          <a:p>
            <a:pPr marL="685800" indent="-685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5400" dirty="0">
                <a:latin typeface="+mn-lt"/>
                <a:cs typeface="Calibri" panose="020F0502020204030204" pitchFamily="34" charset="0"/>
              </a:rPr>
              <a:t>«Руководство  людьми и командами».</a:t>
            </a:r>
            <a:endParaRPr lang="ru-RU" sz="54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0340" algn="just">
              <a:spcBef>
                <a:spcPts val="600"/>
              </a:spcBef>
              <a:tabLst>
                <a:tab pos="828040" algn="l"/>
                <a:tab pos="1656080" algn="l"/>
                <a:tab pos="180340" algn="l"/>
              </a:tabLst>
            </a:pPr>
            <a:r>
              <a:rPr lang="ru-RU" sz="5400" dirty="0">
                <a:solidFill>
                  <a:schemeClr val="accent1">
                    <a:lumMod val="7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Подготовлены обучающие материалы по сестринскому лидерству:</a:t>
            </a:r>
          </a:p>
          <a:p>
            <a:pPr marL="866140" indent="-685800" algn="just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828040" algn="l"/>
                <a:tab pos="1656080" algn="l"/>
                <a:tab pos="180340" algn="l"/>
              </a:tabLst>
            </a:pPr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11 презентаций </a:t>
            </a:r>
            <a:r>
              <a:rPr lang="ru-RU" sz="5400" dirty="0" err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Power</a:t>
            </a:r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5400" dirty="0" err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Point</a:t>
            </a:r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marL="866140" indent="-685800" algn="just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828040" algn="l"/>
                <a:tab pos="1656080" algn="l"/>
                <a:tab pos="180340" algn="l"/>
              </a:tabLst>
            </a:pPr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41 дополнительный обучающий материал:</a:t>
            </a:r>
          </a:p>
          <a:p>
            <a:pPr marL="2351965" lvl="1" indent="-685800" algn="just">
              <a:spcBef>
                <a:spcPts val="600"/>
              </a:spcBef>
              <a:buFont typeface="Wingdings" panose="05000000000000000000" pitchFamily="2" charset="2"/>
              <a:buChar char="Ø"/>
              <a:tabLst>
                <a:tab pos="828040" algn="l"/>
                <a:tab pos="1656080" algn="l"/>
                <a:tab pos="180340" algn="l"/>
              </a:tabLst>
            </a:pPr>
            <a:r>
              <a:rPr lang="ru-RU" sz="5400" dirty="0">
                <a:latin typeface="+mn-lt"/>
                <a:cs typeface="Calibri" panose="020F0502020204030204" pitchFamily="34" charset="0"/>
              </a:rPr>
              <a:t>учебное пособие для медсестер</a:t>
            </a:r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351965" lvl="1" indent="-685800" algn="just">
              <a:spcBef>
                <a:spcPts val="600"/>
              </a:spcBef>
              <a:buFont typeface="Wingdings" panose="05000000000000000000" pitchFamily="2" charset="2"/>
              <a:buChar char="Ø"/>
              <a:tabLst>
                <a:tab pos="828040" algn="l"/>
                <a:tab pos="1656080" algn="l"/>
                <a:tab pos="180340" algn="l"/>
              </a:tabLst>
            </a:pPr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инструменты по лидерству</a:t>
            </a:r>
          </a:p>
          <a:p>
            <a:pPr marL="2351965" lvl="1" indent="-685800" algn="just">
              <a:spcBef>
                <a:spcPts val="600"/>
              </a:spcBef>
              <a:buFont typeface="Wingdings" panose="05000000000000000000" pitchFamily="2" charset="2"/>
              <a:buChar char="Ø"/>
              <a:tabLst>
                <a:tab pos="828040" algn="l"/>
                <a:tab pos="1656080" algn="l"/>
                <a:tab pos="180340" algn="l"/>
              </a:tabLst>
            </a:pPr>
            <a:r>
              <a:rPr lang="ru-RU" sz="5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материалы для чтения для поддержки обучения и развития сестринского лидерства.</a:t>
            </a:r>
          </a:p>
          <a:p>
            <a:pPr marL="180340" algn="just">
              <a:spcBef>
                <a:spcPts val="600"/>
              </a:spcBef>
              <a:tabLst>
                <a:tab pos="828040" algn="l"/>
                <a:tab pos="1656080" algn="l"/>
                <a:tab pos="180340" algn="l"/>
              </a:tabLst>
            </a:pPr>
            <a:r>
              <a:rPr lang="ru-RU" sz="5400" i="1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Получена положительная внутренняя и внешняя оценка материалов.</a:t>
            </a:r>
            <a:endParaRPr lang="en-US" sz="5400" i="1" dirty="0">
              <a:latin typeface="+mn-lt"/>
            </a:endParaRPr>
          </a:p>
          <a:p>
            <a:endParaRPr lang="en-US" sz="5400" dirty="0">
              <a:latin typeface="+mn-lt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6BBCA239-DAA2-6944-882A-E11BD1D6DF7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2440906" y="4497129"/>
            <a:ext cx="10058400" cy="1107988"/>
          </a:xfrm>
        </p:spPr>
        <p:txBody>
          <a:bodyPr/>
          <a:lstStyle/>
          <a:p>
            <a:r>
              <a:rPr lang="ru-RU" sz="6000" dirty="0"/>
              <a:t>РЕЗУЛЬТАТЫ</a:t>
            </a:r>
            <a:endParaRPr lang="en-US" sz="60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005D8778-5476-4447-A318-81A6340E5CC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422043" y="4974210"/>
            <a:ext cx="10047018" cy="1107988"/>
          </a:xfrm>
        </p:spPr>
        <p:txBody>
          <a:bodyPr/>
          <a:lstStyle/>
          <a:p>
            <a:r>
              <a:rPr lang="ru-RU" sz="6000" dirty="0"/>
              <a:t>ВЫВОДЫ И ВНЕДРЕНИЕ</a:t>
            </a:r>
            <a:endParaRPr lang="en-US" sz="60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3E70ECE8-B089-FA42-BBE8-07225EAA8F3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3422043" y="6423257"/>
            <a:ext cx="10047018" cy="15253384"/>
          </a:xfrm>
        </p:spPr>
        <p:txBody>
          <a:bodyPr/>
          <a:lstStyle/>
          <a:p>
            <a:pPr marL="180340"/>
            <a:r>
              <a:rPr lang="ru-RU" sz="5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Необходимы</a:t>
            </a:r>
            <a:r>
              <a:rPr lang="ru-RU" sz="5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более высокие и соответствующие компетенции для рынка труда </a:t>
            </a:r>
            <a:r>
              <a:rPr lang="ru-RU" sz="5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в области сестринского лидерства и менеджмента.</a:t>
            </a:r>
            <a:r>
              <a:rPr lang="en-GB" sz="5400" dirty="0">
                <a:solidFill>
                  <a:schemeClr val="accent5">
                    <a:lumMod val="75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Cambria" panose="02040503050406030204" pitchFamily="18" charset="0"/>
              </a:rPr>
              <a:t> </a:t>
            </a:r>
            <a:r>
              <a:rPr lang="ru-RU" sz="5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Разработанные материалы по сестринскому лидерству— это один из шагов в поддержку непрерывного процесса развития. </a:t>
            </a:r>
            <a:endParaRPr lang="en-US" sz="5400" dirty="0">
              <a:solidFill>
                <a:schemeClr val="accent1">
                  <a:lumMod val="75000"/>
                </a:schemeClr>
              </a:solidFill>
              <a:effectLst/>
              <a:latin typeface="+mn-lt"/>
              <a:ea typeface="CIDFont+F3"/>
              <a:cs typeface="Cambria" panose="02040503050406030204" pitchFamily="18" charset="0"/>
            </a:endParaRPr>
          </a:p>
          <a:p>
            <a:pPr marL="180340" algn="just"/>
            <a:endParaRPr lang="en-GB" sz="5400" dirty="0">
              <a:solidFill>
                <a:schemeClr val="accent5">
                  <a:lumMod val="75000"/>
                </a:schemeClr>
              </a:solidFill>
              <a:effectLst/>
              <a:latin typeface="+mn-lt"/>
              <a:ea typeface="Calibri" panose="020F0502020204030204" pitchFamily="34" charset="0"/>
              <a:cs typeface="Cambria" panose="02040503050406030204" pitchFamily="18" charset="0"/>
            </a:endParaRPr>
          </a:p>
          <a:p>
            <a:pPr marL="866140" indent="-685800" algn="just">
              <a:buFont typeface="Wingdings" panose="05000000000000000000" pitchFamily="2" charset="2"/>
              <a:buChar char="Ø"/>
            </a:pPr>
            <a:r>
              <a:rPr lang="ru-RU" sz="5400" dirty="0">
                <a:latin typeface="+mn-lt"/>
                <a:ea typeface="CIDFont+F3"/>
                <a:cs typeface="Cambria" panose="02040503050406030204" pitchFamily="18" charset="0"/>
              </a:rPr>
              <a:t>Компетентные главные и старшие медсестры</a:t>
            </a:r>
          </a:p>
          <a:p>
            <a:pPr marL="866140" indent="-685800" algn="just">
              <a:buFont typeface="Wingdings" panose="05000000000000000000" pitchFamily="2" charset="2"/>
              <a:buChar char="Ø"/>
            </a:pPr>
            <a:r>
              <a:rPr lang="ru-RU" sz="5400" dirty="0">
                <a:latin typeface="+mn-lt"/>
                <a:ea typeface="CIDFont+F3"/>
                <a:cs typeface="Cambria" panose="02040503050406030204" pitchFamily="18" charset="0"/>
              </a:rPr>
              <a:t>Доказательное сестринское лидерство</a:t>
            </a:r>
          </a:p>
          <a:p>
            <a:pPr marL="866140" indent="-685800" algn="just">
              <a:buFont typeface="Wingdings" panose="05000000000000000000" pitchFamily="2" charset="2"/>
              <a:buChar char="Ø"/>
            </a:pPr>
            <a:r>
              <a:rPr lang="ru-RU" sz="5400" dirty="0">
                <a:latin typeface="+mn-lt"/>
                <a:ea typeface="CIDFont+F3"/>
                <a:cs typeface="Cambria" panose="02040503050406030204" pitchFamily="18" charset="0"/>
              </a:rPr>
              <a:t>Повышение качества сестринского ухода</a:t>
            </a:r>
            <a:endParaRPr lang="fi-FI" sz="5400" dirty="0">
              <a:effectLst/>
              <a:latin typeface="+mn-lt"/>
              <a:ea typeface="Calibri" panose="020F0502020204030204" pitchFamily="34" charset="0"/>
              <a:cs typeface="Cambria" panose="02040503050406030204" pitchFamily="18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D0AD4F6C-56C3-EF49-8F31-22FDDB5252F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654651" y="26003267"/>
            <a:ext cx="9749830" cy="3576356"/>
          </a:xfrm>
        </p:spPr>
        <p:txBody>
          <a:bodyPr/>
          <a:lstStyle/>
          <a:p>
            <a:pPr algn="l"/>
            <a:r>
              <a:rPr lang="ru-RU" sz="4000" dirty="0"/>
              <a:t>Контакты</a:t>
            </a:r>
            <a:r>
              <a:rPr lang="en-US" sz="4000" dirty="0"/>
              <a:t>: </a:t>
            </a:r>
            <a:r>
              <a:rPr lang="ru-RU" sz="4000" dirty="0"/>
              <a:t>Галина </a:t>
            </a:r>
            <a:r>
              <a:rPr lang="ru-RU" sz="4000" dirty="0" err="1"/>
              <a:t>Векленко</a:t>
            </a:r>
            <a:r>
              <a:rPr lang="ru-RU" sz="4000" dirty="0"/>
              <a:t> и </a:t>
            </a:r>
            <a:r>
              <a:rPr lang="ru-RU" sz="4000" dirty="0" err="1"/>
              <a:t>Газиза</a:t>
            </a:r>
            <a:r>
              <a:rPr lang="ru-RU" sz="4000" dirty="0"/>
              <a:t> </a:t>
            </a:r>
            <a:r>
              <a:rPr lang="ru-RU" sz="4000" dirty="0" err="1"/>
              <a:t>Смагулова</a:t>
            </a:r>
            <a:endParaRPr lang="en-US" sz="4000" dirty="0"/>
          </a:p>
          <a:p>
            <a:pPr marL="270510" algn="l">
              <a:tabLst>
                <a:tab pos="828040" algn="l"/>
                <a:tab pos="1656080" algn="l"/>
              </a:tabLst>
            </a:pPr>
            <a:r>
              <a:rPr lang="ru-RU" sz="4000" dirty="0">
                <a:ea typeface="Calibri" panose="020F0502020204030204" pitchFamily="34" charset="0"/>
                <a:cs typeface="Calibri" panose="020F0502020204030204" pitchFamily="34" charset="0"/>
              </a:rPr>
              <a:t>ЗКМУ имени Марата </a:t>
            </a:r>
            <a:r>
              <a:rPr lang="ru-RU" sz="4000" dirty="0" err="1">
                <a:ea typeface="Calibri" panose="020F0502020204030204" pitchFamily="34" charset="0"/>
                <a:cs typeface="Calibri" panose="020F0502020204030204" pitchFamily="34" charset="0"/>
              </a:rPr>
              <a:t>Оспанова</a:t>
            </a:r>
            <a:endParaRPr lang="en-US" sz="4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70510" algn="l">
              <a:tabLst>
                <a:tab pos="828040" algn="l"/>
                <a:tab pos="1656080" algn="l"/>
              </a:tabLst>
            </a:pPr>
            <a:r>
              <a:rPr lang="en-US" sz="4000" dirty="0"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Veklenko@zkgmu.kz</a:t>
            </a:r>
            <a:r>
              <a:rPr lang="en-US" sz="4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fi-FI" sz="18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xmlns="" id="{E670AB41-34BC-C44A-BFAA-EDE581935476}"/>
              </a:ext>
            </a:extLst>
          </p:cNvPr>
          <p:cNvSpPr>
            <a:spLocks noGrp="1"/>
          </p:cNvSpPr>
          <p:nvPr>
            <p:ph type="body" sz="quarter" idx="153"/>
          </p:nvPr>
        </p:nvSpPr>
        <p:spPr>
          <a:xfrm>
            <a:off x="1580819" y="549623"/>
            <a:ext cx="39548468" cy="2577231"/>
          </a:xfrm>
          <a:noFill/>
        </p:spPr>
        <p:txBody>
          <a:bodyPr>
            <a:noAutofit/>
          </a:bodyPr>
          <a:lstStyle/>
          <a:p>
            <a:pPr marL="1656080">
              <a:tabLst>
                <a:tab pos="828040" algn="l"/>
                <a:tab pos="1656080" algn="l"/>
              </a:tabLst>
            </a:pPr>
            <a:r>
              <a:rPr lang="ru-RU" sz="8000" dirty="0">
                <a:ea typeface="Calibri" panose="020F0502020204030204" pitchFamily="34" charset="0"/>
                <a:cs typeface="Calibri" panose="020F0502020204030204" pitchFamily="34" charset="0"/>
              </a:rPr>
              <a:t>Повышение потенциала сестринского лидерства:</a:t>
            </a:r>
          </a:p>
          <a:p>
            <a:pPr marL="1656080">
              <a:tabLst>
                <a:tab pos="828040" algn="l"/>
                <a:tab pos="1656080" algn="l"/>
              </a:tabLst>
            </a:pPr>
            <a:r>
              <a:rPr lang="ru-RU" sz="8000" dirty="0">
                <a:ea typeface="Calibri" panose="020F0502020204030204" pitchFamily="34" charset="0"/>
                <a:cs typeface="Calibri" panose="020F0502020204030204" pitchFamily="34" charset="0"/>
              </a:rPr>
              <a:t>Совместная разработка обучающих материалов по сестринскому лидерству</a:t>
            </a:r>
            <a:endParaRPr lang="fi-FI" sz="8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xmlns="" id="{0D07C305-6A1F-744B-9B70-CB97CE85AA9E}"/>
              </a:ext>
            </a:extLst>
          </p:cNvPr>
          <p:cNvSpPr>
            <a:spLocks noGrp="1"/>
          </p:cNvSpPr>
          <p:nvPr>
            <p:ph type="body" sz="quarter" idx="151"/>
          </p:nvPr>
        </p:nvSpPr>
        <p:spPr>
          <a:xfrm>
            <a:off x="5946116" y="3006694"/>
            <a:ext cx="31998968" cy="1133677"/>
          </a:xfrm>
        </p:spPr>
        <p:txBody>
          <a:bodyPr>
            <a:normAutofit/>
          </a:bodyPr>
          <a:lstStyle/>
          <a:p>
            <a:r>
              <a:rPr lang="ru-RU" sz="6600" dirty="0" err="1"/>
              <a:t>Титтанен</a:t>
            </a:r>
            <a:r>
              <a:rPr lang="ru-RU" sz="6600" dirty="0"/>
              <a:t> Х</a:t>
            </a:r>
            <a:r>
              <a:rPr lang="en-US" sz="6600" dirty="0"/>
              <a:t>., </a:t>
            </a:r>
            <a:r>
              <a:rPr lang="ru-RU" sz="6600" dirty="0" err="1"/>
              <a:t>Хуотари</a:t>
            </a:r>
            <a:r>
              <a:rPr lang="ru-RU" sz="6600" dirty="0"/>
              <a:t> П</a:t>
            </a:r>
            <a:r>
              <a:rPr lang="en-US" sz="6600" dirty="0"/>
              <a:t>., </a:t>
            </a:r>
            <a:r>
              <a:rPr lang="ru-RU" sz="6600" dirty="0"/>
              <a:t>Ярвинен С</a:t>
            </a:r>
            <a:r>
              <a:rPr lang="en-US" sz="6600" dirty="0"/>
              <a:t>., </a:t>
            </a:r>
            <a:r>
              <a:rPr lang="ru-RU" sz="6600" dirty="0" err="1"/>
              <a:t>Юкема</a:t>
            </a:r>
            <a:r>
              <a:rPr lang="ru-RU" sz="6600" dirty="0"/>
              <a:t> Х</a:t>
            </a:r>
            <a:r>
              <a:rPr lang="en-US" sz="6600" dirty="0"/>
              <a:t>., </a:t>
            </a:r>
            <a:r>
              <a:rPr lang="ru-RU" sz="6600" dirty="0" err="1"/>
              <a:t>Векленко</a:t>
            </a:r>
            <a:r>
              <a:rPr lang="ru-RU" sz="6600" dirty="0"/>
              <a:t> Г</a:t>
            </a:r>
            <a:r>
              <a:rPr lang="en-US" sz="6600" dirty="0"/>
              <a:t>., </a:t>
            </a:r>
            <a:r>
              <a:rPr lang="ru-RU" sz="6600" dirty="0" err="1"/>
              <a:t>Смагулова</a:t>
            </a:r>
            <a:r>
              <a:rPr lang="ru-RU" sz="6600" dirty="0"/>
              <a:t> Г</a:t>
            </a:r>
            <a:r>
              <a:rPr lang="en-US" sz="6600" dirty="0"/>
              <a:t>.</a:t>
            </a:r>
          </a:p>
        </p:txBody>
      </p:sp>
      <p:pic>
        <p:nvPicPr>
          <p:cNvPr id="1026" name="Picture 2" descr="Proinca">
            <a:extLst>
              <a:ext uri="{FF2B5EF4-FFF2-40B4-BE49-F238E27FC236}">
                <a16:creationId xmlns:a16="http://schemas.microsoft.com/office/drawing/2014/main" xmlns="" id="{C2F32CB5-8248-8642-9E50-87DF1AD3F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0" y="538347"/>
            <a:ext cx="5499965" cy="2021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xmlns="" id="{A96BF64A-F3CA-9B4D-887D-A65BF0B1F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5020" y="594673"/>
            <a:ext cx="6579460" cy="190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26F50AF4-61B1-4F6C-828C-C5E461A0D9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51910" y="28535681"/>
            <a:ext cx="2087884" cy="208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849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thout Quick Guides">
  <a:themeElements>
    <a:clrScheme name="Custom 10">
      <a:dk1>
        <a:srgbClr val="000000"/>
      </a:dk1>
      <a:lt1>
        <a:srgbClr val="FFFFFF"/>
      </a:lt1>
      <a:dk2>
        <a:srgbClr val="3CB1B7"/>
      </a:dk2>
      <a:lt2>
        <a:srgbClr val="E7E6E6"/>
      </a:lt2>
      <a:accent1>
        <a:srgbClr val="4592DA"/>
      </a:accent1>
      <a:accent2>
        <a:srgbClr val="ED7D31"/>
      </a:accent2>
      <a:accent3>
        <a:srgbClr val="4599E4"/>
      </a:accent3>
      <a:accent4>
        <a:srgbClr val="FFC000"/>
      </a:accent4>
      <a:accent5>
        <a:srgbClr val="4B92C4"/>
      </a:accent5>
      <a:accent6>
        <a:srgbClr val="B648A7"/>
      </a:accent6>
      <a:hlink>
        <a:srgbClr val="409EE3"/>
      </a:hlink>
      <a:folHlink>
        <a:srgbClr val="B3608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36x48-Template-V2b</Template>
  <TotalTime>7271</TotalTime>
  <Words>348</Words>
  <Application>Microsoft Office PowerPoint</Application>
  <PresentationFormat>Произвольный</PresentationFormat>
  <Paragraphs>54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Arial</vt:lpstr>
      <vt:lpstr>Calibri</vt:lpstr>
      <vt:lpstr>Cambria</vt:lpstr>
      <vt:lpstr>CIDFont+F3</vt:lpstr>
      <vt:lpstr>Times New Roman</vt:lpstr>
      <vt:lpstr>Trebuchet MS</vt:lpstr>
      <vt:lpstr>Wingdings</vt:lpstr>
      <vt:lpstr>Without Quick Guides</vt:lpstr>
      <vt:lpstr>Презентация PowerPoint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CanterburyMedia</dc:creator>
  <dc:description>This template is the property of PosterPresentations.com. Call us if you need help with this poster template._x000d_
1-866-649-3004           _x000d_
 (c)PosterPresentations.com</dc:description>
  <cp:lastModifiedBy>Сыздыкова Алма Алибековна</cp:lastModifiedBy>
  <cp:revision>115</cp:revision>
  <cp:lastPrinted>2015-06-29T17:31:11Z</cp:lastPrinted>
  <dcterms:created xsi:type="dcterms:W3CDTF">2012-02-03T19:11:35Z</dcterms:created>
  <dcterms:modified xsi:type="dcterms:W3CDTF">2020-12-05T10:51:24Z</dcterms:modified>
</cp:coreProperties>
</file>