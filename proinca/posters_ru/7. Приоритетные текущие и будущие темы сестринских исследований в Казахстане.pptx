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58"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7966" autoAdjust="0"/>
    <p:restoredTop sz="93979" autoAdjust="0"/>
  </p:normalViewPr>
  <p:slideViewPr>
    <p:cSldViewPr snapToGrid="0" snapToObjects="1" showGuides="1">
      <p:cViewPr varScale="1">
        <p:scale>
          <a:sx n="23" d="100"/>
          <a:sy n="23" d="100"/>
        </p:scale>
        <p:origin x="2202" y="78"/>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F9AEB9-2D9B-4CF6-A97B-14789EEF7043}" type="doc">
      <dgm:prSet loTypeId="urn:microsoft.com/office/officeart/2005/8/layout/vList6" loCatId="process" qsTypeId="urn:microsoft.com/office/officeart/2005/8/quickstyle/3d1" qsCatId="3D" csTypeId="urn:microsoft.com/office/officeart/2005/8/colors/accent1_2" csCatId="accent1" phldr="1"/>
      <dgm:spPr/>
      <dgm:t>
        <a:bodyPr/>
        <a:lstStyle/>
        <a:p>
          <a:endParaRPr lang="en-US"/>
        </a:p>
      </dgm:t>
    </dgm:pt>
    <dgm:pt modelId="{897E4E06-2CE7-4A04-A91D-D808822BE17C}">
      <dgm:prSet phldrT="[Text]" custT="1"/>
      <dgm:spPr>
        <a:xfrm>
          <a:off x="36876" y="641929"/>
          <a:ext cx="10668507" cy="3850469"/>
        </a:xfrm>
        <a:prstGeom prst="roundRect">
          <a:avLst/>
        </a:prstGeom>
        <a:gradFill rotWithShape="0">
          <a:gsLst>
            <a:gs pos="0">
              <a:srgbClr val="FF388C">
                <a:hueOff val="0"/>
                <a:satOff val="0"/>
                <a:lumOff val="0"/>
                <a:alphaOff val="0"/>
                <a:shade val="51000"/>
                <a:satMod val="130000"/>
              </a:srgbClr>
            </a:gs>
            <a:gs pos="80000">
              <a:srgbClr val="FF388C">
                <a:hueOff val="0"/>
                <a:satOff val="0"/>
                <a:lumOff val="0"/>
                <a:alphaOff val="0"/>
                <a:shade val="93000"/>
                <a:satMod val="130000"/>
              </a:srgbClr>
            </a:gs>
            <a:gs pos="100000">
              <a:srgbClr val="FF388C">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gm:spPr>
      <dgm:t>
        <a:bodyPr/>
        <a:lstStyle/>
        <a:p>
          <a:r>
            <a:rPr lang="ru-RU" sz="6000" b="1" dirty="0" smtClean="0">
              <a:solidFill>
                <a:sysClr val="windowText" lastClr="000000"/>
              </a:solidFill>
              <a:latin typeface="+mn-lt"/>
              <a:ea typeface="+mn-ea"/>
              <a:cs typeface="Arial"/>
            </a:rPr>
            <a:t>НАИБОЛЕЕ ВАЖНЫЕ ТЕМЫ ДЛЯ СЕСТРИНСКИХ ИССЛЕДОВАНИЙ - НЕОБХОДИМО ИЗУЧИТЬ СЕЙЧАС</a:t>
          </a:r>
          <a:endParaRPr lang="en-US" sz="6000" b="1" dirty="0">
            <a:solidFill>
              <a:sysClr val="windowText" lastClr="000000"/>
            </a:solidFill>
            <a:latin typeface="+mn-lt"/>
            <a:ea typeface="+mn-ea"/>
            <a:cs typeface="Arial"/>
          </a:endParaRPr>
        </a:p>
      </dgm:t>
    </dgm:pt>
    <dgm:pt modelId="{9018E2C9-A17F-42CC-8171-BFF546E5C8AC}" type="parTrans" cxnId="{FCFFC54D-3305-4133-B0B6-DC1D46305041}">
      <dgm:prSet/>
      <dgm:spPr/>
      <dgm:t>
        <a:bodyPr/>
        <a:lstStyle/>
        <a:p>
          <a:endParaRPr lang="en-US">
            <a:latin typeface="+mn-lt"/>
          </a:endParaRPr>
        </a:p>
      </dgm:t>
    </dgm:pt>
    <dgm:pt modelId="{DFE65636-801D-4EB9-BB22-FFF64A05301D}" type="sibTrans" cxnId="{FCFFC54D-3305-4133-B0B6-DC1D46305041}">
      <dgm:prSet/>
      <dgm:spPr/>
      <dgm:t>
        <a:bodyPr/>
        <a:lstStyle/>
        <a:p>
          <a:endParaRPr lang="en-US">
            <a:latin typeface="+mn-lt"/>
          </a:endParaRPr>
        </a:p>
      </dgm:t>
    </dgm:pt>
    <dgm:pt modelId="{3C92DDA8-9F27-49BF-9CF3-6481F8192122}">
      <dgm:prSet phldrT="[Text]" custT="1"/>
      <dgm:spPr>
        <a:xfrm>
          <a:off x="13621" y="6742362"/>
          <a:ext cx="11147991" cy="3850469"/>
        </a:xfrm>
        <a:prstGeom prst="roundRect">
          <a:avLst/>
        </a:prstGeom>
        <a:gradFill rotWithShape="0">
          <a:gsLst>
            <a:gs pos="0">
              <a:srgbClr val="FF388C">
                <a:hueOff val="0"/>
                <a:satOff val="0"/>
                <a:lumOff val="0"/>
                <a:alphaOff val="0"/>
                <a:shade val="51000"/>
                <a:satMod val="130000"/>
              </a:srgbClr>
            </a:gs>
            <a:gs pos="80000">
              <a:srgbClr val="FF388C">
                <a:hueOff val="0"/>
                <a:satOff val="0"/>
                <a:lumOff val="0"/>
                <a:alphaOff val="0"/>
                <a:shade val="93000"/>
                <a:satMod val="130000"/>
              </a:srgbClr>
            </a:gs>
            <a:gs pos="100000">
              <a:srgbClr val="FF388C">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gm:spPr>
      <dgm:t>
        <a:bodyPr/>
        <a:lstStyle/>
        <a:p>
          <a:r>
            <a:rPr lang="ru-RU" sz="6000" b="1" dirty="0" smtClean="0">
              <a:solidFill>
                <a:sysClr val="windowText" lastClr="000000"/>
              </a:solidFill>
              <a:latin typeface="+mn-lt"/>
              <a:ea typeface="+mn-ea"/>
              <a:cs typeface="Arial"/>
            </a:rPr>
            <a:t>ТЕМЫ СЕСТРИНСКИХ ИССЛЕДОВАНИЙ, КОТОРЫЕ НЕОБХОДИМО ИЗУЧИТЬ В ТЕЧЕНИЕ 2-4 ЛЕТ</a:t>
          </a:r>
          <a:endParaRPr lang="en-US" sz="6000" b="1" dirty="0">
            <a:solidFill>
              <a:sysClr val="windowText" lastClr="000000"/>
            </a:solidFill>
            <a:latin typeface="+mn-lt"/>
            <a:ea typeface="+mn-ea"/>
            <a:cs typeface="Arial"/>
          </a:endParaRPr>
        </a:p>
      </dgm:t>
    </dgm:pt>
    <dgm:pt modelId="{4033F9DE-6955-415E-A3B6-3FE1A4503BFE}" type="parTrans" cxnId="{68F8743C-CF54-4BD6-9456-F4481F05FBCB}">
      <dgm:prSet/>
      <dgm:spPr/>
      <dgm:t>
        <a:bodyPr/>
        <a:lstStyle/>
        <a:p>
          <a:endParaRPr lang="en-US">
            <a:latin typeface="+mn-lt"/>
          </a:endParaRPr>
        </a:p>
      </dgm:t>
    </dgm:pt>
    <dgm:pt modelId="{B8D104FF-A5C0-4CCA-831C-17C9939B5355}" type="sibTrans" cxnId="{68F8743C-CF54-4BD6-9456-F4481F05FBCB}">
      <dgm:prSet/>
      <dgm:spPr/>
      <dgm:t>
        <a:bodyPr/>
        <a:lstStyle/>
        <a:p>
          <a:endParaRPr lang="en-US">
            <a:latin typeface="+mn-lt"/>
          </a:endParaRPr>
        </a:p>
      </dgm:t>
    </dgm:pt>
    <dgm:pt modelId="{4AAA743A-8ED1-489E-8A15-872FF102FD09}">
      <dgm:prSet phldrT="[Text]" custT="1"/>
      <dgm:spPr>
        <a:xfrm>
          <a:off x="11161612" y="5604683"/>
          <a:ext cx="16721986" cy="6125827"/>
        </a:xfrm>
        <a:prstGeom prst="rightArrow">
          <a:avLst>
            <a:gd name="adj1" fmla="val 75000"/>
            <a:gd name="adj2" fmla="val 50000"/>
          </a:avLst>
        </a:prstGeom>
        <a:solidFill>
          <a:srgbClr val="FF388C">
            <a:alpha val="90000"/>
            <a:tint val="40000"/>
            <a:hueOff val="0"/>
            <a:satOff val="0"/>
            <a:lumOff val="0"/>
            <a:alphaOff val="0"/>
          </a:srgbClr>
        </a:solidFill>
        <a:ln w="9525" cap="flat" cmpd="sng" algn="ctr">
          <a:solidFill>
            <a:srgbClr val="FF388C">
              <a:alpha val="90000"/>
              <a:tint val="40000"/>
              <a:hueOff val="0"/>
              <a:satOff val="0"/>
              <a:lumOff val="0"/>
              <a:alphaOff val="0"/>
            </a:srgb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gm:spPr>
      <dgm:t>
        <a:bodyPr/>
        <a:lstStyle/>
        <a:p>
          <a:r>
            <a:rPr lang="ru-RU" sz="5400" dirty="0" smtClean="0">
              <a:solidFill>
                <a:sysClr val="windowText" lastClr="000000">
                  <a:hueOff val="0"/>
                  <a:satOff val="0"/>
                  <a:lumOff val="0"/>
                  <a:alphaOff val="0"/>
                </a:sysClr>
              </a:solidFill>
              <a:latin typeface="+mn-lt"/>
              <a:ea typeface="+mn-ea"/>
              <a:cs typeface="Arial"/>
            </a:rPr>
            <a:t>Междисциплинарное и </a:t>
          </a:r>
          <a:r>
            <a:rPr lang="ru-RU" sz="5400" dirty="0" err="1" smtClean="0">
              <a:solidFill>
                <a:sysClr val="windowText" lastClr="000000">
                  <a:hueOff val="0"/>
                  <a:satOff val="0"/>
                  <a:lumOff val="0"/>
                  <a:alphaOff val="0"/>
                </a:sysClr>
              </a:solidFill>
              <a:latin typeface="+mn-lt"/>
              <a:ea typeface="+mn-ea"/>
              <a:cs typeface="Arial"/>
            </a:rPr>
            <a:t>межпрофессиональное</a:t>
          </a:r>
          <a:r>
            <a:rPr lang="ru-RU" sz="5400" dirty="0" smtClean="0">
              <a:solidFill>
                <a:sysClr val="windowText" lastClr="000000">
                  <a:hueOff val="0"/>
                  <a:satOff val="0"/>
                  <a:lumOff val="0"/>
                  <a:alphaOff val="0"/>
                </a:sysClr>
              </a:solidFill>
              <a:latin typeface="+mn-lt"/>
              <a:ea typeface="+mn-ea"/>
              <a:cs typeface="Arial"/>
            </a:rPr>
            <a:t> сотрудничество в научных исследованиях в области сестринского дела</a:t>
          </a:r>
          <a:endParaRPr lang="en-US" sz="5400" dirty="0">
            <a:solidFill>
              <a:sysClr val="windowText" lastClr="000000">
                <a:hueOff val="0"/>
                <a:satOff val="0"/>
                <a:lumOff val="0"/>
                <a:alphaOff val="0"/>
              </a:sysClr>
            </a:solidFill>
            <a:latin typeface="+mn-lt"/>
            <a:ea typeface="+mn-ea"/>
            <a:cs typeface="Arial"/>
          </a:endParaRPr>
        </a:p>
      </dgm:t>
    </dgm:pt>
    <dgm:pt modelId="{352382A1-943E-4F3F-A869-E6E5631A6764}" type="parTrans" cxnId="{7E2F5CDE-18F3-4C0A-94D6-50F7D14633D8}">
      <dgm:prSet/>
      <dgm:spPr/>
      <dgm:t>
        <a:bodyPr/>
        <a:lstStyle/>
        <a:p>
          <a:endParaRPr lang="en-US">
            <a:latin typeface="+mn-lt"/>
          </a:endParaRPr>
        </a:p>
      </dgm:t>
    </dgm:pt>
    <dgm:pt modelId="{430D8CFD-2837-405F-88A1-C5EBB0686A24}" type="sibTrans" cxnId="{7E2F5CDE-18F3-4C0A-94D6-50F7D14633D8}">
      <dgm:prSet/>
      <dgm:spPr/>
      <dgm:t>
        <a:bodyPr/>
        <a:lstStyle/>
        <a:p>
          <a:endParaRPr lang="en-US">
            <a:latin typeface="+mn-lt"/>
          </a:endParaRPr>
        </a:p>
      </dgm:t>
    </dgm:pt>
    <dgm:pt modelId="{B0540E4E-D0AC-4232-ADB5-75A5A4F9AB86}">
      <dgm:prSet phldrT="[Text]" custT="1"/>
      <dgm:spPr>
        <a:xfrm>
          <a:off x="10693932" y="17"/>
          <a:ext cx="17203288" cy="5215383"/>
        </a:xfrm>
        <a:prstGeom prst="rightArrow">
          <a:avLst>
            <a:gd name="adj1" fmla="val 75000"/>
            <a:gd name="adj2" fmla="val 50000"/>
          </a:avLst>
        </a:prstGeom>
        <a:solidFill>
          <a:srgbClr val="FF388C">
            <a:alpha val="90000"/>
            <a:tint val="40000"/>
            <a:hueOff val="0"/>
            <a:satOff val="0"/>
            <a:lumOff val="0"/>
            <a:alphaOff val="0"/>
          </a:srgbClr>
        </a:solidFill>
        <a:ln w="9525" cap="flat" cmpd="sng" algn="ctr">
          <a:solidFill>
            <a:srgbClr val="FF388C">
              <a:alpha val="90000"/>
              <a:tint val="40000"/>
              <a:hueOff val="0"/>
              <a:satOff val="0"/>
              <a:lumOff val="0"/>
              <a:alphaOff val="0"/>
            </a:srgb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gm:spPr>
      <dgm:t>
        <a:bodyPr/>
        <a:lstStyle/>
        <a:p>
          <a:r>
            <a:rPr lang="kk-KZ" sz="5400" b="0" dirty="0" smtClean="0">
              <a:solidFill>
                <a:sysClr val="windowText" lastClr="000000">
                  <a:hueOff val="0"/>
                  <a:satOff val="0"/>
                  <a:lumOff val="0"/>
                  <a:alphaOff val="0"/>
                </a:sysClr>
              </a:solidFill>
              <a:latin typeface="+mn-lt"/>
              <a:ea typeface="+mn-ea"/>
              <a:cs typeface="Arial"/>
            </a:rPr>
            <a:t>Критический сестринский уход и неотложная сестринсккая помощь</a:t>
          </a:r>
          <a:endParaRPr lang="en-US" sz="5400" b="0" dirty="0">
            <a:solidFill>
              <a:sysClr val="windowText" lastClr="000000">
                <a:hueOff val="0"/>
                <a:satOff val="0"/>
                <a:lumOff val="0"/>
                <a:alphaOff val="0"/>
              </a:sysClr>
            </a:solidFill>
            <a:latin typeface="+mn-lt"/>
            <a:ea typeface="+mn-ea"/>
            <a:cs typeface="Arial"/>
          </a:endParaRPr>
        </a:p>
      </dgm:t>
    </dgm:pt>
    <dgm:pt modelId="{EF17741B-8C53-47CD-ABF0-87E38405C42D}" type="sibTrans" cxnId="{98CB6E8D-9A16-4DAF-BFF6-1A512223FDD7}">
      <dgm:prSet/>
      <dgm:spPr/>
      <dgm:t>
        <a:bodyPr/>
        <a:lstStyle/>
        <a:p>
          <a:endParaRPr lang="en-US">
            <a:latin typeface="+mn-lt"/>
          </a:endParaRPr>
        </a:p>
      </dgm:t>
    </dgm:pt>
    <dgm:pt modelId="{CD02FC5D-3001-411A-8649-714F40B29EF5}" type="parTrans" cxnId="{98CB6E8D-9A16-4DAF-BFF6-1A512223FDD7}">
      <dgm:prSet/>
      <dgm:spPr/>
      <dgm:t>
        <a:bodyPr/>
        <a:lstStyle/>
        <a:p>
          <a:endParaRPr lang="en-US">
            <a:latin typeface="+mn-lt"/>
          </a:endParaRPr>
        </a:p>
      </dgm:t>
    </dgm:pt>
    <dgm:pt modelId="{C8269B7F-39CF-4BB1-B24E-904C8413F62D}">
      <dgm:prSet custT="1"/>
      <dgm:spPr/>
      <dgm:t>
        <a:bodyPr/>
        <a:lstStyle/>
        <a:p>
          <a:r>
            <a:rPr lang="ru-RU" sz="5400" b="0" dirty="0" smtClean="0">
              <a:solidFill>
                <a:sysClr val="windowText" lastClr="000000">
                  <a:hueOff val="0"/>
                  <a:satOff val="0"/>
                  <a:lumOff val="0"/>
                  <a:alphaOff val="0"/>
                </a:sysClr>
              </a:solidFill>
              <a:latin typeface="+mn-lt"/>
              <a:ea typeface="+mn-ea"/>
              <a:cs typeface="Arial"/>
            </a:rPr>
            <a:t>Сестринский уход при инсульте и сердечной недостаточности</a:t>
          </a:r>
        </a:p>
      </dgm:t>
    </dgm:pt>
    <dgm:pt modelId="{5ECECCB6-D0CD-498C-BF02-4FAB6090D6DB}" type="parTrans" cxnId="{ACDF1A1E-1D9E-4CD3-BDA5-7FF0F178119F}">
      <dgm:prSet/>
      <dgm:spPr/>
      <dgm:t>
        <a:bodyPr/>
        <a:lstStyle/>
        <a:p>
          <a:endParaRPr lang="ru-RU"/>
        </a:p>
      </dgm:t>
    </dgm:pt>
    <dgm:pt modelId="{F5088AA4-196C-4608-AEBA-5854C2140573}" type="sibTrans" cxnId="{ACDF1A1E-1D9E-4CD3-BDA5-7FF0F178119F}">
      <dgm:prSet/>
      <dgm:spPr/>
      <dgm:t>
        <a:bodyPr/>
        <a:lstStyle/>
        <a:p>
          <a:endParaRPr lang="ru-RU"/>
        </a:p>
      </dgm:t>
    </dgm:pt>
    <dgm:pt modelId="{29343506-4928-434F-8898-D6D8F713E245}">
      <dgm:prSet custT="1"/>
      <dgm:spPr/>
      <dgm:t>
        <a:bodyPr/>
        <a:lstStyle/>
        <a:p>
          <a:r>
            <a:rPr lang="ru-RU" sz="5400" b="0" dirty="0" smtClean="0">
              <a:solidFill>
                <a:sysClr val="windowText" lastClr="000000">
                  <a:hueOff val="0"/>
                  <a:satOff val="0"/>
                  <a:lumOff val="0"/>
                  <a:alphaOff val="0"/>
                </a:sysClr>
              </a:solidFill>
              <a:latin typeface="+mn-lt"/>
              <a:ea typeface="+mn-ea"/>
              <a:cs typeface="Arial"/>
            </a:rPr>
            <a:t>Онкологический уход</a:t>
          </a:r>
        </a:p>
      </dgm:t>
    </dgm:pt>
    <dgm:pt modelId="{9C44E87B-254E-4E8B-B7A7-9B43E3FD9D3A}" type="parTrans" cxnId="{FED4EEC5-39FA-4F1C-8E92-E4591DCDDD31}">
      <dgm:prSet/>
      <dgm:spPr/>
      <dgm:t>
        <a:bodyPr/>
        <a:lstStyle/>
        <a:p>
          <a:endParaRPr lang="ru-RU"/>
        </a:p>
      </dgm:t>
    </dgm:pt>
    <dgm:pt modelId="{831C5449-EAA1-420E-971B-29778D6AD557}" type="sibTrans" cxnId="{FED4EEC5-39FA-4F1C-8E92-E4591DCDDD31}">
      <dgm:prSet/>
      <dgm:spPr/>
      <dgm:t>
        <a:bodyPr/>
        <a:lstStyle/>
        <a:p>
          <a:endParaRPr lang="ru-RU"/>
        </a:p>
      </dgm:t>
    </dgm:pt>
    <dgm:pt modelId="{5EA1E653-B983-4528-9672-E65C3257C210}">
      <dgm:prSet custT="1"/>
      <dgm:spPr/>
      <dgm:t>
        <a:bodyPr/>
        <a:lstStyle/>
        <a:p>
          <a:r>
            <a:rPr lang="ru-RU" sz="5400" dirty="0" smtClean="0">
              <a:solidFill>
                <a:sysClr val="windowText" lastClr="000000">
                  <a:hueOff val="0"/>
                  <a:satOff val="0"/>
                  <a:lumOff val="0"/>
                  <a:alphaOff val="0"/>
                </a:sysClr>
              </a:solidFill>
              <a:latin typeface="+mn-lt"/>
              <a:ea typeface="+mn-ea"/>
              <a:cs typeface="Arial"/>
            </a:rPr>
            <a:t>Тяжелобольные пациенты и качество их жизни</a:t>
          </a:r>
        </a:p>
      </dgm:t>
    </dgm:pt>
    <dgm:pt modelId="{F821645B-9806-4255-BC79-7050DA4D450E}" type="parTrans" cxnId="{E2DC0CB4-BEC8-4A9F-907E-A0579BE103F2}">
      <dgm:prSet/>
      <dgm:spPr/>
      <dgm:t>
        <a:bodyPr/>
        <a:lstStyle/>
        <a:p>
          <a:endParaRPr lang="ru-RU"/>
        </a:p>
      </dgm:t>
    </dgm:pt>
    <dgm:pt modelId="{4A8B40F2-0E44-4F54-80BF-D271142016A3}" type="sibTrans" cxnId="{E2DC0CB4-BEC8-4A9F-907E-A0579BE103F2}">
      <dgm:prSet/>
      <dgm:spPr/>
      <dgm:t>
        <a:bodyPr/>
        <a:lstStyle/>
        <a:p>
          <a:endParaRPr lang="ru-RU"/>
        </a:p>
      </dgm:t>
    </dgm:pt>
    <dgm:pt modelId="{DFC63C96-1273-4646-AAD2-5CE4FC0EC46E}">
      <dgm:prSet custT="1"/>
      <dgm:spPr/>
      <dgm:t>
        <a:bodyPr/>
        <a:lstStyle/>
        <a:p>
          <a:r>
            <a:rPr lang="ru-RU" sz="5400" dirty="0" smtClean="0">
              <a:solidFill>
                <a:sysClr val="windowText" lastClr="000000">
                  <a:hueOff val="0"/>
                  <a:satOff val="0"/>
                  <a:lumOff val="0"/>
                  <a:alphaOff val="0"/>
                </a:sysClr>
              </a:solidFill>
              <a:latin typeface="+mn-lt"/>
              <a:ea typeface="+mn-ea"/>
              <a:cs typeface="Arial"/>
            </a:rPr>
            <a:t>Исходы для пациентов и результаты исследований по сестринскому вмешательству</a:t>
          </a:r>
        </a:p>
      </dgm:t>
    </dgm:pt>
    <dgm:pt modelId="{BFAACD79-D575-4F2F-B717-6CD7CB7F2EE2}" type="parTrans" cxnId="{812854A1-02BC-4772-AE8D-4D9E522DED9D}">
      <dgm:prSet/>
      <dgm:spPr/>
      <dgm:t>
        <a:bodyPr/>
        <a:lstStyle/>
        <a:p>
          <a:endParaRPr lang="ru-RU"/>
        </a:p>
      </dgm:t>
    </dgm:pt>
    <dgm:pt modelId="{999B1C55-13CA-45C6-BBD2-7EC6A1C2D178}" type="sibTrans" cxnId="{812854A1-02BC-4772-AE8D-4D9E522DED9D}">
      <dgm:prSet/>
      <dgm:spPr/>
      <dgm:t>
        <a:bodyPr/>
        <a:lstStyle/>
        <a:p>
          <a:endParaRPr lang="ru-RU"/>
        </a:p>
      </dgm:t>
    </dgm:pt>
    <dgm:pt modelId="{49B9D2E1-E913-4C22-A9E3-10C91E6BADCF}" type="pres">
      <dgm:prSet presAssocID="{08F9AEB9-2D9B-4CF6-A97B-14789EEF7043}" presName="Name0" presStyleCnt="0">
        <dgm:presLayoutVars>
          <dgm:dir/>
          <dgm:animLvl val="lvl"/>
          <dgm:resizeHandles/>
        </dgm:presLayoutVars>
      </dgm:prSet>
      <dgm:spPr/>
      <dgm:t>
        <a:bodyPr/>
        <a:lstStyle/>
        <a:p>
          <a:endParaRPr lang="ru-RU"/>
        </a:p>
      </dgm:t>
    </dgm:pt>
    <dgm:pt modelId="{FFB15ACB-4FD1-4198-B881-1818960C698C}" type="pres">
      <dgm:prSet presAssocID="{897E4E06-2CE7-4A04-A91D-D808822BE17C}" presName="linNode" presStyleCnt="0"/>
      <dgm:spPr/>
    </dgm:pt>
    <dgm:pt modelId="{726E116E-3456-4211-B58D-C70AD77C55AC}" type="pres">
      <dgm:prSet presAssocID="{897E4E06-2CE7-4A04-A91D-D808822BE17C}" presName="parentShp" presStyleLbl="node1" presStyleIdx="0" presStyleCnt="2" custScaleX="96953" custScaleY="137309" custLinFactNeighborX="-79" custLinFactNeighborY="27495">
        <dgm:presLayoutVars>
          <dgm:bulletEnabled val="1"/>
        </dgm:presLayoutVars>
      </dgm:prSet>
      <dgm:spPr/>
      <dgm:t>
        <a:bodyPr/>
        <a:lstStyle/>
        <a:p>
          <a:endParaRPr lang="en-US"/>
        </a:p>
      </dgm:t>
    </dgm:pt>
    <dgm:pt modelId="{DF9437C3-D499-4DCB-95A1-1924E27CB325}" type="pres">
      <dgm:prSet presAssocID="{897E4E06-2CE7-4A04-A91D-D808822BE17C}" presName="childShp" presStyleLbl="bgAccFollowNode1" presStyleIdx="0" presStyleCnt="2" custScaleX="102036" custScaleY="184018" custLinFactNeighborX="-684" custLinFactNeighborY="28548">
        <dgm:presLayoutVars>
          <dgm:bulletEnabled val="1"/>
        </dgm:presLayoutVars>
      </dgm:prSet>
      <dgm:spPr>
        <a:prstGeom prst="rightArrow">
          <a:avLst>
            <a:gd name="adj1" fmla="val 75000"/>
            <a:gd name="adj2" fmla="val 50000"/>
          </a:avLst>
        </a:prstGeom>
      </dgm:spPr>
      <dgm:t>
        <a:bodyPr/>
        <a:lstStyle/>
        <a:p>
          <a:endParaRPr lang="en-US"/>
        </a:p>
      </dgm:t>
    </dgm:pt>
    <dgm:pt modelId="{44EE08B6-0A8C-40F5-92AE-D2000FE7B40A}" type="pres">
      <dgm:prSet presAssocID="{DFE65636-801D-4EB9-BB22-FFF64A05301D}" presName="spacing" presStyleCnt="0"/>
      <dgm:spPr/>
    </dgm:pt>
    <dgm:pt modelId="{0D097AAF-94A4-4D4B-B228-8754762E17D6}" type="pres">
      <dgm:prSet presAssocID="{3C92DDA8-9F27-49BF-9CF3-6481F8192122}" presName="linNode" presStyleCnt="0"/>
      <dgm:spPr/>
    </dgm:pt>
    <dgm:pt modelId="{1DAAF6DB-69B3-4F02-8842-B54DB2BB2848}" type="pres">
      <dgm:prSet presAssocID="{3C92DDA8-9F27-49BF-9CF3-6481F8192122}" presName="parentShp" presStyleLbl="node1" presStyleIdx="1" presStyleCnt="2" custScaleX="83303" custScaleY="170135">
        <dgm:presLayoutVars>
          <dgm:bulletEnabled val="1"/>
        </dgm:presLayoutVars>
      </dgm:prSet>
      <dgm:spPr/>
      <dgm:t>
        <a:bodyPr/>
        <a:lstStyle/>
        <a:p>
          <a:endParaRPr lang="en-US"/>
        </a:p>
      </dgm:t>
    </dgm:pt>
    <dgm:pt modelId="{4E4E308F-5252-4D32-A7F2-C136AA863D08}" type="pres">
      <dgm:prSet presAssocID="{3C92DDA8-9F27-49BF-9CF3-6481F8192122}" presName="childShp" presStyleLbl="bgAccFollowNode1" presStyleIdx="1" presStyleCnt="2" custScaleX="115129" custScaleY="229149" custLinFactNeighborX="5441" custLinFactNeighborY="206">
        <dgm:presLayoutVars>
          <dgm:bulletEnabled val="1"/>
        </dgm:presLayoutVars>
      </dgm:prSet>
      <dgm:spPr/>
      <dgm:t>
        <a:bodyPr/>
        <a:lstStyle/>
        <a:p>
          <a:endParaRPr lang="en-US"/>
        </a:p>
      </dgm:t>
    </dgm:pt>
  </dgm:ptLst>
  <dgm:cxnLst>
    <dgm:cxn modelId="{E2DC0CB4-BEC8-4A9F-907E-A0579BE103F2}" srcId="{3C92DDA8-9F27-49BF-9CF3-6481F8192122}" destId="{5EA1E653-B983-4528-9672-E65C3257C210}" srcOrd="1" destOrd="0" parTransId="{F821645B-9806-4255-BC79-7050DA4D450E}" sibTransId="{4A8B40F2-0E44-4F54-80BF-D271142016A3}"/>
    <dgm:cxn modelId="{ACDF1A1E-1D9E-4CD3-BDA5-7FF0F178119F}" srcId="{897E4E06-2CE7-4A04-A91D-D808822BE17C}" destId="{C8269B7F-39CF-4BB1-B24E-904C8413F62D}" srcOrd="1" destOrd="0" parTransId="{5ECECCB6-D0CD-498C-BF02-4FAB6090D6DB}" sibTransId="{F5088AA4-196C-4608-AEBA-5854C2140573}"/>
    <dgm:cxn modelId="{FC445F0C-FF58-4ACA-B3E8-3351BF55497D}" type="presOf" srcId="{C8269B7F-39CF-4BB1-B24E-904C8413F62D}" destId="{DF9437C3-D499-4DCB-95A1-1924E27CB325}" srcOrd="0" destOrd="1" presId="urn:microsoft.com/office/officeart/2005/8/layout/vList6"/>
    <dgm:cxn modelId="{896D3D18-A378-4240-ADD7-67145EC1CEC5}" type="presOf" srcId="{DFC63C96-1273-4646-AAD2-5CE4FC0EC46E}" destId="{4E4E308F-5252-4D32-A7F2-C136AA863D08}" srcOrd="0" destOrd="2" presId="urn:microsoft.com/office/officeart/2005/8/layout/vList6"/>
    <dgm:cxn modelId="{FCFFC54D-3305-4133-B0B6-DC1D46305041}" srcId="{08F9AEB9-2D9B-4CF6-A97B-14789EEF7043}" destId="{897E4E06-2CE7-4A04-A91D-D808822BE17C}" srcOrd="0" destOrd="0" parTransId="{9018E2C9-A17F-42CC-8171-BFF546E5C8AC}" sibTransId="{DFE65636-801D-4EB9-BB22-FFF64A05301D}"/>
    <dgm:cxn modelId="{83CD32B2-8EDB-4D6C-BB07-2CFE5ED197F3}" type="presOf" srcId="{08F9AEB9-2D9B-4CF6-A97B-14789EEF7043}" destId="{49B9D2E1-E913-4C22-A9E3-10C91E6BADCF}" srcOrd="0" destOrd="0" presId="urn:microsoft.com/office/officeart/2005/8/layout/vList6"/>
    <dgm:cxn modelId="{C2A847E4-5435-4387-93F5-6D0B7A989CAA}" type="presOf" srcId="{4AAA743A-8ED1-489E-8A15-872FF102FD09}" destId="{4E4E308F-5252-4D32-A7F2-C136AA863D08}" srcOrd="0" destOrd="0" presId="urn:microsoft.com/office/officeart/2005/8/layout/vList6"/>
    <dgm:cxn modelId="{812854A1-02BC-4772-AE8D-4D9E522DED9D}" srcId="{3C92DDA8-9F27-49BF-9CF3-6481F8192122}" destId="{DFC63C96-1273-4646-AAD2-5CE4FC0EC46E}" srcOrd="2" destOrd="0" parTransId="{BFAACD79-D575-4F2F-B717-6CD7CB7F2EE2}" sibTransId="{999B1C55-13CA-45C6-BBD2-7EC6A1C2D178}"/>
    <dgm:cxn modelId="{C54ECE6D-9F2D-4E8F-9141-7CE62450A461}" type="presOf" srcId="{B0540E4E-D0AC-4232-ADB5-75A5A4F9AB86}" destId="{DF9437C3-D499-4DCB-95A1-1924E27CB325}" srcOrd="0" destOrd="0" presId="urn:microsoft.com/office/officeart/2005/8/layout/vList6"/>
    <dgm:cxn modelId="{A87ABE69-D595-4659-8B54-4C8B97847C1D}" type="presOf" srcId="{29343506-4928-434F-8898-D6D8F713E245}" destId="{DF9437C3-D499-4DCB-95A1-1924E27CB325}" srcOrd="0" destOrd="2" presId="urn:microsoft.com/office/officeart/2005/8/layout/vList6"/>
    <dgm:cxn modelId="{68F8743C-CF54-4BD6-9456-F4481F05FBCB}" srcId="{08F9AEB9-2D9B-4CF6-A97B-14789EEF7043}" destId="{3C92DDA8-9F27-49BF-9CF3-6481F8192122}" srcOrd="1" destOrd="0" parTransId="{4033F9DE-6955-415E-A3B6-3FE1A4503BFE}" sibTransId="{B8D104FF-A5C0-4CCA-831C-17C9939B5355}"/>
    <dgm:cxn modelId="{98CB6E8D-9A16-4DAF-BFF6-1A512223FDD7}" srcId="{897E4E06-2CE7-4A04-A91D-D808822BE17C}" destId="{B0540E4E-D0AC-4232-ADB5-75A5A4F9AB86}" srcOrd="0" destOrd="0" parTransId="{CD02FC5D-3001-411A-8649-714F40B29EF5}" sibTransId="{EF17741B-8C53-47CD-ABF0-87E38405C42D}"/>
    <dgm:cxn modelId="{7E2F5CDE-18F3-4C0A-94D6-50F7D14633D8}" srcId="{3C92DDA8-9F27-49BF-9CF3-6481F8192122}" destId="{4AAA743A-8ED1-489E-8A15-872FF102FD09}" srcOrd="0" destOrd="0" parTransId="{352382A1-943E-4F3F-A869-E6E5631A6764}" sibTransId="{430D8CFD-2837-405F-88A1-C5EBB0686A24}"/>
    <dgm:cxn modelId="{3AA48FD9-A28E-46CB-9F82-ECC18E49261A}" type="presOf" srcId="{3C92DDA8-9F27-49BF-9CF3-6481F8192122}" destId="{1DAAF6DB-69B3-4F02-8842-B54DB2BB2848}" srcOrd="0" destOrd="0" presId="urn:microsoft.com/office/officeart/2005/8/layout/vList6"/>
    <dgm:cxn modelId="{233C56F9-FBF5-4D93-BFA5-58B8A21E501D}" type="presOf" srcId="{897E4E06-2CE7-4A04-A91D-D808822BE17C}" destId="{726E116E-3456-4211-B58D-C70AD77C55AC}" srcOrd="0" destOrd="0" presId="urn:microsoft.com/office/officeart/2005/8/layout/vList6"/>
    <dgm:cxn modelId="{FED4EEC5-39FA-4F1C-8E92-E4591DCDDD31}" srcId="{897E4E06-2CE7-4A04-A91D-D808822BE17C}" destId="{29343506-4928-434F-8898-D6D8F713E245}" srcOrd="2" destOrd="0" parTransId="{9C44E87B-254E-4E8B-B7A7-9B43E3FD9D3A}" sibTransId="{831C5449-EAA1-420E-971B-29778D6AD557}"/>
    <dgm:cxn modelId="{ED863F6D-3787-436A-B5E3-5EFA5FF12501}" type="presOf" srcId="{5EA1E653-B983-4528-9672-E65C3257C210}" destId="{4E4E308F-5252-4D32-A7F2-C136AA863D08}" srcOrd="0" destOrd="1" presId="urn:microsoft.com/office/officeart/2005/8/layout/vList6"/>
    <dgm:cxn modelId="{56FE2F7F-BD6A-499E-8877-9C15B7E69601}" type="presParOf" srcId="{49B9D2E1-E913-4C22-A9E3-10C91E6BADCF}" destId="{FFB15ACB-4FD1-4198-B881-1818960C698C}" srcOrd="0" destOrd="0" presId="urn:microsoft.com/office/officeart/2005/8/layout/vList6"/>
    <dgm:cxn modelId="{03E49FAE-A0B9-49E2-AE29-6BBE94BDF08F}" type="presParOf" srcId="{FFB15ACB-4FD1-4198-B881-1818960C698C}" destId="{726E116E-3456-4211-B58D-C70AD77C55AC}" srcOrd="0" destOrd="0" presId="urn:microsoft.com/office/officeart/2005/8/layout/vList6"/>
    <dgm:cxn modelId="{B0606B65-7861-4C14-8EF8-02D9907DD4EB}" type="presParOf" srcId="{FFB15ACB-4FD1-4198-B881-1818960C698C}" destId="{DF9437C3-D499-4DCB-95A1-1924E27CB325}" srcOrd="1" destOrd="0" presId="urn:microsoft.com/office/officeart/2005/8/layout/vList6"/>
    <dgm:cxn modelId="{1351CE00-2E3F-4D8C-B1C8-F5B202BAA703}" type="presParOf" srcId="{49B9D2E1-E913-4C22-A9E3-10C91E6BADCF}" destId="{44EE08B6-0A8C-40F5-92AE-D2000FE7B40A}" srcOrd="1" destOrd="0" presId="urn:microsoft.com/office/officeart/2005/8/layout/vList6"/>
    <dgm:cxn modelId="{6A0C0EB0-234E-44F3-B5DD-A3C67054B5D5}" type="presParOf" srcId="{49B9D2E1-E913-4C22-A9E3-10C91E6BADCF}" destId="{0D097AAF-94A4-4D4B-B228-8754762E17D6}" srcOrd="2" destOrd="0" presId="urn:microsoft.com/office/officeart/2005/8/layout/vList6"/>
    <dgm:cxn modelId="{9172D1B3-E45A-4BA8-8D8D-F1622E53C3FC}" type="presParOf" srcId="{0D097AAF-94A4-4D4B-B228-8754762E17D6}" destId="{1DAAF6DB-69B3-4F02-8842-B54DB2BB2848}" srcOrd="0" destOrd="0" presId="urn:microsoft.com/office/officeart/2005/8/layout/vList6"/>
    <dgm:cxn modelId="{74B40566-AC24-4828-8986-1CC951A0D79D}" type="presParOf" srcId="{0D097AAF-94A4-4D4B-B228-8754762E17D6}" destId="{4E4E308F-5252-4D32-A7F2-C136AA863D08}" srcOrd="1" destOrd="0" presId="urn:microsoft.com/office/officeart/2005/8/layout/vList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590E51-1E2D-4BCA-989C-91B9D5BF13DA}" type="doc">
      <dgm:prSet loTypeId="urn:microsoft.com/office/officeart/2005/8/layout/process2" loCatId="process" qsTypeId="urn:microsoft.com/office/officeart/2005/8/quickstyle/simple1" qsCatId="simple" csTypeId="urn:microsoft.com/office/officeart/2005/8/colors/accent0_1" csCatId="mainScheme" phldr="1"/>
      <dgm:spPr/>
    </dgm:pt>
    <dgm:pt modelId="{9756FA8E-2A4B-45A7-A9BF-0FB866855972}">
      <dgm:prSet phldrT="[Text]" custT="1"/>
      <dgm:spPr/>
      <dgm:t>
        <a:bodyPr/>
        <a:lstStyle/>
        <a:p>
          <a:r>
            <a:rPr lang="ru-RU" sz="5400" dirty="0" smtClean="0"/>
            <a:t>Медицинским университетам необходимо обсуждать и расставлять приоритетные темы</a:t>
          </a:r>
          <a:endParaRPr lang="en-US" sz="5400" dirty="0"/>
        </a:p>
      </dgm:t>
    </dgm:pt>
    <dgm:pt modelId="{BE10B9A7-AD1D-43BB-B68B-1F21374786D8}" type="parTrans" cxnId="{3AAC29EE-40CC-405B-91F3-4987E9B4AABA}">
      <dgm:prSet/>
      <dgm:spPr/>
      <dgm:t>
        <a:bodyPr/>
        <a:lstStyle/>
        <a:p>
          <a:endParaRPr lang="en-US" sz="5400"/>
        </a:p>
      </dgm:t>
    </dgm:pt>
    <dgm:pt modelId="{FFC2F519-48FC-44E9-BFD5-9B79327B6164}" type="sibTrans" cxnId="{3AAC29EE-40CC-405B-91F3-4987E9B4AABA}">
      <dgm:prSet custT="1"/>
      <dgm:spPr/>
      <dgm:t>
        <a:bodyPr/>
        <a:lstStyle/>
        <a:p>
          <a:endParaRPr lang="en-US" sz="5400"/>
        </a:p>
      </dgm:t>
    </dgm:pt>
    <dgm:pt modelId="{212DD9BB-1945-437D-819D-589AA20D0C4A}">
      <dgm:prSet phldrT="[Text]" custT="1"/>
      <dgm:spPr/>
      <dgm:t>
        <a:bodyPr/>
        <a:lstStyle/>
        <a:p>
          <a:r>
            <a:rPr lang="ru-RU" sz="5400" dirty="0" smtClean="0"/>
            <a:t>Проведение высоко профилированных сестринских исследований в Казахстане</a:t>
          </a:r>
          <a:endParaRPr lang="en-US" sz="5400" dirty="0"/>
        </a:p>
      </dgm:t>
    </dgm:pt>
    <dgm:pt modelId="{852A7F4B-4DFC-4ECB-8038-E42E00B1140C}" type="parTrans" cxnId="{0F134458-D4F3-4738-A42B-B01102E64E52}">
      <dgm:prSet/>
      <dgm:spPr/>
      <dgm:t>
        <a:bodyPr/>
        <a:lstStyle/>
        <a:p>
          <a:endParaRPr lang="en-US" sz="5400"/>
        </a:p>
      </dgm:t>
    </dgm:pt>
    <dgm:pt modelId="{B5FABDFC-9190-4520-B09C-52BA0B3299CC}" type="sibTrans" cxnId="{0F134458-D4F3-4738-A42B-B01102E64E52}">
      <dgm:prSet/>
      <dgm:spPr/>
      <dgm:t>
        <a:bodyPr/>
        <a:lstStyle/>
        <a:p>
          <a:endParaRPr lang="en-US" sz="5400"/>
        </a:p>
      </dgm:t>
    </dgm:pt>
    <dgm:pt modelId="{A0B4683C-DFC9-478C-8E96-8C70F02978EC}">
      <dgm:prSet phldrT="[Text]" custT="1"/>
      <dgm:spPr/>
      <dgm:t>
        <a:bodyPr/>
        <a:lstStyle/>
        <a:p>
          <a:r>
            <a:rPr lang="ru-RU" sz="5400" smtClean="0"/>
            <a:t>Повысит рентабельность университетов</a:t>
          </a:r>
          <a:endParaRPr lang="en-US" sz="5400" dirty="0"/>
        </a:p>
      </dgm:t>
    </dgm:pt>
    <dgm:pt modelId="{72EFDBA9-3C6C-452F-B3D8-C23CB0E46263}" type="parTrans" cxnId="{F004CAD6-C0C9-4340-8530-7DA5418C544A}">
      <dgm:prSet/>
      <dgm:spPr/>
      <dgm:t>
        <a:bodyPr/>
        <a:lstStyle/>
        <a:p>
          <a:endParaRPr lang="ru-RU"/>
        </a:p>
      </dgm:t>
    </dgm:pt>
    <dgm:pt modelId="{72D0BD8F-E22B-4915-B344-BE898F1D2A1E}" type="sibTrans" cxnId="{F004CAD6-C0C9-4340-8530-7DA5418C544A}">
      <dgm:prSet/>
      <dgm:spPr/>
      <dgm:t>
        <a:bodyPr/>
        <a:lstStyle/>
        <a:p>
          <a:endParaRPr lang="ru-RU"/>
        </a:p>
      </dgm:t>
    </dgm:pt>
    <dgm:pt modelId="{01CFCBA5-28C1-49B3-B413-538B4C804F50}" type="pres">
      <dgm:prSet presAssocID="{3E590E51-1E2D-4BCA-989C-91B9D5BF13DA}" presName="linearFlow" presStyleCnt="0">
        <dgm:presLayoutVars>
          <dgm:resizeHandles val="exact"/>
        </dgm:presLayoutVars>
      </dgm:prSet>
      <dgm:spPr/>
    </dgm:pt>
    <dgm:pt modelId="{2DEB577D-CC33-4FBC-8B87-8C1AC859F3C9}" type="pres">
      <dgm:prSet presAssocID="{9756FA8E-2A4B-45A7-A9BF-0FB866855972}" presName="node" presStyleLbl="node1" presStyleIdx="0" presStyleCnt="3">
        <dgm:presLayoutVars>
          <dgm:bulletEnabled val="1"/>
        </dgm:presLayoutVars>
      </dgm:prSet>
      <dgm:spPr/>
      <dgm:t>
        <a:bodyPr/>
        <a:lstStyle/>
        <a:p>
          <a:endParaRPr lang="ru-RU"/>
        </a:p>
      </dgm:t>
    </dgm:pt>
    <dgm:pt modelId="{D53B5A6F-DD76-45E1-8524-9830B1DB4480}" type="pres">
      <dgm:prSet presAssocID="{FFC2F519-48FC-44E9-BFD5-9B79327B6164}" presName="sibTrans" presStyleLbl="sibTrans2D1" presStyleIdx="0" presStyleCnt="2"/>
      <dgm:spPr/>
      <dgm:t>
        <a:bodyPr/>
        <a:lstStyle/>
        <a:p>
          <a:endParaRPr lang="ru-RU"/>
        </a:p>
      </dgm:t>
    </dgm:pt>
    <dgm:pt modelId="{E4337F0B-674E-4942-9A8A-37CD3F90E371}" type="pres">
      <dgm:prSet presAssocID="{FFC2F519-48FC-44E9-BFD5-9B79327B6164}" presName="connectorText" presStyleLbl="sibTrans2D1" presStyleIdx="0" presStyleCnt="2"/>
      <dgm:spPr/>
      <dgm:t>
        <a:bodyPr/>
        <a:lstStyle/>
        <a:p>
          <a:endParaRPr lang="ru-RU"/>
        </a:p>
      </dgm:t>
    </dgm:pt>
    <dgm:pt modelId="{6482D925-74C0-40BB-8E41-40B528C3C64A}" type="pres">
      <dgm:prSet presAssocID="{A0B4683C-DFC9-478C-8E96-8C70F02978EC}" presName="node" presStyleLbl="node1" presStyleIdx="1" presStyleCnt="3">
        <dgm:presLayoutVars>
          <dgm:bulletEnabled val="1"/>
        </dgm:presLayoutVars>
      </dgm:prSet>
      <dgm:spPr/>
      <dgm:t>
        <a:bodyPr/>
        <a:lstStyle/>
        <a:p>
          <a:endParaRPr lang="ru-RU"/>
        </a:p>
      </dgm:t>
    </dgm:pt>
    <dgm:pt modelId="{E2A59D49-07B8-45E5-914A-D21F182915F6}" type="pres">
      <dgm:prSet presAssocID="{72D0BD8F-E22B-4915-B344-BE898F1D2A1E}" presName="sibTrans" presStyleLbl="sibTrans2D1" presStyleIdx="1" presStyleCnt="2"/>
      <dgm:spPr/>
      <dgm:t>
        <a:bodyPr/>
        <a:lstStyle/>
        <a:p>
          <a:endParaRPr lang="ru-RU"/>
        </a:p>
      </dgm:t>
    </dgm:pt>
    <dgm:pt modelId="{6B558DC4-66B2-49B6-9DB3-48FE12F0AC81}" type="pres">
      <dgm:prSet presAssocID="{72D0BD8F-E22B-4915-B344-BE898F1D2A1E}" presName="connectorText" presStyleLbl="sibTrans2D1" presStyleIdx="1" presStyleCnt="2"/>
      <dgm:spPr/>
      <dgm:t>
        <a:bodyPr/>
        <a:lstStyle/>
        <a:p>
          <a:endParaRPr lang="ru-RU"/>
        </a:p>
      </dgm:t>
    </dgm:pt>
    <dgm:pt modelId="{E684F3E9-BBC2-4AE5-A117-DE622B833F25}" type="pres">
      <dgm:prSet presAssocID="{212DD9BB-1945-437D-819D-589AA20D0C4A}" presName="node" presStyleLbl="node1" presStyleIdx="2" presStyleCnt="3">
        <dgm:presLayoutVars>
          <dgm:bulletEnabled val="1"/>
        </dgm:presLayoutVars>
      </dgm:prSet>
      <dgm:spPr/>
      <dgm:t>
        <a:bodyPr/>
        <a:lstStyle/>
        <a:p>
          <a:endParaRPr lang="ru-RU"/>
        </a:p>
      </dgm:t>
    </dgm:pt>
  </dgm:ptLst>
  <dgm:cxnLst>
    <dgm:cxn modelId="{0F134458-D4F3-4738-A42B-B01102E64E52}" srcId="{3E590E51-1E2D-4BCA-989C-91B9D5BF13DA}" destId="{212DD9BB-1945-437D-819D-589AA20D0C4A}" srcOrd="2" destOrd="0" parTransId="{852A7F4B-4DFC-4ECB-8038-E42E00B1140C}" sibTransId="{B5FABDFC-9190-4520-B09C-52BA0B3299CC}"/>
    <dgm:cxn modelId="{78A8D7A2-24D8-488C-B614-B0145D793780}" type="presOf" srcId="{FFC2F519-48FC-44E9-BFD5-9B79327B6164}" destId="{D53B5A6F-DD76-45E1-8524-9830B1DB4480}" srcOrd="0" destOrd="0" presId="urn:microsoft.com/office/officeart/2005/8/layout/process2"/>
    <dgm:cxn modelId="{27C7B109-766B-4BB5-909A-43D04E4874C7}" type="presOf" srcId="{3E590E51-1E2D-4BCA-989C-91B9D5BF13DA}" destId="{01CFCBA5-28C1-49B3-B413-538B4C804F50}" srcOrd="0" destOrd="0" presId="urn:microsoft.com/office/officeart/2005/8/layout/process2"/>
    <dgm:cxn modelId="{276ABCD7-0A0A-48AF-BF23-947C470F5BE6}" type="presOf" srcId="{212DD9BB-1945-437D-819D-589AA20D0C4A}" destId="{E684F3E9-BBC2-4AE5-A117-DE622B833F25}" srcOrd="0" destOrd="0" presId="urn:microsoft.com/office/officeart/2005/8/layout/process2"/>
    <dgm:cxn modelId="{3AAC29EE-40CC-405B-91F3-4987E9B4AABA}" srcId="{3E590E51-1E2D-4BCA-989C-91B9D5BF13DA}" destId="{9756FA8E-2A4B-45A7-A9BF-0FB866855972}" srcOrd="0" destOrd="0" parTransId="{BE10B9A7-AD1D-43BB-B68B-1F21374786D8}" sibTransId="{FFC2F519-48FC-44E9-BFD5-9B79327B6164}"/>
    <dgm:cxn modelId="{F004CAD6-C0C9-4340-8530-7DA5418C544A}" srcId="{3E590E51-1E2D-4BCA-989C-91B9D5BF13DA}" destId="{A0B4683C-DFC9-478C-8E96-8C70F02978EC}" srcOrd="1" destOrd="0" parTransId="{72EFDBA9-3C6C-452F-B3D8-C23CB0E46263}" sibTransId="{72D0BD8F-E22B-4915-B344-BE898F1D2A1E}"/>
    <dgm:cxn modelId="{CAB0DB42-3A9E-40CB-9318-BDDE26CA74C4}" type="presOf" srcId="{72D0BD8F-E22B-4915-B344-BE898F1D2A1E}" destId="{6B558DC4-66B2-49B6-9DB3-48FE12F0AC81}" srcOrd="1" destOrd="0" presId="urn:microsoft.com/office/officeart/2005/8/layout/process2"/>
    <dgm:cxn modelId="{D1D249CB-9DE2-4DB3-87CA-04B983443C93}" type="presOf" srcId="{9756FA8E-2A4B-45A7-A9BF-0FB866855972}" destId="{2DEB577D-CC33-4FBC-8B87-8C1AC859F3C9}" srcOrd="0" destOrd="0" presId="urn:microsoft.com/office/officeart/2005/8/layout/process2"/>
    <dgm:cxn modelId="{CD1D4526-9D2C-48A7-B10D-8427AB4BED06}" type="presOf" srcId="{72D0BD8F-E22B-4915-B344-BE898F1D2A1E}" destId="{E2A59D49-07B8-45E5-914A-D21F182915F6}" srcOrd="0" destOrd="0" presId="urn:microsoft.com/office/officeart/2005/8/layout/process2"/>
    <dgm:cxn modelId="{4F835C27-B0F0-47BE-A192-4271F7A5695B}" type="presOf" srcId="{A0B4683C-DFC9-478C-8E96-8C70F02978EC}" destId="{6482D925-74C0-40BB-8E41-40B528C3C64A}" srcOrd="0" destOrd="0" presId="urn:microsoft.com/office/officeart/2005/8/layout/process2"/>
    <dgm:cxn modelId="{1E5B75E7-30B4-4402-8A02-D517F7C6CFDA}" type="presOf" srcId="{FFC2F519-48FC-44E9-BFD5-9B79327B6164}" destId="{E4337F0B-674E-4942-9A8A-37CD3F90E371}" srcOrd="1" destOrd="0" presId="urn:microsoft.com/office/officeart/2005/8/layout/process2"/>
    <dgm:cxn modelId="{532CB1C6-D497-4020-BC03-B3DDD6E7FBA0}" type="presParOf" srcId="{01CFCBA5-28C1-49B3-B413-538B4C804F50}" destId="{2DEB577D-CC33-4FBC-8B87-8C1AC859F3C9}" srcOrd="0" destOrd="0" presId="urn:microsoft.com/office/officeart/2005/8/layout/process2"/>
    <dgm:cxn modelId="{5E4479CD-070D-4800-9196-8D9DD5A13939}" type="presParOf" srcId="{01CFCBA5-28C1-49B3-B413-538B4C804F50}" destId="{D53B5A6F-DD76-45E1-8524-9830B1DB4480}" srcOrd="1" destOrd="0" presId="urn:microsoft.com/office/officeart/2005/8/layout/process2"/>
    <dgm:cxn modelId="{C9FFB39E-B417-4884-8B64-67C7F943E38B}" type="presParOf" srcId="{D53B5A6F-DD76-45E1-8524-9830B1DB4480}" destId="{E4337F0B-674E-4942-9A8A-37CD3F90E371}" srcOrd="0" destOrd="0" presId="urn:microsoft.com/office/officeart/2005/8/layout/process2"/>
    <dgm:cxn modelId="{41546330-B6E9-48B4-B4E1-2206174FAB2F}" type="presParOf" srcId="{01CFCBA5-28C1-49B3-B413-538B4C804F50}" destId="{6482D925-74C0-40BB-8E41-40B528C3C64A}" srcOrd="2" destOrd="0" presId="urn:microsoft.com/office/officeart/2005/8/layout/process2"/>
    <dgm:cxn modelId="{C9CCC2A2-DDC3-497C-B1C2-278EDC50CFF6}" type="presParOf" srcId="{01CFCBA5-28C1-49B3-B413-538B4C804F50}" destId="{E2A59D49-07B8-45E5-914A-D21F182915F6}" srcOrd="3" destOrd="0" presId="urn:microsoft.com/office/officeart/2005/8/layout/process2"/>
    <dgm:cxn modelId="{3B698DF7-4F15-4113-810C-D7B3880A94B2}" type="presParOf" srcId="{E2A59D49-07B8-45E5-914A-D21F182915F6}" destId="{6B558DC4-66B2-49B6-9DB3-48FE12F0AC81}" srcOrd="0" destOrd="0" presId="urn:microsoft.com/office/officeart/2005/8/layout/process2"/>
    <dgm:cxn modelId="{3A76FABC-DE74-4E48-B4A9-25B19E1B3B1E}" type="presParOf" srcId="{01CFCBA5-28C1-49B3-B413-538B4C804F50}" destId="{E684F3E9-BBC2-4AE5-A117-DE622B833F25}" srcOrd="4" destOrd="0" presId="urn:microsoft.com/office/officeart/2005/8/layout/process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1650EDB-33D8-4D32-B562-02195BA431F1}"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7E707AB5-8512-481D-A3B7-CC3E0086C079}">
      <dgm:prSet phldrT="[Text]" custT="1"/>
      <dgm:spPr>
        <a:xfrm>
          <a:off x="1283805" y="2162325"/>
          <a:ext cx="4727769" cy="4726938"/>
        </a:xfrm>
        <a:prstGeom prst="ellipse">
          <a:avLst/>
        </a:prstGeom>
        <a:solidFill>
          <a:sysClr val="window" lastClr="FFFFFF">
            <a:alpha val="90000"/>
            <a:hueOff val="0"/>
            <a:satOff val="0"/>
            <a:lumOff val="0"/>
            <a:alphaOff val="0"/>
          </a:sysClr>
        </a:solidFill>
        <a:ln w="25400" cap="flat" cmpd="sng" algn="ctr">
          <a:solidFill>
            <a:srgbClr val="FF388C">
              <a:hueOff val="0"/>
              <a:satOff val="0"/>
              <a:lumOff val="0"/>
              <a:alphaOff val="0"/>
            </a:srgbClr>
          </a:solidFill>
          <a:prstDash val="solid"/>
        </a:ln>
        <a:effectLst/>
      </dgm:spPr>
      <dgm:t>
        <a:bodyPr/>
        <a:lstStyle/>
        <a:p>
          <a:pPr algn="ctr"/>
          <a:r>
            <a:rPr lang="ru-RU" sz="4200" dirty="0" smtClean="0"/>
            <a:t>Систематический обзор актуальных тем международных исследований в области сестринского дела</a:t>
          </a:r>
          <a:endParaRPr lang="en-US" sz="4200" dirty="0">
            <a:solidFill>
              <a:sysClr val="windowText" lastClr="000000">
                <a:hueOff val="0"/>
                <a:satOff val="0"/>
                <a:lumOff val="0"/>
                <a:alphaOff val="0"/>
              </a:sysClr>
            </a:solidFill>
            <a:latin typeface="+mn-lt"/>
            <a:ea typeface="+mn-ea"/>
            <a:cs typeface="Arial"/>
          </a:endParaRPr>
        </a:p>
      </dgm:t>
    </dgm:pt>
    <dgm:pt modelId="{AAC2AE9C-444E-4262-B33F-FBDA00B4F5BC}" type="parTrans" cxnId="{07A9E720-DC9B-46DE-954C-B43DBD15C85A}">
      <dgm:prSet/>
      <dgm:spPr/>
      <dgm:t>
        <a:bodyPr/>
        <a:lstStyle/>
        <a:p>
          <a:endParaRPr lang="en-US"/>
        </a:p>
      </dgm:t>
    </dgm:pt>
    <dgm:pt modelId="{3C0443C2-4CAE-4FE5-8750-47911B9C08AA}" type="sibTrans" cxnId="{07A9E720-DC9B-46DE-954C-B43DBD15C85A}">
      <dgm:prSet/>
      <dgm:spPr/>
      <dgm:t>
        <a:bodyPr/>
        <a:lstStyle/>
        <a:p>
          <a:endParaRPr lang="en-US"/>
        </a:p>
      </dgm:t>
    </dgm:pt>
    <dgm:pt modelId="{30023678-0E4A-490A-968F-F0DF7D4CB728}">
      <dgm:prSet phldrT="[Text]" custT="1"/>
      <dgm:spPr>
        <a:xfrm>
          <a:off x="6517578" y="2162325"/>
          <a:ext cx="4727769" cy="4726938"/>
        </a:xfrm>
        <a:prstGeom prst="ellipse">
          <a:avLst/>
        </a:prstGeom>
        <a:solidFill>
          <a:sysClr val="window" lastClr="FFFFFF">
            <a:alpha val="90000"/>
            <a:hueOff val="0"/>
            <a:satOff val="0"/>
            <a:lumOff val="0"/>
            <a:alphaOff val="0"/>
          </a:sysClr>
        </a:solidFill>
        <a:ln w="25400" cap="flat" cmpd="sng" algn="ctr">
          <a:solidFill>
            <a:srgbClr val="FF388C">
              <a:hueOff val="0"/>
              <a:satOff val="0"/>
              <a:lumOff val="0"/>
              <a:alphaOff val="0"/>
            </a:srgbClr>
          </a:solidFill>
          <a:prstDash val="solid"/>
        </a:ln>
        <a:effectLst/>
      </dgm:spPr>
      <dgm:t>
        <a:bodyPr/>
        <a:lstStyle/>
        <a:p>
          <a:r>
            <a:rPr lang="ru-RU" sz="4200" dirty="0" smtClean="0"/>
            <a:t>Обзор международных документов по политике и стратегии в области сестринского дела и акушерства</a:t>
          </a:r>
          <a:endParaRPr lang="en-US" sz="4200" dirty="0">
            <a:solidFill>
              <a:sysClr val="windowText" lastClr="000000">
                <a:hueOff val="0"/>
                <a:satOff val="0"/>
                <a:lumOff val="0"/>
                <a:alphaOff val="0"/>
              </a:sysClr>
            </a:solidFill>
            <a:latin typeface="+mn-lt"/>
            <a:ea typeface="+mn-ea"/>
            <a:cs typeface="Arial"/>
          </a:endParaRPr>
        </a:p>
      </dgm:t>
    </dgm:pt>
    <dgm:pt modelId="{CCAD7689-2193-4BA3-A3E9-6EBDC84ACCD0}" type="parTrans" cxnId="{11468C04-5E86-4028-AD2D-701A355E3A13}">
      <dgm:prSet/>
      <dgm:spPr/>
      <dgm:t>
        <a:bodyPr/>
        <a:lstStyle/>
        <a:p>
          <a:endParaRPr lang="en-US"/>
        </a:p>
      </dgm:t>
    </dgm:pt>
    <dgm:pt modelId="{69BE87BA-6262-4A94-BB27-B2F40EA78666}" type="sibTrans" cxnId="{11468C04-5E86-4028-AD2D-701A355E3A13}">
      <dgm:prSet/>
      <dgm:spPr/>
      <dgm:t>
        <a:bodyPr/>
        <a:lstStyle/>
        <a:p>
          <a:endParaRPr lang="en-US"/>
        </a:p>
      </dgm:t>
    </dgm:pt>
    <dgm:pt modelId="{A3C24231-BDDB-4FBA-991D-ECB451BE4F90}">
      <dgm:prSet phldrT="[Text]" custT="1"/>
      <dgm:spPr>
        <a:xfrm>
          <a:off x="16985123" y="2162325"/>
          <a:ext cx="4727769" cy="4726938"/>
        </a:xfrm>
        <a:prstGeom prst="ellipse">
          <a:avLst/>
        </a:prstGeom>
        <a:solidFill>
          <a:sysClr val="window" lastClr="FFFFFF">
            <a:alpha val="90000"/>
            <a:hueOff val="0"/>
            <a:satOff val="0"/>
            <a:lumOff val="0"/>
            <a:alphaOff val="0"/>
          </a:sysClr>
        </a:solidFill>
        <a:ln w="25400" cap="flat" cmpd="sng" algn="ctr">
          <a:solidFill>
            <a:srgbClr val="FF388C">
              <a:hueOff val="0"/>
              <a:satOff val="0"/>
              <a:lumOff val="0"/>
              <a:alphaOff val="0"/>
            </a:srgbClr>
          </a:solidFill>
          <a:prstDash val="solid"/>
        </a:ln>
        <a:effectLst/>
      </dgm:spPr>
      <dgm:t>
        <a:bodyPr/>
        <a:lstStyle/>
        <a:p>
          <a:r>
            <a:rPr lang="ru-RU" sz="4800" dirty="0" smtClean="0"/>
            <a:t>Анализ казахстанских программ </a:t>
          </a:r>
          <a:r>
            <a:rPr lang="ru-RU" sz="4800" dirty="0" err="1" smtClean="0"/>
            <a:t>здравоохра</a:t>
          </a:r>
          <a:r>
            <a:rPr lang="ru-RU" sz="4800" dirty="0" smtClean="0"/>
            <a:t>-нения</a:t>
          </a:r>
          <a:endParaRPr lang="en-US" sz="4800" dirty="0">
            <a:solidFill>
              <a:sysClr val="windowText" lastClr="000000">
                <a:hueOff val="0"/>
                <a:satOff val="0"/>
                <a:lumOff val="0"/>
                <a:alphaOff val="0"/>
              </a:sysClr>
            </a:solidFill>
            <a:latin typeface="+mn-lt"/>
            <a:ea typeface="+mn-ea"/>
            <a:cs typeface="Arial"/>
          </a:endParaRPr>
        </a:p>
      </dgm:t>
    </dgm:pt>
    <dgm:pt modelId="{85AEB8D4-0F43-48E9-BB8F-1C57A7C2E1EF}" type="parTrans" cxnId="{92DAAC9F-549D-416C-B6E2-85EE6D95B037}">
      <dgm:prSet/>
      <dgm:spPr/>
      <dgm:t>
        <a:bodyPr/>
        <a:lstStyle/>
        <a:p>
          <a:endParaRPr lang="en-US"/>
        </a:p>
      </dgm:t>
    </dgm:pt>
    <dgm:pt modelId="{2088C259-DC69-45EA-ABCC-151EA5CAB4B9}" type="sibTrans" cxnId="{92DAAC9F-549D-416C-B6E2-85EE6D95B037}">
      <dgm:prSet/>
      <dgm:spPr/>
      <dgm:t>
        <a:bodyPr/>
        <a:lstStyle/>
        <a:p>
          <a:endParaRPr lang="en-US"/>
        </a:p>
      </dgm:t>
    </dgm:pt>
    <dgm:pt modelId="{AC8C5BB9-2583-45B9-8599-086BA99DC507}">
      <dgm:prSet custT="1"/>
      <dgm:spPr>
        <a:xfrm>
          <a:off x="11751350" y="2162325"/>
          <a:ext cx="4727769" cy="4726938"/>
        </a:xfrm>
        <a:prstGeom prst="ellipse">
          <a:avLst/>
        </a:prstGeom>
        <a:solidFill>
          <a:sysClr val="window" lastClr="FFFFFF">
            <a:alpha val="90000"/>
            <a:hueOff val="0"/>
            <a:satOff val="0"/>
            <a:lumOff val="0"/>
            <a:alphaOff val="0"/>
          </a:sysClr>
        </a:solidFill>
        <a:ln w="25400" cap="flat" cmpd="sng" algn="ctr">
          <a:solidFill>
            <a:srgbClr val="FF388C">
              <a:hueOff val="0"/>
              <a:satOff val="0"/>
              <a:lumOff val="0"/>
              <a:alphaOff val="0"/>
            </a:srgbClr>
          </a:solidFill>
          <a:prstDash val="solid"/>
        </a:ln>
        <a:effectLst/>
      </dgm:spPr>
      <dgm:t>
        <a:bodyPr/>
        <a:lstStyle/>
        <a:p>
          <a:r>
            <a:rPr lang="ru-RU" sz="4400" dirty="0" smtClean="0"/>
            <a:t>Фокус-групп интервью с казахстанскими экспертами о текущей ситуации сестринских исследований и будущих потребностях в Казахстане</a:t>
          </a:r>
          <a:endParaRPr lang="en-US" sz="4400" dirty="0" smtClean="0">
            <a:solidFill>
              <a:sysClr val="windowText" lastClr="000000">
                <a:hueOff val="0"/>
                <a:satOff val="0"/>
                <a:lumOff val="0"/>
                <a:alphaOff val="0"/>
              </a:sysClr>
            </a:solidFill>
            <a:latin typeface="+mn-lt"/>
            <a:ea typeface="Open Sans" panose="020B0606030504020204" pitchFamily="34" charset="0"/>
            <a:cs typeface="Open Sans" panose="020B0606030504020204" pitchFamily="34" charset="0"/>
          </a:endParaRPr>
        </a:p>
      </dgm:t>
    </dgm:pt>
    <dgm:pt modelId="{8EFC9777-912A-462C-95D3-E0F95DDB5F0B}" type="parTrans" cxnId="{8FCBAC08-148D-46A9-A5FF-77552E5BE3AE}">
      <dgm:prSet/>
      <dgm:spPr/>
      <dgm:t>
        <a:bodyPr/>
        <a:lstStyle/>
        <a:p>
          <a:endParaRPr lang="en-US"/>
        </a:p>
      </dgm:t>
    </dgm:pt>
    <dgm:pt modelId="{09A81028-462F-49CD-B4A0-86A9D22C13F3}" type="sibTrans" cxnId="{8FCBAC08-148D-46A9-A5FF-77552E5BE3AE}">
      <dgm:prSet/>
      <dgm:spPr/>
      <dgm:t>
        <a:bodyPr/>
        <a:lstStyle/>
        <a:p>
          <a:endParaRPr lang="en-US"/>
        </a:p>
      </dgm:t>
    </dgm:pt>
    <dgm:pt modelId="{0A8ED48B-25CD-44E0-B83F-6E020BB6257D}" type="pres">
      <dgm:prSet presAssocID="{91650EDB-33D8-4D32-B562-02195BA431F1}" presName="Name0" presStyleCnt="0">
        <dgm:presLayoutVars>
          <dgm:chMax val="11"/>
          <dgm:chPref val="11"/>
          <dgm:dir/>
          <dgm:resizeHandles/>
        </dgm:presLayoutVars>
      </dgm:prSet>
      <dgm:spPr/>
      <dgm:t>
        <a:bodyPr/>
        <a:lstStyle/>
        <a:p>
          <a:endParaRPr lang="ru-RU"/>
        </a:p>
      </dgm:t>
    </dgm:pt>
    <dgm:pt modelId="{43C5D1C6-4A38-4080-BEA2-416B5B6B063C}" type="pres">
      <dgm:prSet presAssocID="{A3C24231-BDDB-4FBA-991D-ECB451BE4F90}" presName="Accent4" presStyleCnt="0"/>
      <dgm:spPr/>
    </dgm:pt>
    <dgm:pt modelId="{E064F7B3-561F-46D0-A0E2-2792919CC38D}" type="pres">
      <dgm:prSet presAssocID="{A3C24231-BDDB-4FBA-991D-ECB451BE4F90}" presName="Accent" presStyleLbl="node1" presStyleIdx="0" presStyleCnt="4" custScaleX="125307" custScaleY="114210" custLinFactNeighborX="48672" custLinFactNeighborY="-848"/>
      <dgm:spPr>
        <a:xfrm>
          <a:off x="16815731" y="1993474"/>
          <a:ext cx="5064381" cy="5064640"/>
        </a:xfrm>
        <a:prstGeom prst="ellipse">
          <a:avLst/>
        </a:prstGeom>
        <a:solidFill>
          <a:srgbClr val="FF388C">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endParaRPr lang="ru-RU"/>
        </a:p>
      </dgm:t>
    </dgm:pt>
    <dgm:pt modelId="{72F84B9C-BAE8-4E85-806C-E2C316EF8E40}" type="pres">
      <dgm:prSet presAssocID="{A3C24231-BDDB-4FBA-991D-ECB451BE4F90}" presName="ParentBackground4" presStyleCnt="0"/>
      <dgm:spPr/>
    </dgm:pt>
    <dgm:pt modelId="{509FB28D-F0E5-431C-9BD5-318128848D3E}" type="pres">
      <dgm:prSet presAssocID="{A3C24231-BDDB-4FBA-991D-ECB451BE4F90}" presName="ParentBackground" presStyleLbl="fgAcc1" presStyleIdx="0" presStyleCnt="4" custScaleX="176186" custScaleY="139698" custLinFactNeighborX="51807" custLinFactNeighborY="1389"/>
      <dgm:spPr/>
      <dgm:t>
        <a:bodyPr/>
        <a:lstStyle/>
        <a:p>
          <a:endParaRPr lang="en-US"/>
        </a:p>
      </dgm:t>
    </dgm:pt>
    <dgm:pt modelId="{C59AD84D-19AF-404B-8C71-4A9065303C7E}" type="pres">
      <dgm:prSet presAssocID="{A3C24231-BDDB-4FBA-991D-ECB451BE4F90}" presName="Parent4" presStyleLbl="revTx" presStyleIdx="0" presStyleCnt="0">
        <dgm:presLayoutVars>
          <dgm:chMax val="1"/>
          <dgm:chPref val="1"/>
          <dgm:bulletEnabled val="1"/>
        </dgm:presLayoutVars>
      </dgm:prSet>
      <dgm:spPr/>
      <dgm:t>
        <a:bodyPr/>
        <a:lstStyle/>
        <a:p>
          <a:endParaRPr lang="en-US"/>
        </a:p>
      </dgm:t>
    </dgm:pt>
    <dgm:pt modelId="{B95838BF-12A8-4001-9BD3-D6C6C420325D}" type="pres">
      <dgm:prSet presAssocID="{AC8C5BB9-2583-45B9-8599-086BA99DC507}" presName="Accent3" presStyleCnt="0"/>
      <dgm:spPr/>
    </dgm:pt>
    <dgm:pt modelId="{45975D2D-7BDE-47E2-964E-E9001B80EDBB}" type="pres">
      <dgm:prSet presAssocID="{AC8C5BB9-2583-45B9-8599-086BA99DC507}" presName="Accent" presStyleLbl="node1" presStyleIdx="1" presStyleCnt="4" custScaleX="237266" custScaleY="124628" custLinFactNeighborX="3025"/>
      <dgm:spPr>
        <a:xfrm rot="2700000">
          <a:off x="11560200" y="1993118"/>
          <a:ext cx="5064463" cy="5064463"/>
        </a:xfrm>
        <a:prstGeom prst="teardrop">
          <a:avLst>
            <a:gd name="adj" fmla="val 100000"/>
          </a:avLst>
        </a:prstGeom>
        <a:solidFill>
          <a:srgbClr val="FF388C">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endParaRPr lang="ru-RU"/>
        </a:p>
      </dgm:t>
    </dgm:pt>
    <dgm:pt modelId="{256706B4-3C53-4DAC-A8BC-D58341DF9E9D}" type="pres">
      <dgm:prSet presAssocID="{AC8C5BB9-2583-45B9-8599-086BA99DC507}" presName="ParentBackground3" presStyleCnt="0"/>
      <dgm:spPr/>
    </dgm:pt>
    <dgm:pt modelId="{857DC6A8-E51D-4301-BCA9-C434DBCDA3E4}" type="pres">
      <dgm:prSet presAssocID="{AC8C5BB9-2583-45B9-8599-086BA99DC507}" presName="ParentBackground" presStyleLbl="fgAcc1" presStyleIdx="1" presStyleCnt="4" custScaleX="180562" custScaleY="160250" custLinFactNeighborX="11975" custLinFactNeighborY="1389"/>
      <dgm:spPr/>
      <dgm:t>
        <a:bodyPr/>
        <a:lstStyle/>
        <a:p>
          <a:endParaRPr lang="en-US"/>
        </a:p>
      </dgm:t>
    </dgm:pt>
    <dgm:pt modelId="{684D0AB2-4A25-4E30-A8CF-F91411993158}" type="pres">
      <dgm:prSet presAssocID="{AC8C5BB9-2583-45B9-8599-086BA99DC507}" presName="Parent3" presStyleLbl="revTx" presStyleIdx="0" presStyleCnt="0">
        <dgm:presLayoutVars>
          <dgm:chMax val="1"/>
          <dgm:chPref val="1"/>
          <dgm:bulletEnabled val="1"/>
        </dgm:presLayoutVars>
      </dgm:prSet>
      <dgm:spPr/>
      <dgm:t>
        <a:bodyPr/>
        <a:lstStyle/>
        <a:p>
          <a:endParaRPr lang="en-US"/>
        </a:p>
      </dgm:t>
    </dgm:pt>
    <dgm:pt modelId="{C7F5D4F3-ADAC-4701-B8C1-EFC5B658F12C}" type="pres">
      <dgm:prSet presAssocID="{30023678-0E4A-490A-968F-F0DF7D4CB728}" presName="Accent2" presStyleCnt="0"/>
      <dgm:spPr/>
    </dgm:pt>
    <dgm:pt modelId="{59F630FA-C9C5-4372-B551-15E69B9FD0F8}" type="pres">
      <dgm:prSet presAssocID="{30023678-0E4A-490A-968F-F0DF7D4CB728}" presName="Accent" presStyleLbl="node1" presStyleIdx="2" presStyleCnt="4" custScaleX="149011" custScaleY="124628" custLinFactNeighborX="-16838"/>
      <dgm:spPr>
        <a:xfrm rot="2700000">
          <a:off x="6348144" y="1993118"/>
          <a:ext cx="5064463" cy="5064463"/>
        </a:xfrm>
        <a:prstGeom prst="teardrop">
          <a:avLst>
            <a:gd name="adj" fmla="val 100000"/>
          </a:avLst>
        </a:prstGeom>
        <a:solidFill>
          <a:srgbClr val="FF388C">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endParaRPr lang="ru-RU"/>
        </a:p>
      </dgm:t>
    </dgm:pt>
    <dgm:pt modelId="{9E0E5D27-A409-49DA-8CA7-F423897270E0}" type="pres">
      <dgm:prSet presAssocID="{30023678-0E4A-490A-968F-F0DF7D4CB728}" presName="ParentBackground2" presStyleCnt="0"/>
      <dgm:spPr/>
    </dgm:pt>
    <dgm:pt modelId="{8C0CA2CD-C009-4157-9637-0740AABC4C44}" type="pres">
      <dgm:prSet presAssocID="{30023678-0E4A-490A-968F-F0DF7D4CB728}" presName="ParentBackground" presStyleLbl="fgAcc1" presStyleIdx="2" presStyleCnt="4" custScaleX="171190" custScaleY="131096" custLinFactNeighborX="-22871" custLinFactNeighborY="12"/>
      <dgm:spPr/>
      <dgm:t>
        <a:bodyPr/>
        <a:lstStyle/>
        <a:p>
          <a:endParaRPr lang="en-US"/>
        </a:p>
      </dgm:t>
    </dgm:pt>
    <dgm:pt modelId="{42C84B86-69B7-49AB-8A02-9C23FAF44848}" type="pres">
      <dgm:prSet presAssocID="{30023678-0E4A-490A-968F-F0DF7D4CB728}" presName="Parent2" presStyleLbl="revTx" presStyleIdx="0" presStyleCnt="0">
        <dgm:presLayoutVars>
          <dgm:chMax val="1"/>
          <dgm:chPref val="1"/>
          <dgm:bulletEnabled val="1"/>
        </dgm:presLayoutVars>
      </dgm:prSet>
      <dgm:spPr/>
      <dgm:t>
        <a:bodyPr/>
        <a:lstStyle/>
        <a:p>
          <a:endParaRPr lang="en-US"/>
        </a:p>
      </dgm:t>
    </dgm:pt>
    <dgm:pt modelId="{A80917D9-5FEB-419A-9AC3-7C1915F33177}" type="pres">
      <dgm:prSet presAssocID="{7E707AB5-8512-481D-A3B7-CC3E0086C079}" presName="Accent1" presStyleCnt="0"/>
      <dgm:spPr/>
    </dgm:pt>
    <dgm:pt modelId="{C162F821-43CB-4709-B4DB-0AEF984DCEEA}" type="pres">
      <dgm:prSet presAssocID="{7E707AB5-8512-481D-A3B7-CC3E0086C079}" presName="Accent" presStyleLbl="node1" presStyleIdx="3" presStyleCnt="4" custScaleX="152513" custScaleY="124628" custLinFactNeighborX="-47747" custLinFactNeighborY="0"/>
      <dgm:spPr>
        <a:xfrm rot="2700000">
          <a:off x="1114371" y="1993118"/>
          <a:ext cx="5064463" cy="5064463"/>
        </a:xfrm>
        <a:prstGeom prst="teardrop">
          <a:avLst>
            <a:gd name="adj" fmla="val 100000"/>
          </a:avLst>
        </a:prstGeom>
        <a:solidFill>
          <a:srgbClr val="FF388C">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endParaRPr lang="ru-RU"/>
        </a:p>
      </dgm:t>
    </dgm:pt>
    <dgm:pt modelId="{16098455-86C6-4024-A882-FD7B3CC6F317}" type="pres">
      <dgm:prSet presAssocID="{7E707AB5-8512-481D-A3B7-CC3E0086C079}" presName="ParentBackground1" presStyleCnt="0"/>
      <dgm:spPr/>
    </dgm:pt>
    <dgm:pt modelId="{4D8B63E5-DBA5-4F90-AF2A-B841F02DFE08}" type="pres">
      <dgm:prSet presAssocID="{7E707AB5-8512-481D-A3B7-CC3E0086C079}" presName="ParentBackground" presStyleLbl="fgAcc1" presStyleIdx="3" presStyleCnt="4" custScaleX="171455" custScaleY="141966" custLinFactNeighborX="-83491" custLinFactNeighborY="-998"/>
      <dgm:spPr/>
      <dgm:t>
        <a:bodyPr/>
        <a:lstStyle/>
        <a:p>
          <a:endParaRPr lang="en-US"/>
        </a:p>
      </dgm:t>
    </dgm:pt>
    <dgm:pt modelId="{A52A1EC4-9B86-41BD-A53D-5F1C3D064010}" type="pres">
      <dgm:prSet presAssocID="{7E707AB5-8512-481D-A3B7-CC3E0086C079}" presName="Parent1" presStyleLbl="revTx" presStyleIdx="0" presStyleCnt="0">
        <dgm:presLayoutVars>
          <dgm:chMax val="1"/>
          <dgm:chPref val="1"/>
          <dgm:bulletEnabled val="1"/>
        </dgm:presLayoutVars>
      </dgm:prSet>
      <dgm:spPr/>
      <dgm:t>
        <a:bodyPr/>
        <a:lstStyle/>
        <a:p>
          <a:endParaRPr lang="en-US"/>
        </a:p>
      </dgm:t>
    </dgm:pt>
  </dgm:ptLst>
  <dgm:cxnLst>
    <dgm:cxn modelId="{4679B5B5-9CE5-42B0-B4E4-1D4A05C235DF}" type="presOf" srcId="{30023678-0E4A-490A-968F-F0DF7D4CB728}" destId="{8C0CA2CD-C009-4157-9637-0740AABC4C44}" srcOrd="0" destOrd="0" presId="urn:microsoft.com/office/officeart/2011/layout/CircleProcess"/>
    <dgm:cxn modelId="{1837C0BB-49A7-4B44-91C7-7905D6DC828F}" type="presOf" srcId="{AC8C5BB9-2583-45B9-8599-086BA99DC507}" destId="{684D0AB2-4A25-4E30-A8CF-F91411993158}" srcOrd="1" destOrd="0" presId="urn:microsoft.com/office/officeart/2011/layout/CircleProcess"/>
    <dgm:cxn modelId="{C238D174-D080-46B1-84B4-0A68D34279EC}" type="presOf" srcId="{A3C24231-BDDB-4FBA-991D-ECB451BE4F90}" destId="{C59AD84D-19AF-404B-8C71-4A9065303C7E}" srcOrd="1" destOrd="0" presId="urn:microsoft.com/office/officeart/2011/layout/CircleProcess"/>
    <dgm:cxn modelId="{C3B798C0-AB4D-4470-891D-368A0F9B031D}" type="presOf" srcId="{91650EDB-33D8-4D32-B562-02195BA431F1}" destId="{0A8ED48B-25CD-44E0-B83F-6E020BB6257D}" srcOrd="0" destOrd="0" presId="urn:microsoft.com/office/officeart/2011/layout/CircleProcess"/>
    <dgm:cxn modelId="{F0FD2D3B-3E3C-4A35-B126-742DE811BA72}" type="presOf" srcId="{7E707AB5-8512-481D-A3B7-CC3E0086C079}" destId="{4D8B63E5-DBA5-4F90-AF2A-B841F02DFE08}" srcOrd="0" destOrd="0" presId="urn:microsoft.com/office/officeart/2011/layout/CircleProcess"/>
    <dgm:cxn modelId="{D3A58590-C5D6-4CB4-98BD-A6AB61A73DAF}" type="presOf" srcId="{7E707AB5-8512-481D-A3B7-CC3E0086C079}" destId="{A52A1EC4-9B86-41BD-A53D-5F1C3D064010}" srcOrd="1" destOrd="0" presId="urn:microsoft.com/office/officeart/2011/layout/CircleProcess"/>
    <dgm:cxn modelId="{63D8F0CD-8A55-49A5-9329-78FEBFE0C881}" type="presOf" srcId="{AC8C5BB9-2583-45B9-8599-086BA99DC507}" destId="{857DC6A8-E51D-4301-BCA9-C434DBCDA3E4}" srcOrd="0" destOrd="0" presId="urn:microsoft.com/office/officeart/2011/layout/CircleProcess"/>
    <dgm:cxn modelId="{07A9E720-DC9B-46DE-954C-B43DBD15C85A}" srcId="{91650EDB-33D8-4D32-B562-02195BA431F1}" destId="{7E707AB5-8512-481D-A3B7-CC3E0086C079}" srcOrd="0" destOrd="0" parTransId="{AAC2AE9C-444E-4262-B33F-FBDA00B4F5BC}" sibTransId="{3C0443C2-4CAE-4FE5-8750-47911B9C08AA}"/>
    <dgm:cxn modelId="{8FCBAC08-148D-46A9-A5FF-77552E5BE3AE}" srcId="{91650EDB-33D8-4D32-B562-02195BA431F1}" destId="{AC8C5BB9-2583-45B9-8599-086BA99DC507}" srcOrd="2" destOrd="0" parTransId="{8EFC9777-912A-462C-95D3-E0F95DDB5F0B}" sibTransId="{09A81028-462F-49CD-B4A0-86A9D22C13F3}"/>
    <dgm:cxn modelId="{92DAAC9F-549D-416C-B6E2-85EE6D95B037}" srcId="{91650EDB-33D8-4D32-B562-02195BA431F1}" destId="{A3C24231-BDDB-4FBA-991D-ECB451BE4F90}" srcOrd="3" destOrd="0" parTransId="{85AEB8D4-0F43-48E9-BB8F-1C57A7C2E1EF}" sibTransId="{2088C259-DC69-45EA-ABCC-151EA5CAB4B9}"/>
    <dgm:cxn modelId="{8E1139E6-9CCF-49DB-88F8-A5539CAF7A7B}" type="presOf" srcId="{30023678-0E4A-490A-968F-F0DF7D4CB728}" destId="{42C84B86-69B7-49AB-8A02-9C23FAF44848}" srcOrd="1" destOrd="0" presId="urn:microsoft.com/office/officeart/2011/layout/CircleProcess"/>
    <dgm:cxn modelId="{634A91B4-0F80-4D78-9879-CA672F932476}" type="presOf" srcId="{A3C24231-BDDB-4FBA-991D-ECB451BE4F90}" destId="{509FB28D-F0E5-431C-9BD5-318128848D3E}" srcOrd="0" destOrd="0" presId="urn:microsoft.com/office/officeart/2011/layout/CircleProcess"/>
    <dgm:cxn modelId="{11468C04-5E86-4028-AD2D-701A355E3A13}" srcId="{91650EDB-33D8-4D32-B562-02195BA431F1}" destId="{30023678-0E4A-490A-968F-F0DF7D4CB728}" srcOrd="1" destOrd="0" parTransId="{CCAD7689-2193-4BA3-A3E9-6EBDC84ACCD0}" sibTransId="{69BE87BA-6262-4A94-BB27-B2F40EA78666}"/>
    <dgm:cxn modelId="{C27B921F-3444-4A3B-9301-96DAFBD10D4D}" type="presParOf" srcId="{0A8ED48B-25CD-44E0-B83F-6E020BB6257D}" destId="{43C5D1C6-4A38-4080-BEA2-416B5B6B063C}" srcOrd="0" destOrd="0" presId="urn:microsoft.com/office/officeart/2011/layout/CircleProcess"/>
    <dgm:cxn modelId="{2B37EDAE-CEA0-49E8-820C-E07BCDB71EEE}" type="presParOf" srcId="{43C5D1C6-4A38-4080-BEA2-416B5B6B063C}" destId="{E064F7B3-561F-46D0-A0E2-2792919CC38D}" srcOrd="0" destOrd="0" presId="urn:microsoft.com/office/officeart/2011/layout/CircleProcess"/>
    <dgm:cxn modelId="{F8AA8614-387F-4522-BCD2-6EF708825512}" type="presParOf" srcId="{0A8ED48B-25CD-44E0-B83F-6E020BB6257D}" destId="{72F84B9C-BAE8-4E85-806C-E2C316EF8E40}" srcOrd="1" destOrd="0" presId="urn:microsoft.com/office/officeart/2011/layout/CircleProcess"/>
    <dgm:cxn modelId="{E51E2F34-6B51-4068-8037-407786706DB6}" type="presParOf" srcId="{72F84B9C-BAE8-4E85-806C-E2C316EF8E40}" destId="{509FB28D-F0E5-431C-9BD5-318128848D3E}" srcOrd="0" destOrd="0" presId="urn:microsoft.com/office/officeart/2011/layout/CircleProcess"/>
    <dgm:cxn modelId="{4D3E3FC3-4DA5-4B3F-897B-7DDBA74B8ECC}" type="presParOf" srcId="{0A8ED48B-25CD-44E0-B83F-6E020BB6257D}" destId="{C59AD84D-19AF-404B-8C71-4A9065303C7E}" srcOrd="2" destOrd="0" presId="urn:microsoft.com/office/officeart/2011/layout/CircleProcess"/>
    <dgm:cxn modelId="{55C0D8B1-02ED-4930-9171-E69CBA0D5990}" type="presParOf" srcId="{0A8ED48B-25CD-44E0-B83F-6E020BB6257D}" destId="{B95838BF-12A8-4001-9BD3-D6C6C420325D}" srcOrd="3" destOrd="0" presId="urn:microsoft.com/office/officeart/2011/layout/CircleProcess"/>
    <dgm:cxn modelId="{592D5038-DF0E-4B5C-95D9-97F6B4D612E4}" type="presParOf" srcId="{B95838BF-12A8-4001-9BD3-D6C6C420325D}" destId="{45975D2D-7BDE-47E2-964E-E9001B80EDBB}" srcOrd="0" destOrd="0" presId="urn:microsoft.com/office/officeart/2011/layout/CircleProcess"/>
    <dgm:cxn modelId="{3F25C5AE-DBC8-4F55-978F-73383E5EA9AE}" type="presParOf" srcId="{0A8ED48B-25CD-44E0-B83F-6E020BB6257D}" destId="{256706B4-3C53-4DAC-A8BC-D58341DF9E9D}" srcOrd="4" destOrd="0" presId="urn:microsoft.com/office/officeart/2011/layout/CircleProcess"/>
    <dgm:cxn modelId="{178E7AE1-985F-4E6A-B215-C714AB5313BC}" type="presParOf" srcId="{256706B4-3C53-4DAC-A8BC-D58341DF9E9D}" destId="{857DC6A8-E51D-4301-BCA9-C434DBCDA3E4}" srcOrd="0" destOrd="0" presId="urn:microsoft.com/office/officeart/2011/layout/CircleProcess"/>
    <dgm:cxn modelId="{D7B8B501-19F9-49EF-87E7-9C21DAD09AC5}" type="presParOf" srcId="{0A8ED48B-25CD-44E0-B83F-6E020BB6257D}" destId="{684D0AB2-4A25-4E30-A8CF-F91411993158}" srcOrd="5" destOrd="0" presId="urn:microsoft.com/office/officeart/2011/layout/CircleProcess"/>
    <dgm:cxn modelId="{40C586AE-5F4C-48AD-8A55-07BF0C4BCFC6}" type="presParOf" srcId="{0A8ED48B-25CD-44E0-B83F-6E020BB6257D}" destId="{C7F5D4F3-ADAC-4701-B8C1-EFC5B658F12C}" srcOrd="6" destOrd="0" presId="urn:microsoft.com/office/officeart/2011/layout/CircleProcess"/>
    <dgm:cxn modelId="{96499056-4F5E-454F-8207-517126820C7E}" type="presParOf" srcId="{C7F5D4F3-ADAC-4701-B8C1-EFC5B658F12C}" destId="{59F630FA-C9C5-4372-B551-15E69B9FD0F8}" srcOrd="0" destOrd="0" presId="urn:microsoft.com/office/officeart/2011/layout/CircleProcess"/>
    <dgm:cxn modelId="{15B71CA3-01A1-496A-8041-99FCC0B4E74F}" type="presParOf" srcId="{0A8ED48B-25CD-44E0-B83F-6E020BB6257D}" destId="{9E0E5D27-A409-49DA-8CA7-F423897270E0}" srcOrd="7" destOrd="0" presId="urn:microsoft.com/office/officeart/2011/layout/CircleProcess"/>
    <dgm:cxn modelId="{C181FEFC-DBB8-4229-AE4F-118D17C72AD4}" type="presParOf" srcId="{9E0E5D27-A409-49DA-8CA7-F423897270E0}" destId="{8C0CA2CD-C009-4157-9637-0740AABC4C44}" srcOrd="0" destOrd="0" presId="urn:microsoft.com/office/officeart/2011/layout/CircleProcess"/>
    <dgm:cxn modelId="{36EBC6CD-EE4C-467F-A6B1-9FDCA9C8BAF3}" type="presParOf" srcId="{0A8ED48B-25CD-44E0-B83F-6E020BB6257D}" destId="{42C84B86-69B7-49AB-8A02-9C23FAF44848}" srcOrd="8" destOrd="0" presId="urn:microsoft.com/office/officeart/2011/layout/CircleProcess"/>
    <dgm:cxn modelId="{8338D6C5-FA27-47C8-8C25-41F41527D865}" type="presParOf" srcId="{0A8ED48B-25CD-44E0-B83F-6E020BB6257D}" destId="{A80917D9-5FEB-419A-9AC3-7C1915F33177}" srcOrd="9" destOrd="0" presId="urn:microsoft.com/office/officeart/2011/layout/CircleProcess"/>
    <dgm:cxn modelId="{6452B50F-B975-4591-A109-D47DBC51160E}" type="presParOf" srcId="{A80917D9-5FEB-419A-9AC3-7C1915F33177}" destId="{C162F821-43CB-4709-B4DB-0AEF984DCEEA}" srcOrd="0" destOrd="0" presId="urn:microsoft.com/office/officeart/2011/layout/CircleProcess"/>
    <dgm:cxn modelId="{FD78D8E7-BEED-401E-AC32-16F1FF1F1F34}" type="presParOf" srcId="{0A8ED48B-25CD-44E0-B83F-6E020BB6257D}" destId="{16098455-86C6-4024-A882-FD7B3CC6F317}" srcOrd="10" destOrd="0" presId="urn:microsoft.com/office/officeart/2011/layout/CircleProcess"/>
    <dgm:cxn modelId="{B5BBC2D7-2F83-4707-98B6-F6E848C3FA25}" type="presParOf" srcId="{16098455-86C6-4024-A882-FD7B3CC6F317}" destId="{4D8B63E5-DBA5-4F90-AF2A-B841F02DFE08}" srcOrd="0" destOrd="0" presId="urn:microsoft.com/office/officeart/2011/layout/CircleProcess"/>
    <dgm:cxn modelId="{C08A4445-BECC-4178-9C6D-0DB628B8DFA9}" type="presParOf" srcId="{0A8ED48B-25CD-44E0-B83F-6E020BB6257D}" destId="{A52A1EC4-9B86-41BD-A53D-5F1C3D064010}" srcOrd="11" destOrd="0" presId="urn:microsoft.com/office/officeart/2011/layout/CircleProcess"/>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9437C3-D499-4DCB-95A1-1924E27CB325}">
      <dsp:nvSpPr>
        <dsp:cNvPr id="0" name=""/>
        <dsp:cNvSpPr/>
      </dsp:nvSpPr>
      <dsp:spPr>
        <a:xfrm>
          <a:off x="12743117" y="733351"/>
          <a:ext cx="20234793" cy="4693329"/>
        </a:xfrm>
        <a:prstGeom prst="rightArrow">
          <a:avLst>
            <a:gd name="adj1" fmla="val 75000"/>
            <a:gd name="adj2" fmla="val 50000"/>
          </a:avLst>
        </a:prstGeom>
        <a:solidFill>
          <a:srgbClr val="FF388C">
            <a:alpha val="90000"/>
            <a:tint val="40000"/>
            <a:hueOff val="0"/>
            <a:satOff val="0"/>
            <a:lumOff val="0"/>
            <a:alphaOff val="0"/>
          </a:srgbClr>
        </a:solidFill>
        <a:ln w="9525" cap="flat" cmpd="sng" algn="ctr">
          <a:solidFill>
            <a:srgbClr val="FF388C">
              <a:alpha val="90000"/>
              <a:tint val="40000"/>
              <a:hueOff val="0"/>
              <a:satOff val="0"/>
              <a:lumOff val="0"/>
              <a:alphaOff val="0"/>
            </a:srgb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t" anchorCtr="0">
          <a:noAutofit/>
        </a:bodyPr>
        <a:lstStyle/>
        <a:p>
          <a:pPr marL="285750" lvl="1" indent="-285750" algn="l" defTabSz="2400300">
            <a:lnSpc>
              <a:spcPct val="90000"/>
            </a:lnSpc>
            <a:spcBef>
              <a:spcPct val="0"/>
            </a:spcBef>
            <a:spcAft>
              <a:spcPct val="15000"/>
            </a:spcAft>
            <a:buChar char="••"/>
          </a:pPr>
          <a:r>
            <a:rPr lang="kk-KZ" sz="5400" b="0" kern="1200" dirty="0" smtClean="0">
              <a:solidFill>
                <a:sysClr val="windowText" lastClr="000000">
                  <a:hueOff val="0"/>
                  <a:satOff val="0"/>
                  <a:lumOff val="0"/>
                  <a:alphaOff val="0"/>
                </a:sysClr>
              </a:solidFill>
              <a:latin typeface="+mn-lt"/>
              <a:ea typeface="+mn-ea"/>
              <a:cs typeface="Arial"/>
            </a:rPr>
            <a:t>Критический сестринский уход и неотложная сестринсккая помощь</a:t>
          </a:r>
          <a:endParaRPr lang="en-US" sz="5400" b="0" kern="1200" dirty="0">
            <a:solidFill>
              <a:sysClr val="windowText" lastClr="000000">
                <a:hueOff val="0"/>
                <a:satOff val="0"/>
                <a:lumOff val="0"/>
                <a:alphaOff val="0"/>
              </a:sysClr>
            </a:solidFill>
            <a:latin typeface="+mn-lt"/>
            <a:ea typeface="+mn-ea"/>
            <a:cs typeface="Arial"/>
          </a:endParaRPr>
        </a:p>
        <a:p>
          <a:pPr marL="285750" lvl="1" indent="-285750" algn="l" defTabSz="2400300">
            <a:lnSpc>
              <a:spcPct val="90000"/>
            </a:lnSpc>
            <a:spcBef>
              <a:spcPct val="0"/>
            </a:spcBef>
            <a:spcAft>
              <a:spcPct val="15000"/>
            </a:spcAft>
            <a:buChar char="••"/>
          </a:pPr>
          <a:r>
            <a:rPr lang="ru-RU" sz="5400" b="0" kern="1200" dirty="0" smtClean="0">
              <a:solidFill>
                <a:sysClr val="windowText" lastClr="000000">
                  <a:hueOff val="0"/>
                  <a:satOff val="0"/>
                  <a:lumOff val="0"/>
                  <a:alphaOff val="0"/>
                </a:sysClr>
              </a:solidFill>
              <a:latin typeface="+mn-lt"/>
              <a:ea typeface="+mn-ea"/>
              <a:cs typeface="Arial"/>
            </a:rPr>
            <a:t>Сестринский уход при инсульте и сердечной недостаточности</a:t>
          </a:r>
        </a:p>
        <a:p>
          <a:pPr marL="285750" lvl="1" indent="-285750" algn="l" defTabSz="2400300">
            <a:lnSpc>
              <a:spcPct val="90000"/>
            </a:lnSpc>
            <a:spcBef>
              <a:spcPct val="0"/>
            </a:spcBef>
            <a:spcAft>
              <a:spcPct val="15000"/>
            </a:spcAft>
            <a:buChar char="••"/>
          </a:pPr>
          <a:r>
            <a:rPr lang="ru-RU" sz="5400" b="0" kern="1200" dirty="0" smtClean="0">
              <a:solidFill>
                <a:sysClr val="windowText" lastClr="000000">
                  <a:hueOff val="0"/>
                  <a:satOff val="0"/>
                  <a:lumOff val="0"/>
                  <a:alphaOff val="0"/>
                </a:sysClr>
              </a:solidFill>
              <a:latin typeface="+mn-lt"/>
              <a:ea typeface="+mn-ea"/>
              <a:cs typeface="Arial"/>
            </a:rPr>
            <a:t>Онкологический уход</a:t>
          </a:r>
        </a:p>
      </dsp:txBody>
      <dsp:txXfrm>
        <a:off x="12743117" y="1320017"/>
        <a:ext cx="18474795" cy="3519997"/>
      </dsp:txXfrm>
    </dsp:sp>
    <dsp:sp modelId="{726E116E-3456-4211-B58D-C70AD77C55AC}">
      <dsp:nvSpPr>
        <dsp:cNvPr id="0" name=""/>
        <dsp:cNvSpPr/>
      </dsp:nvSpPr>
      <dsp:spPr>
        <a:xfrm>
          <a:off x="25" y="1302144"/>
          <a:ext cx="12817854" cy="3502028"/>
        </a:xfrm>
        <a:prstGeom prst="roundRect">
          <a:avLst/>
        </a:prstGeom>
        <a:gradFill rotWithShape="0">
          <a:gsLst>
            <a:gs pos="0">
              <a:srgbClr val="FF388C">
                <a:hueOff val="0"/>
                <a:satOff val="0"/>
                <a:lumOff val="0"/>
                <a:alphaOff val="0"/>
                <a:shade val="51000"/>
                <a:satMod val="130000"/>
              </a:srgbClr>
            </a:gs>
            <a:gs pos="80000">
              <a:srgbClr val="FF388C">
                <a:hueOff val="0"/>
                <a:satOff val="0"/>
                <a:lumOff val="0"/>
                <a:alphaOff val="0"/>
                <a:shade val="93000"/>
                <a:satMod val="130000"/>
              </a:srgbClr>
            </a:gs>
            <a:gs pos="100000">
              <a:srgbClr val="FF388C">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0" tIns="114300" rIns="228600" bIns="114300" numCol="1" spcCol="1270" anchor="ctr" anchorCtr="0">
          <a:noAutofit/>
        </a:bodyPr>
        <a:lstStyle/>
        <a:p>
          <a:pPr lvl="0" algn="ctr" defTabSz="2667000">
            <a:lnSpc>
              <a:spcPct val="90000"/>
            </a:lnSpc>
            <a:spcBef>
              <a:spcPct val="0"/>
            </a:spcBef>
            <a:spcAft>
              <a:spcPct val="35000"/>
            </a:spcAft>
          </a:pPr>
          <a:r>
            <a:rPr lang="ru-RU" sz="6000" b="1" kern="1200" dirty="0" smtClean="0">
              <a:solidFill>
                <a:sysClr val="windowText" lastClr="000000"/>
              </a:solidFill>
              <a:latin typeface="+mn-lt"/>
              <a:ea typeface="+mn-ea"/>
              <a:cs typeface="Arial"/>
            </a:rPr>
            <a:t>НАИБОЛЕЕ ВАЖНЫЕ ТЕМЫ ДЛЯ СЕСТРИНСКИХ ИССЛЕДОВАНИЙ - НЕОБХОДИМО ИЗУЧИТЬ СЕЙЧАС</a:t>
          </a:r>
          <a:endParaRPr lang="en-US" sz="6000" b="1" kern="1200" dirty="0">
            <a:solidFill>
              <a:sysClr val="windowText" lastClr="000000"/>
            </a:solidFill>
            <a:latin typeface="+mn-lt"/>
            <a:ea typeface="+mn-ea"/>
            <a:cs typeface="Arial"/>
          </a:endParaRPr>
        </a:p>
      </dsp:txBody>
      <dsp:txXfrm>
        <a:off x="170980" y="1473099"/>
        <a:ext cx="12475944" cy="3160118"/>
      </dsp:txXfrm>
    </dsp:sp>
    <dsp:sp modelId="{4E4E308F-5252-4D32-A7F2-C136AA863D08}">
      <dsp:nvSpPr>
        <dsp:cNvPr id="0" name=""/>
        <dsp:cNvSpPr/>
      </dsp:nvSpPr>
      <dsp:spPr>
        <a:xfrm>
          <a:off x="10766073" y="4958860"/>
          <a:ext cx="22317958" cy="5844383"/>
        </a:xfrm>
        <a:prstGeom prst="rightArrow">
          <a:avLst>
            <a:gd name="adj1" fmla="val 75000"/>
            <a:gd name="adj2" fmla="val 50000"/>
          </a:avLst>
        </a:prstGeom>
        <a:solidFill>
          <a:srgbClr val="FF388C">
            <a:alpha val="90000"/>
            <a:tint val="40000"/>
            <a:hueOff val="0"/>
            <a:satOff val="0"/>
            <a:lumOff val="0"/>
            <a:alphaOff val="0"/>
          </a:srgbClr>
        </a:solidFill>
        <a:ln w="9525" cap="flat" cmpd="sng" algn="ctr">
          <a:solidFill>
            <a:srgbClr val="FF388C">
              <a:alpha val="90000"/>
              <a:tint val="40000"/>
              <a:hueOff val="0"/>
              <a:satOff val="0"/>
              <a:lumOff val="0"/>
              <a:alphaOff val="0"/>
            </a:srgb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t" anchorCtr="0">
          <a:noAutofit/>
        </a:bodyPr>
        <a:lstStyle/>
        <a:p>
          <a:pPr marL="285750" lvl="1" indent="-285750" algn="l" defTabSz="2400300">
            <a:lnSpc>
              <a:spcPct val="90000"/>
            </a:lnSpc>
            <a:spcBef>
              <a:spcPct val="0"/>
            </a:spcBef>
            <a:spcAft>
              <a:spcPct val="15000"/>
            </a:spcAft>
            <a:buChar char="••"/>
          </a:pPr>
          <a:r>
            <a:rPr lang="ru-RU" sz="5400" kern="1200" dirty="0" smtClean="0">
              <a:solidFill>
                <a:sysClr val="windowText" lastClr="000000">
                  <a:hueOff val="0"/>
                  <a:satOff val="0"/>
                  <a:lumOff val="0"/>
                  <a:alphaOff val="0"/>
                </a:sysClr>
              </a:solidFill>
              <a:latin typeface="+mn-lt"/>
              <a:ea typeface="+mn-ea"/>
              <a:cs typeface="Arial"/>
            </a:rPr>
            <a:t>Междисциплинарное и </a:t>
          </a:r>
          <a:r>
            <a:rPr lang="ru-RU" sz="5400" kern="1200" dirty="0" err="1" smtClean="0">
              <a:solidFill>
                <a:sysClr val="windowText" lastClr="000000">
                  <a:hueOff val="0"/>
                  <a:satOff val="0"/>
                  <a:lumOff val="0"/>
                  <a:alphaOff val="0"/>
                </a:sysClr>
              </a:solidFill>
              <a:latin typeface="+mn-lt"/>
              <a:ea typeface="+mn-ea"/>
              <a:cs typeface="Arial"/>
            </a:rPr>
            <a:t>межпрофессиональное</a:t>
          </a:r>
          <a:r>
            <a:rPr lang="ru-RU" sz="5400" kern="1200" dirty="0" smtClean="0">
              <a:solidFill>
                <a:sysClr val="windowText" lastClr="000000">
                  <a:hueOff val="0"/>
                  <a:satOff val="0"/>
                  <a:lumOff val="0"/>
                  <a:alphaOff val="0"/>
                </a:sysClr>
              </a:solidFill>
              <a:latin typeface="+mn-lt"/>
              <a:ea typeface="+mn-ea"/>
              <a:cs typeface="Arial"/>
            </a:rPr>
            <a:t> сотрудничество в научных исследованиях в области сестринского дела</a:t>
          </a:r>
          <a:endParaRPr lang="en-US" sz="5400" kern="1200" dirty="0">
            <a:solidFill>
              <a:sysClr val="windowText" lastClr="000000">
                <a:hueOff val="0"/>
                <a:satOff val="0"/>
                <a:lumOff val="0"/>
                <a:alphaOff val="0"/>
              </a:sysClr>
            </a:solidFill>
            <a:latin typeface="+mn-lt"/>
            <a:ea typeface="+mn-ea"/>
            <a:cs typeface="Arial"/>
          </a:endParaRPr>
        </a:p>
        <a:p>
          <a:pPr marL="285750" lvl="1" indent="-285750" algn="l" defTabSz="2400300">
            <a:lnSpc>
              <a:spcPct val="90000"/>
            </a:lnSpc>
            <a:spcBef>
              <a:spcPct val="0"/>
            </a:spcBef>
            <a:spcAft>
              <a:spcPct val="15000"/>
            </a:spcAft>
            <a:buChar char="••"/>
          </a:pPr>
          <a:r>
            <a:rPr lang="ru-RU" sz="5400" kern="1200" dirty="0" smtClean="0">
              <a:solidFill>
                <a:sysClr val="windowText" lastClr="000000">
                  <a:hueOff val="0"/>
                  <a:satOff val="0"/>
                  <a:lumOff val="0"/>
                  <a:alphaOff val="0"/>
                </a:sysClr>
              </a:solidFill>
              <a:latin typeface="+mn-lt"/>
              <a:ea typeface="+mn-ea"/>
              <a:cs typeface="Arial"/>
            </a:rPr>
            <a:t>Тяжелобольные пациенты и качество их жизни</a:t>
          </a:r>
        </a:p>
        <a:p>
          <a:pPr marL="285750" lvl="1" indent="-285750" algn="l" defTabSz="2400300">
            <a:lnSpc>
              <a:spcPct val="90000"/>
            </a:lnSpc>
            <a:spcBef>
              <a:spcPct val="0"/>
            </a:spcBef>
            <a:spcAft>
              <a:spcPct val="15000"/>
            </a:spcAft>
            <a:buChar char="••"/>
          </a:pPr>
          <a:r>
            <a:rPr lang="ru-RU" sz="5400" kern="1200" dirty="0" smtClean="0">
              <a:solidFill>
                <a:sysClr val="windowText" lastClr="000000">
                  <a:hueOff val="0"/>
                  <a:satOff val="0"/>
                  <a:lumOff val="0"/>
                  <a:alphaOff val="0"/>
                </a:sysClr>
              </a:solidFill>
              <a:latin typeface="+mn-lt"/>
              <a:ea typeface="+mn-ea"/>
              <a:cs typeface="Arial"/>
            </a:rPr>
            <a:t>Исходы для пациентов и результаты исследований по сестринскому вмешательству</a:t>
          </a:r>
        </a:p>
      </dsp:txBody>
      <dsp:txXfrm>
        <a:off x="10766073" y="5689408"/>
        <a:ext cx="20126314" cy="4383287"/>
      </dsp:txXfrm>
    </dsp:sp>
    <dsp:sp modelId="{1DAAF6DB-69B3-4F02-8842-B54DB2BB2848}">
      <dsp:nvSpPr>
        <dsp:cNvPr id="0" name=""/>
        <dsp:cNvSpPr/>
      </dsp:nvSpPr>
      <dsp:spPr>
        <a:xfrm>
          <a:off x="226" y="5706186"/>
          <a:ext cx="10765621" cy="4339247"/>
        </a:xfrm>
        <a:prstGeom prst="roundRect">
          <a:avLst/>
        </a:prstGeom>
        <a:gradFill rotWithShape="0">
          <a:gsLst>
            <a:gs pos="0">
              <a:srgbClr val="FF388C">
                <a:hueOff val="0"/>
                <a:satOff val="0"/>
                <a:lumOff val="0"/>
                <a:alphaOff val="0"/>
                <a:shade val="51000"/>
                <a:satMod val="130000"/>
              </a:srgbClr>
            </a:gs>
            <a:gs pos="80000">
              <a:srgbClr val="FF388C">
                <a:hueOff val="0"/>
                <a:satOff val="0"/>
                <a:lumOff val="0"/>
                <a:alphaOff val="0"/>
                <a:shade val="93000"/>
                <a:satMod val="130000"/>
              </a:srgbClr>
            </a:gs>
            <a:gs pos="100000">
              <a:srgbClr val="FF388C">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0" tIns="114300" rIns="228600" bIns="114300" numCol="1" spcCol="1270" anchor="ctr" anchorCtr="0">
          <a:noAutofit/>
        </a:bodyPr>
        <a:lstStyle/>
        <a:p>
          <a:pPr lvl="0" algn="ctr" defTabSz="2667000">
            <a:lnSpc>
              <a:spcPct val="90000"/>
            </a:lnSpc>
            <a:spcBef>
              <a:spcPct val="0"/>
            </a:spcBef>
            <a:spcAft>
              <a:spcPct val="35000"/>
            </a:spcAft>
          </a:pPr>
          <a:r>
            <a:rPr lang="ru-RU" sz="6000" b="1" kern="1200" dirty="0" smtClean="0">
              <a:solidFill>
                <a:sysClr val="windowText" lastClr="000000"/>
              </a:solidFill>
              <a:latin typeface="+mn-lt"/>
              <a:ea typeface="+mn-ea"/>
              <a:cs typeface="Arial"/>
            </a:rPr>
            <a:t>ТЕМЫ СЕСТРИНСКИХ ИССЛЕДОВАНИЙ, КОТОРЫЕ НЕОБХОДИМО ИЗУЧИТЬ В ТЕЧЕНИЕ 2-4 ЛЕТ</a:t>
          </a:r>
          <a:endParaRPr lang="en-US" sz="6000" b="1" kern="1200" dirty="0">
            <a:solidFill>
              <a:sysClr val="windowText" lastClr="000000"/>
            </a:solidFill>
            <a:latin typeface="+mn-lt"/>
            <a:ea typeface="+mn-ea"/>
            <a:cs typeface="Arial"/>
          </a:endParaRPr>
        </a:p>
      </dsp:txBody>
      <dsp:txXfrm>
        <a:off x="212051" y="5918011"/>
        <a:ext cx="10341971" cy="39155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EB577D-CC33-4FBC-8B87-8C1AC859F3C9}">
      <dsp:nvSpPr>
        <dsp:cNvPr id="0" name=""/>
        <dsp:cNvSpPr/>
      </dsp:nvSpPr>
      <dsp:spPr>
        <a:xfrm>
          <a:off x="0" y="0"/>
          <a:ext cx="7253673" cy="5665329"/>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lvl="0" algn="ctr" defTabSz="2400300">
            <a:lnSpc>
              <a:spcPct val="90000"/>
            </a:lnSpc>
            <a:spcBef>
              <a:spcPct val="0"/>
            </a:spcBef>
            <a:spcAft>
              <a:spcPct val="35000"/>
            </a:spcAft>
          </a:pPr>
          <a:r>
            <a:rPr lang="ru-RU" sz="5400" kern="1200" dirty="0" smtClean="0"/>
            <a:t>Медицинским университетам необходимо обсуждать и расставлять приоритетные темы</a:t>
          </a:r>
          <a:endParaRPr lang="en-US" sz="5400" kern="1200" dirty="0"/>
        </a:p>
      </dsp:txBody>
      <dsp:txXfrm>
        <a:off x="165932" y="165932"/>
        <a:ext cx="6921809" cy="5333465"/>
      </dsp:txXfrm>
    </dsp:sp>
    <dsp:sp modelId="{D53B5A6F-DD76-45E1-8524-9830B1DB4480}">
      <dsp:nvSpPr>
        <dsp:cNvPr id="0" name=""/>
        <dsp:cNvSpPr/>
      </dsp:nvSpPr>
      <dsp:spPr>
        <a:xfrm rot="5400000">
          <a:off x="2564587" y="5806962"/>
          <a:ext cx="2124498" cy="2549398"/>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400300">
            <a:lnSpc>
              <a:spcPct val="90000"/>
            </a:lnSpc>
            <a:spcBef>
              <a:spcPct val="0"/>
            </a:spcBef>
            <a:spcAft>
              <a:spcPct val="35000"/>
            </a:spcAft>
          </a:pPr>
          <a:endParaRPr lang="en-US" sz="5400" kern="1200"/>
        </a:p>
      </dsp:txBody>
      <dsp:txXfrm rot="-5400000">
        <a:off x="2862018" y="6019412"/>
        <a:ext cx="1529638" cy="1487149"/>
      </dsp:txXfrm>
    </dsp:sp>
    <dsp:sp modelId="{6482D925-74C0-40BB-8E41-40B528C3C64A}">
      <dsp:nvSpPr>
        <dsp:cNvPr id="0" name=""/>
        <dsp:cNvSpPr/>
      </dsp:nvSpPr>
      <dsp:spPr>
        <a:xfrm>
          <a:off x="0" y="8497994"/>
          <a:ext cx="7253673" cy="5665329"/>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lvl="0" algn="ctr" defTabSz="2400300">
            <a:lnSpc>
              <a:spcPct val="90000"/>
            </a:lnSpc>
            <a:spcBef>
              <a:spcPct val="0"/>
            </a:spcBef>
            <a:spcAft>
              <a:spcPct val="35000"/>
            </a:spcAft>
          </a:pPr>
          <a:r>
            <a:rPr lang="ru-RU" sz="5400" kern="1200" smtClean="0"/>
            <a:t>Повысит рентабельность университетов</a:t>
          </a:r>
          <a:endParaRPr lang="en-US" sz="5400" kern="1200" dirty="0"/>
        </a:p>
      </dsp:txBody>
      <dsp:txXfrm>
        <a:off x="165932" y="8663926"/>
        <a:ext cx="6921809" cy="5333465"/>
      </dsp:txXfrm>
    </dsp:sp>
    <dsp:sp modelId="{E2A59D49-07B8-45E5-914A-D21F182915F6}">
      <dsp:nvSpPr>
        <dsp:cNvPr id="0" name=""/>
        <dsp:cNvSpPr/>
      </dsp:nvSpPr>
      <dsp:spPr>
        <a:xfrm rot="5400000">
          <a:off x="2564587" y="14304957"/>
          <a:ext cx="2124498" cy="2549398"/>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444750">
            <a:lnSpc>
              <a:spcPct val="90000"/>
            </a:lnSpc>
            <a:spcBef>
              <a:spcPct val="0"/>
            </a:spcBef>
            <a:spcAft>
              <a:spcPct val="35000"/>
            </a:spcAft>
          </a:pPr>
          <a:endParaRPr lang="ru-RU" sz="5500" kern="1200"/>
        </a:p>
      </dsp:txBody>
      <dsp:txXfrm rot="-5400000">
        <a:off x="2862018" y="14517407"/>
        <a:ext cx="1529638" cy="1487149"/>
      </dsp:txXfrm>
    </dsp:sp>
    <dsp:sp modelId="{E684F3E9-BBC2-4AE5-A117-DE622B833F25}">
      <dsp:nvSpPr>
        <dsp:cNvPr id="0" name=""/>
        <dsp:cNvSpPr/>
      </dsp:nvSpPr>
      <dsp:spPr>
        <a:xfrm>
          <a:off x="0" y="16995989"/>
          <a:ext cx="7253673" cy="5665329"/>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lvl="0" algn="ctr" defTabSz="2400300">
            <a:lnSpc>
              <a:spcPct val="90000"/>
            </a:lnSpc>
            <a:spcBef>
              <a:spcPct val="0"/>
            </a:spcBef>
            <a:spcAft>
              <a:spcPct val="35000"/>
            </a:spcAft>
          </a:pPr>
          <a:r>
            <a:rPr lang="ru-RU" sz="5400" kern="1200" dirty="0" smtClean="0"/>
            <a:t>Проведение высоко профилированных сестринских исследований в Казахстане</a:t>
          </a:r>
          <a:endParaRPr lang="en-US" sz="5400" kern="1200" dirty="0"/>
        </a:p>
      </dsp:txBody>
      <dsp:txXfrm>
        <a:off x="165932" y="17161921"/>
        <a:ext cx="6921809" cy="53334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64F7B3-561F-46D0-A0E2-2792919CC38D}">
      <dsp:nvSpPr>
        <dsp:cNvPr id="0" name=""/>
        <dsp:cNvSpPr/>
      </dsp:nvSpPr>
      <dsp:spPr>
        <a:xfrm>
          <a:off x="24625267" y="1549979"/>
          <a:ext cx="6434044" cy="5864555"/>
        </a:xfrm>
        <a:prstGeom prst="ellipse">
          <a:avLst/>
        </a:prstGeom>
        <a:solidFill>
          <a:srgbClr val="FF388C">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sp>
    <dsp:sp modelId="{509FB28D-F0E5-431C-9BD5-318128848D3E}">
      <dsp:nvSpPr>
        <dsp:cNvPr id="0" name=""/>
        <dsp:cNvSpPr/>
      </dsp:nvSpPr>
      <dsp:spPr>
        <a:xfrm>
          <a:off x="23604952" y="1244854"/>
          <a:ext cx="8445200" cy="6695028"/>
        </a:xfrm>
        <a:prstGeom prst="ellipse">
          <a:avLst/>
        </a:prstGeom>
        <a:solidFill>
          <a:sysClr val="window" lastClr="FFFFFF">
            <a:alpha val="90000"/>
            <a:hueOff val="0"/>
            <a:satOff val="0"/>
            <a:lumOff val="0"/>
            <a:alphaOff val="0"/>
          </a:sysClr>
        </a:solidFill>
        <a:ln w="25400" cap="flat" cmpd="sng" algn="ctr">
          <a:solidFill>
            <a:srgbClr val="FF388C">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2133600">
            <a:lnSpc>
              <a:spcPct val="90000"/>
            </a:lnSpc>
            <a:spcBef>
              <a:spcPct val="0"/>
            </a:spcBef>
            <a:spcAft>
              <a:spcPct val="35000"/>
            </a:spcAft>
          </a:pPr>
          <a:r>
            <a:rPr lang="ru-RU" sz="4800" kern="1200" dirty="0" smtClean="0"/>
            <a:t>Анализ казахстанских программ </a:t>
          </a:r>
          <a:r>
            <a:rPr lang="ru-RU" sz="4800" kern="1200" dirty="0" err="1" smtClean="0"/>
            <a:t>здравоохра</a:t>
          </a:r>
          <a:r>
            <a:rPr lang="ru-RU" sz="4800" kern="1200" dirty="0" smtClean="0"/>
            <a:t>-нения</a:t>
          </a:r>
          <a:endParaRPr lang="en-US" sz="4800" kern="1200" dirty="0">
            <a:solidFill>
              <a:sysClr val="windowText" lastClr="000000">
                <a:hueOff val="0"/>
                <a:satOff val="0"/>
                <a:lumOff val="0"/>
                <a:alphaOff val="0"/>
              </a:sysClr>
            </a:solidFill>
            <a:latin typeface="+mn-lt"/>
            <a:ea typeface="+mn-ea"/>
            <a:cs typeface="Arial"/>
          </a:endParaRPr>
        </a:p>
      </dsp:txBody>
      <dsp:txXfrm>
        <a:off x="25694818" y="2901745"/>
        <a:ext cx="4265470" cy="3381245"/>
      </dsp:txXfrm>
    </dsp:sp>
    <dsp:sp modelId="{45975D2D-7BDE-47E2-964E-E9001B80EDBB}">
      <dsp:nvSpPr>
        <dsp:cNvPr id="0" name=""/>
        <dsp:cNvSpPr/>
      </dsp:nvSpPr>
      <dsp:spPr>
        <a:xfrm rot="2700000">
          <a:off x="17034531" y="1325439"/>
          <a:ext cx="6399822" cy="6399822"/>
        </a:xfrm>
        <a:prstGeom prst="teardrop">
          <a:avLst>
            <a:gd name="adj" fmla="val 100000"/>
          </a:avLst>
        </a:prstGeom>
        <a:solidFill>
          <a:srgbClr val="FF388C">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sp>
    <dsp:sp modelId="{857DC6A8-E51D-4301-BCA9-C434DBCDA3E4}">
      <dsp:nvSpPr>
        <dsp:cNvPr id="0" name=""/>
        <dsp:cNvSpPr/>
      </dsp:nvSpPr>
      <dsp:spPr>
        <a:xfrm>
          <a:off x="16284423" y="752376"/>
          <a:ext cx="8654957" cy="7679983"/>
        </a:xfrm>
        <a:prstGeom prst="ellipse">
          <a:avLst/>
        </a:prstGeom>
        <a:solidFill>
          <a:sysClr val="window" lastClr="FFFFFF">
            <a:alpha val="90000"/>
            <a:hueOff val="0"/>
            <a:satOff val="0"/>
            <a:lumOff val="0"/>
            <a:alphaOff val="0"/>
          </a:sysClr>
        </a:solidFill>
        <a:ln w="25400" cap="flat" cmpd="sng" algn="ctr">
          <a:solidFill>
            <a:srgbClr val="FF388C">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5880" tIns="55880" rIns="55880" bIns="55880" numCol="1" spcCol="1270" anchor="ctr" anchorCtr="0">
          <a:noAutofit/>
        </a:bodyPr>
        <a:lstStyle/>
        <a:p>
          <a:pPr lvl="0" algn="ctr" defTabSz="1955800">
            <a:lnSpc>
              <a:spcPct val="90000"/>
            </a:lnSpc>
            <a:spcBef>
              <a:spcPct val="0"/>
            </a:spcBef>
            <a:spcAft>
              <a:spcPct val="35000"/>
            </a:spcAft>
          </a:pPr>
          <a:r>
            <a:rPr lang="ru-RU" sz="4400" kern="1200" dirty="0" smtClean="0"/>
            <a:t>Фокус-групп интервью с казахстанскими экспертами о текущей ситуации сестринских исследований и будущих потребностях в Казахстане</a:t>
          </a:r>
          <a:endParaRPr lang="en-US" sz="4400" kern="1200" dirty="0" smtClean="0">
            <a:solidFill>
              <a:sysClr val="windowText" lastClr="000000">
                <a:hueOff val="0"/>
                <a:satOff val="0"/>
                <a:lumOff val="0"/>
                <a:alphaOff val="0"/>
              </a:sysClr>
            </a:solidFill>
            <a:latin typeface="+mn-lt"/>
            <a:ea typeface="Open Sans" panose="020B0606030504020204" pitchFamily="34" charset="0"/>
            <a:cs typeface="Open Sans" panose="020B0606030504020204" pitchFamily="34" charset="0"/>
          </a:endParaRPr>
        </a:p>
      </dsp:txBody>
      <dsp:txXfrm>
        <a:off x="18426195" y="2653025"/>
        <a:ext cx="4371414" cy="3878686"/>
      </dsp:txXfrm>
    </dsp:sp>
    <dsp:sp modelId="{59F630FA-C9C5-4372-B551-15E69B9FD0F8}">
      <dsp:nvSpPr>
        <dsp:cNvPr id="0" name=""/>
        <dsp:cNvSpPr/>
      </dsp:nvSpPr>
      <dsp:spPr>
        <a:xfrm rot="2700000">
          <a:off x="10307817" y="1325439"/>
          <a:ext cx="6399822" cy="6399822"/>
        </a:xfrm>
        <a:prstGeom prst="teardrop">
          <a:avLst>
            <a:gd name="adj" fmla="val 100000"/>
          </a:avLst>
        </a:prstGeom>
        <a:solidFill>
          <a:srgbClr val="FF388C">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sp>
    <dsp:sp modelId="{8C0CA2CD-C009-4157-9637-0740AABC4C44}">
      <dsp:nvSpPr>
        <dsp:cNvPr id="0" name=""/>
        <dsp:cNvSpPr/>
      </dsp:nvSpPr>
      <dsp:spPr>
        <a:xfrm>
          <a:off x="9532385" y="1384987"/>
          <a:ext cx="8205725" cy="6282777"/>
        </a:xfrm>
        <a:prstGeom prst="ellipse">
          <a:avLst/>
        </a:prstGeom>
        <a:solidFill>
          <a:sysClr val="window" lastClr="FFFFFF">
            <a:alpha val="90000"/>
            <a:hueOff val="0"/>
            <a:satOff val="0"/>
            <a:lumOff val="0"/>
            <a:alphaOff val="0"/>
          </a:sysClr>
        </a:solidFill>
        <a:ln w="25400" cap="flat" cmpd="sng" algn="ctr">
          <a:solidFill>
            <a:srgbClr val="FF388C">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1866900">
            <a:lnSpc>
              <a:spcPct val="90000"/>
            </a:lnSpc>
            <a:spcBef>
              <a:spcPct val="0"/>
            </a:spcBef>
            <a:spcAft>
              <a:spcPct val="35000"/>
            </a:spcAft>
          </a:pPr>
          <a:r>
            <a:rPr lang="ru-RU" sz="4200" kern="1200" dirty="0" smtClean="0"/>
            <a:t>Обзор международных документов по политике и стратегии в области сестринского дела и акушерства</a:t>
          </a:r>
          <a:endParaRPr lang="en-US" sz="4200" kern="1200" dirty="0">
            <a:solidFill>
              <a:sysClr val="windowText" lastClr="000000">
                <a:hueOff val="0"/>
                <a:satOff val="0"/>
                <a:lumOff val="0"/>
                <a:alphaOff val="0"/>
              </a:sysClr>
            </a:solidFill>
            <a:latin typeface="+mn-lt"/>
            <a:ea typeface="+mn-ea"/>
            <a:cs typeface="Arial"/>
          </a:endParaRPr>
        </a:p>
      </dsp:txBody>
      <dsp:txXfrm>
        <a:off x="11562989" y="2939854"/>
        <a:ext cx="4144516" cy="3173043"/>
      </dsp:txXfrm>
    </dsp:sp>
    <dsp:sp modelId="{C162F821-43CB-4709-B4DB-0AEF984DCEEA}">
      <dsp:nvSpPr>
        <dsp:cNvPr id="0" name=""/>
        <dsp:cNvSpPr/>
      </dsp:nvSpPr>
      <dsp:spPr>
        <a:xfrm rot="2700000">
          <a:off x="2756971" y="1325439"/>
          <a:ext cx="6399822" cy="6399822"/>
        </a:xfrm>
        <a:prstGeom prst="teardrop">
          <a:avLst>
            <a:gd name="adj" fmla="val 100000"/>
          </a:avLst>
        </a:prstGeom>
        <a:solidFill>
          <a:srgbClr val="FF388C">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sp>
    <dsp:sp modelId="{4D8B63E5-DBA5-4F90-AF2A-B841F02DFE08}">
      <dsp:nvSpPr>
        <dsp:cNvPr id="0" name=""/>
        <dsp:cNvSpPr/>
      </dsp:nvSpPr>
      <dsp:spPr>
        <a:xfrm>
          <a:off x="1313942" y="1076110"/>
          <a:ext cx="8218427" cy="6803722"/>
        </a:xfrm>
        <a:prstGeom prst="ellipse">
          <a:avLst/>
        </a:prstGeom>
        <a:solidFill>
          <a:sysClr val="window" lastClr="FFFFFF">
            <a:alpha val="90000"/>
            <a:hueOff val="0"/>
            <a:satOff val="0"/>
            <a:lumOff val="0"/>
            <a:alphaOff val="0"/>
          </a:sysClr>
        </a:solidFill>
        <a:ln w="25400" cap="flat" cmpd="sng" algn="ctr">
          <a:solidFill>
            <a:srgbClr val="FF388C">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1866900">
            <a:lnSpc>
              <a:spcPct val="90000"/>
            </a:lnSpc>
            <a:spcBef>
              <a:spcPct val="0"/>
            </a:spcBef>
            <a:spcAft>
              <a:spcPct val="35000"/>
            </a:spcAft>
          </a:pPr>
          <a:r>
            <a:rPr lang="ru-RU" sz="4200" kern="1200" dirty="0" smtClean="0"/>
            <a:t>Систематический обзор актуальных тем международных исследований в области сестринского дела</a:t>
          </a:r>
          <a:endParaRPr lang="en-US" sz="4200" kern="1200" dirty="0">
            <a:solidFill>
              <a:sysClr val="windowText" lastClr="000000">
                <a:hueOff val="0"/>
                <a:satOff val="0"/>
                <a:lumOff val="0"/>
                <a:alphaOff val="0"/>
              </a:sysClr>
            </a:solidFill>
            <a:latin typeface="+mn-lt"/>
            <a:ea typeface="+mn-ea"/>
            <a:cs typeface="Arial"/>
          </a:endParaRPr>
        </a:p>
      </dsp:txBody>
      <dsp:txXfrm>
        <a:off x="3347689" y="2759901"/>
        <a:ext cx="4150933" cy="3436140"/>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12/15/2020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12/15/2020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buFont typeface="Arial" panose="020B0604020202020204" pitchFamily="34" charset="0"/>
              <a:buNone/>
            </a:pPr>
            <a:r>
              <a:rPr lang="en-US" b="1" dirty="0"/>
              <a:t>Read me:</a:t>
            </a:r>
          </a:p>
          <a:p>
            <a:pPr marL="0" indent="0">
              <a:buFont typeface="Arial" panose="020B0604020202020204" pitchFamily="34" charset="0"/>
              <a:buNone/>
            </a:pPr>
            <a:endParaRPr lang="en-US" b="1" dirty="0"/>
          </a:p>
          <a:p>
            <a:pPr marL="0" indent="0">
              <a:buFont typeface="Arial" panose="020B0604020202020204" pitchFamily="34" charset="0"/>
              <a:buNone/>
            </a:pPr>
            <a:r>
              <a:rPr lang="en-US" dirty="0"/>
              <a:t>*Adopt this template accordingly. </a:t>
            </a:r>
          </a:p>
          <a:p>
            <a:pPr marL="857250" indent="-857250">
              <a:buFont typeface="Arial" panose="020B0604020202020204" pitchFamily="34" charset="0"/>
              <a:buChar char="•"/>
            </a:pPr>
            <a:endParaRPr lang="en-US" dirty="0"/>
          </a:p>
          <a:p>
            <a:r>
              <a:rPr lang="en-US" dirty="0"/>
              <a:t>* The headings many be change depending on the type of your study. Please maintain the Font type and Font size as this would affect its appearance on Zoom.  ( </a:t>
            </a:r>
            <a:r>
              <a:rPr lang="en-US" b="1" dirty="0"/>
              <a:t>Title</a:t>
            </a:r>
            <a:r>
              <a:rPr lang="en-US" dirty="0"/>
              <a:t>, Calibri, bold, 80; </a:t>
            </a:r>
            <a:r>
              <a:rPr lang="en-US" b="1" dirty="0"/>
              <a:t>Author</a:t>
            </a:r>
            <a:r>
              <a:rPr lang="en-US" dirty="0"/>
              <a:t>, Calibri, 66; </a:t>
            </a:r>
            <a:r>
              <a:rPr lang="en-US" b="1" dirty="0"/>
              <a:t>Affiliation</a:t>
            </a:r>
            <a:r>
              <a:rPr lang="en-US" dirty="0"/>
              <a:t>, Calibri, 44; </a:t>
            </a:r>
            <a:r>
              <a:rPr lang="en-US" b="1" dirty="0"/>
              <a:t>Subheading</a:t>
            </a:r>
            <a:r>
              <a:rPr lang="en-US" dirty="0"/>
              <a:t>, Calibri, capitalized all, bold, underline, 60; </a:t>
            </a:r>
            <a:r>
              <a:rPr lang="en-US" b="1" dirty="0"/>
              <a:t>Text</a:t>
            </a:r>
            <a:r>
              <a:rPr lang="en-US" dirty="0"/>
              <a:t>, Calibri body, 54; </a:t>
            </a:r>
            <a:r>
              <a:rPr lang="en-US" b="1" dirty="0"/>
              <a:t>Contacts</a:t>
            </a:r>
            <a:r>
              <a:rPr lang="en-US" dirty="0"/>
              <a:t>, Calibri, underline, 40, text is Calibri, 40)		</a:t>
            </a:r>
          </a:p>
          <a:p>
            <a:r>
              <a:rPr lang="en-US" dirty="0"/>
              <a:t>*It is recommended that during the presentation be your </a:t>
            </a:r>
            <a:r>
              <a:rPr lang="en-US" b="1" dirty="0"/>
              <a:t>poster and </a:t>
            </a:r>
            <a:r>
              <a:rPr lang="en-US" dirty="0"/>
              <a:t> </a:t>
            </a:r>
            <a:r>
              <a:rPr lang="en-US" b="1" dirty="0"/>
              <a:t>Zoom</a:t>
            </a:r>
            <a:r>
              <a:rPr lang="en-US" dirty="0"/>
              <a:t> on </a:t>
            </a:r>
            <a:r>
              <a:rPr lang="en-US" b="1" dirty="0"/>
              <a:t>FULL SCREEN. </a:t>
            </a:r>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00692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a16="http://schemas.microsoft.com/office/drawing/2014/main" xmlns=""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a16="http://schemas.microsoft.com/office/drawing/2014/main" xmlns=""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a16="http://schemas.microsoft.com/office/drawing/2014/main" xmlns=""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a16="http://schemas.microsoft.com/office/drawing/2014/main" xmlns=""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18" Type="http://schemas.openxmlformats.org/officeDocument/2006/relationships/diagramColors" Target="../diagrams/colors3.xml"/><Relationship Id="rId3" Type="http://schemas.openxmlformats.org/officeDocument/2006/relationships/image" Target="../media/image1.jpg"/><Relationship Id="rId21" Type="http://schemas.openxmlformats.org/officeDocument/2006/relationships/hyperlink" Target="https://nursekz.com/" TargetMode="External"/><Relationship Id="rId7" Type="http://schemas.openxmlformats.org/officeDocument/2006/relationships/diagramQuickStyle" Target="../diagrams/quickStyle1.xml"/><Relationship Id="rId12" Type="http://schemas.openxmlformats.org/officeDocument/2006/relationships/diagramQuickStyle" Target="../diagrams/quickStyle2.xml"/><Relationship Id="rId17" Type="http://schemas.openxmlformats.org/officeDocument/2006/relationships/diagramQuickStyle" Target="../diagrams/quickStyle3.xml"/><Relationship Id="rId2" Type="http://schemas.openxmlformats.org/officeDocument/2006/relationships/notesSlide" Target="../notesSlides/notesSlide1.xml"/><Relationship Id="rId16" Type="http://schemas.openxmlformats.org/officeDocument/2006/relationships/diagramLayout" Target="../diagrams/layout3.xml"/><Relationship Id="rId20" Type="http://schemas.openxmlformats.org/officeDocument/2006/relationships/hyperlink" Target="http://proinca-nursing.kz/" TargetMode="External"/><Relationship Id="rId1" Type="http://schemas.openxmlformats.org/officeDocument/2006/relationships/slideLayout" Target="../slideLayouts/slideLayout1.xml"/><Relationship Id="rId6" Type="http://schemas.openxmlformats.org/officeDocument/2006/relationships/diagramLayout" Target="../diagrams/layout1.xml"/><Relationship Id="rId11" Type="http://schemas.openxmlformats.org/officeDocument/2006/relationships/diagramLayout" Target="../diagrams/layout2.xml"/><Relationship Id="rId5" Type="http://schemas.openxmlformats.org/officeDocument/2006/relationships/diagramData" Target="../diagrams/data1.xml"/><Relationship Id="rId15" Type="http://schemas.openxmlformats.org/officeDocument/2006/relationships/diagramData" Target="../diagrams/data3.xml"/><Relationship Id="rId10" Type="http://schemas.openxmlformats.org/officeDocument/2006/relationships/diagramData" Target="../diagrams/data2.xml"/><Relationship Id="rId19" Type="http://schemas.microsoft.com/office/2007/relationships/diagramDrawing" Target="../diagrams/drawing3.xml"/><Relationship Id="rId4" Type="http://schemas.openxmlformats.org/officeDocument/2006/relationships/image" Target="../media/image2.jpg"/><Relationship Id="rId9" Type="http://schemas.microsoft.com/office/2007/relationships/diagramDrawing" Target="../diagrams/drawing1.xml"/><Relationship Id="rId14" Type="http://schemas.microsoft.com/office/2007/relationships/diagramDrawing" Target="../diagrams/drawin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xmlns="" id="{778E60CB-0EBD-4049-BFFD-CAB062A6CA0F}"/>
              </a:ext>
            </a:extLst>
          </p:cNvPr>
          <p:cNvSpPr>
            <a:spLocks noGrp="1"/>
          </p:cNvSpPr>
          <p:nvPr>
            <p:ph type="body" sz="quarter" idx="150"/>
          </p:nvPr>
        </p:nvSpPr>
        <p:spPr>
          <a:xfrm>
            <a:off x="12507686" y="3166516"/>
            <a:ext cx="20312318" cy="893014"/>
          </a:xfrm>
        </p:spPr>
        <p:txBody>
          <a:bodyPr>
            <a:normAutofit/>
          </a:bodyPr>
          <a:lstStyle/>
          <a:p>
            <a:r>
              <a:rPr lang="ru-RU" dirty="0" smtClean="0"/>
              <a:t>Университет прикладных наук </a:t>
            </a:r>
            <a:r>
              <a:rPr lang="en-US" dirty="0" smtClean="0"/>
              <a:t>JAMK,</a:t>
            </a:r>
            <a:r>
              <a:rPr lang="ru-RU" dirty="0" smtClean="0"/>
              <a:t> Медицинский университет Караганды</a:t>
            </a:r>
            <a:endParaRPr lang="en-US" dirty="0"/>
          </a:p>
        </p:txBody>
      </p:sp>
      <p:sp>
        <p:nvSpPr>
          <p:cNvPr id="17" name="Text Placeholder 16">
            <a:extLst>
              <a:ext uri="{FF2B5EF4-FFF2-40B4-BE49-F238E27FC236}">
                <a16:creationId xmlns:a16="http://schemas.microsoft.com/office/drawing/2014/main" xmlns="" id="{9AAB1BB2-2685-9042-9343-90636A19089C}"/>
              </a:ext>
            </a:extLst>
          </p:cNvPr>
          <p:cNvSpPr>
            <a:spLocks noGrp="1"/>
          </p:cNvSpPr>
          <p:nvPr>
            <p:ph type="body" sz="quarter" idx="151"/>
          </p:nvPr>
        </p:nvSpPr>
        <p:spPr>
          <a:xfrm>
            <a:off x="10601582" y="2272851"/>
            <a:ext cx="23354847" cy="743332"/>
          </a:xfrm>
        </p:spPr>
        <p:txBody>
          <a:bodyPr>
            <a:noAutofit/>
          </a:bodyPr>
          <a:lstStyle/>
          <a:p>
            <a:r>
              <a:rPr lang="ru-RU" sz="4000" dirty="0"/>
              <a:t>Ханна </a:t>
            </a:r>
            <a:r>
              <a:rPr lang="ru-RU" sz="4000" dirty="0" err="1" smtClean="0"/>
              <a:t>Хопиа</a:t>
            </a:r>
            <a:r>
              <a:rPr lang="ru-RU" sz="4000" dirty="0"/>
              <a:t>, </a:t>
            </a:r>
            <a:r>
              <a:rPr lang="ru-RU" sz="4000" dirty="0" err="1"/>
              <a:t>Йоханна</a:t>
            </a:r>
            <a:r>
              <a:rPr lang="ru-RU" sz="4000" dirty="0"/>
              <a:t> </a:t>
            </a:r>
            <a:r>
              <a:rPr lang="ru-RU" sz="4000" dirty="0" err="1"/>
              <a:t>Хейккиля</a:t>
            </a:r>
            <a:r>
              <a:rPr lang="ru-RU" sz="4000" dirty="0"/>
              <a:t>, Вилен Молотов-Лучанский, Жулдыз </a:t>
            </a:r>
            <a:r>
              <a:rPr lang="ru-RU" sz="4000" dirty="0" err="1"/>
              <a:t>Куаныш</a:t>
            </a:r>
            <a:r>
              <a:rPr lang="ru-RU" sz="4000" dirty="0"/>
              <a:t>, Инеш </a:t>
            </a:r>
            <a:r>
              <a:rPr lang="ru-RU" sz="4000" dirty="0" smtClean="0"/>
              <a:t>Меерманова</a:t>
            </a:r>
            <a:endParaRPr lang="en-US" sz="4000" dirty="0"/>
          </a:p>
        </p:txBody>
      </p:sp>
      <p:sp>
        <p:nvSpPr>
          <p:cNvPr id="18" name="Text Placeholder 17">
            <a:extLst>
              <a:ext uri="{FF2B5EF4-FFF2-40B4-BE49-F238E27FC236}">
                <a16:creationId xmlns:a16="http://schemas.microsoft.com/office/drawing/2014/main" xmlns="" id="{9FFCC562-221F-8240-980C-DCE8D467C705}"/>
              </a:ext>
            </a:extLst>
          </p:cNvPr>
          <p:cNvSpPr>
            <a:spLocks noGrp="1"/>
          </p:cNvSpPr>
          <p:nvPr>
            <p:ph type="body" sz="quarter" idx="153"/>
          </p:nvPr>
        </p:nvSpPr>
        <p:spPr>
          <a:xfrm>
            <a:off x="10969013" y="221044"/>
            <a:ext cx="21926127" cy="1519118"/>
          </a:xfrm>
        </p:spPr>
        <p:txBody>
          <a:bodyPr>
            <a:noAutofit/>
          </a:bodyPr>
          <a:lstStyle/>
          <a:p>
            <a:r>
              <a:rPr lang="ru-RU" sz="6600" dirty="0"/>
              <a:t>Приоритетные текущие и будущие темы </a:t>
            </a:r>
            <a:r>
              <a:rPr lang="kk-KZ" sz="6600" dirty="0" smtClean="0"/>
              <a:t>сестринских </a:t>
            </a:r>
            <a:r>
              <a:rPr lang="ru-RU" sz="6600" dirty="0" smtClean="0"/>
              <a:t>исследований в </a:t>
            </a:r>
            <a:r>
              <a:rPr lang="ru-RU" sz="6600" dirty="0"/>
              <a:t>Казахстане</a:t>
            </a:r>
            <a:endParaRPr lang="en-US" sz="6600" dirty="0"/>
          </a:p>
        </p:txBody>
      </p:sp>
      <p:pic>
        <p:nvPicPr>
          <p:cNvPr id="14" name="Рисунок 13"/>
          <p:cNvPicPr>
            <a:picLocks noChangeAspect="1"/>
          </p:cNvPicPr>
          <p:nvPr/>
        </p:nvPicPr>
        <p:blipFill rotWithShape="1">
          <a:blip r:embed="rId3">
            <a:extLst>
              <a:ext uri="{28A0092B-C50C-407E-A947-70E740481C1C}">
                <a14:useLocalDpi xmlns:a14="http://schemas.microsoft.com/office/drawing/2010/main" val="0"/>
              </a:ext>
            </a:extLst>
          </a:blip>
          <a:srcRect t="30008" b="31398"/>
          <a:stretch/>
        </p:blipFill>
        <p:spPr>
          <a:xfrm>
            <a:off x="33848978" y="395434"/>
            <a:ext cx="9319260" cy="3596640"/>
          </a:xfrm>
          <a:prstGeom prst="rect">
            <a:avLst/>
          </a:prstGeom>
        </p:spPr>
      </p:pic>
      <p:pic>
        <p:nvPicPr>
          <p:cNvPr id="19" name="Рисунок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836" y="501570"/>
            <a:ext cx="9783745" cy="3557960"/>
          </a:xfrm>
          <a:prstGeom prst="rect">
            <a:avLst/>
          </a:prstGeom>
        </p:spPr>
      </p:pic>
      <p:sp>
        <p:nvSpPr>
          <p:cNvPr id="82" name="AutoShape 4" descr="eLIBRARY.RU - НАУЧНАЯ ЭЛЕКТРОННАЯ БИБЛИОТЕКА"/>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3" name="AutoShape 6" descr="eLIBRARY.RU - НАУЧНАЯ ЭЛЕКТРОННАЯ БИБЛИОТЕКА"/>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79" name="AutoShape 2" descr="blob:https://web.whatsapp.com/87730ca4-d6a7-4603-9f20-c7b339edd34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aphicFrame>
        <p:nvGraphicFramePr>
          <p:cNvPr id="62" name="Diagram 70"/>
          <p:cNvGraphicFramePr/>
          <p:nvPr>
            <p:extLst>
              <p:ext uri="{D42A27DB-BD31-4B8C-83A1-F6EECF244321}">
                <p14:modId xmlns:p14="http://schemas.microsoft.com/office/powerpoint/2010/main" val="3137074704"/>
              </p:ext>
            </p:extLst>
          </p:nvPr>
        </p:nvGraphicFramePr>
        <p:xfrm>
          <a:off x="872397" y="17517076"/>
          <a:ext cx="33084032" cy="1080324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63" name="Down Arrow Callout 71"/>
          <p:cNvSpPr/>
          <p:nvPr/>
        </p:nvSpPr>
        <p:spPr bwMode="auto">
          <a:xfrm>
            <a:off x="765175" y="15552873"/>
            <a:ext cx="33191254" cy="3204930"/>
          </a:xfrm>
          <a:prstGeom prst="downArrowCallout">
            <a:avLst/>
          </a:prstGeom>
          <a:solidFill>
            <a:srgbClr val="FF388C"/>
          </a:solidFill>
          <a:ln w="9525" cap="flat" cmpd="sng" algn="ctr">
            <a:solidFill>
              <a:srgbClr val="CEECF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lvl="0" algn="ctr" defTabSz="3527822" fontAlgn="base">
              <a:spcBef>
                <a:spcPct val="0"/>
              </a:spcBef>
              <a:spcAft>
                <a:spcPct val="0"/>
              </a:spcAft>
              <a:defRPr/>
            </a:pPr>
            <a:r>
              <a:rPr lang="ru-RU" sz="6600" kern="0" dirty="0">
                <a:solidFill>
                  <a:prstClr val="black"/>
                </a:solidFill>
                <a:cs typeface="Arial"/>
              </a:rPr>
              <a:t>Окончательные результаты будущих </a:t>
            </a:r>
            <a:r>
              <a:rPr lang="ru-RU" sz="6600" kern="0" dirty="0" smtClean="0">
                <a:solidFill>
                  <a:prstClr val="black"/>
                </a:solidFill>
                <a:cs typeface="Arial"/>
              </a:rPr>
              <a:t>приоритетов сестринских исследований </a:t>
            </a:r>
            <a:r>
              <a:rPr lang="ru-RU" sz="6600" kern="0" dirty="0">
                <a:solidFill>
                  <a:prstClr val="black"/>
                </a:solidFill>
                <a:cs typeface="Arial"/>
              </a:rPr>
              <a:t>для Казахстана</a:t>
            </a:r>
            <a:endParaRPr kumimoji="0" lang="en-US" sz="6600" b="0" i="0" u="none" strike="noStrike" kern="0" cap="none" spc="0" normalizeH="0" baseline="0" noProof="0" dirty="0" smtClean="0">
              <a:ln>
                <a:noFill/>
              </a:ln>
              <a:solidFill>
                <a:prstClr val="black"/>
              </a:solidFill>
              <a:effectLst/>
              <a:uLnTx/>
              <a:uFillTx/>
              <a:cs typeface="Arial"/>
            </a:endParaRPr>
          </a:p>
        </p:txBody>
      </p:sp>
      <p:sp>
        <p:nvSpPr>
          <p:cNvPr id="75" name="Rectangle 5"/>
          <p:cNvSpPr>
            <a:spLocks noChangeArrowheads="1"/>
          </p:cNvSpPr>
          <p:nvPr/>
        </p:nvSpPr>
        <p:spPr bwMode="auto">
          <a:xfrm>
            <a:off x="872397" y="4155624"/>
            <a:ext cx="33084032" cy="10924819"/>
          </a:xfrm>
          <a:prstGeom prst="roundRect">
            <a:avLst>
              <a:gd name="adj" fmla="val 1380"/>
            </a:avLst>
          </a:prstGeom>
          <a:solidFill>
            <a:srgbClr val="B4D3E2"/>
          </a:solidFill>
          <a:ln>
            <a:noFill/>
          </a:ln>
          <a:effectLst/>
        </p:spPr>
        <p:txBody>
          <a:bodyPr wrap="none" lIns="205740" tIns="51435" rIns="205740" bIns="51435" anchor="ctr"/>
          <a:lstStyle>
            <a:defPPr>
              <a:defRPr kern="1200" smtId="4294967295"/>
            </a:defPPr>
          </a:lstStyle>
          <a:p>
            <a:pPr defTabSz="3527822" fontAlgn="base">
              <a:spcBef>
                <a:spcPct val="0"/>
              </a:spcBef>
              <a:spcAft>
                <a:spcPct val="0"/>
              </a:spcAft>
            </a:pPr>
            <a:endParaRPr lang="en-US" sz="2700">
              <a:noFill/>
              <a:latin typeface="Amaranth" panose="02000503050000020004" pitchFamily="2" charset="0"/>
              <a:cs typeface="Arial"/>
            </a:endParaRPr>
          </a:p>
        </p:txBody>
      </p:sp>
      <p:sp>
        <p:nvSpPr>
          <p:cNvPr id="76" name="Text Box 6"/>
          <p:cNvSpPr txBox="1">
            <a:spLocks noChangeArrowheads="1"/>
          </p:cNvSpPr>
          <p:nvPr/>
        </p:nvSpPr>
        <p:spPr bwMode="auto">
          <a:xfrm>
            <a:off x="872397" y="4914643"/>
            <a:ext cx="31550197" cy="13849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smtId="4294967295"/>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algn="ctr" fontAlgn="base">
              <a:lnSpc>
                <a:spcPct val="150000"/>
              </a:lnSpc>
              <a:spcBef>
                <a:spcPct val="0"/>
              </a:spcBef>
              <a:spcAft>
                <a:spcPts val="100"/>
              </a:spcAft>
            </a:pPr>
            <a:r>
              <a:rPr lang="ru-RU" sz="5400" b="1" dirty="0">
                <a:solidFill>
                  <a:prstClr val="black"/>
                </a:solidFill>
                <a:latin typeface="+mn-lt"/>
                <a:ea typeface="Open Sans" panose="020B0606030504020204" pitchFamily="34" charset="0"/>
                <a:cs typeface="Open Sans" panose="020B0606030504020204" pitchFamily="34" charset="0"/>
              </a:rPr>
              <a:t>-&gt; </a:t>
            </a:r>
            <a:r>
              <a:rPr lang="ru-RU" sz="5400" b="1" dirty="0" smtClean="0">
                <a:solidFill>
                  <a:prstClr val="black"/>
                </a:solidFill>
                <a:latin typeface="+mn-lt"/>
                <a:ea typeface="Open Sans" panose="020B0606030504020204" pitchFamily="34" charset="0"/>
                <a:cs typeface="Open Sans" panose="020B0606030504020204" pitchFamily="34" charset="0"/>
              </a:rPr>
              <a:t>поддержка развития стратегии сестринских </a:t>
            </a:r>
            <a:r>
              <a:rPr lang="ru-RU" sz="5400" b="1" dirty="0">
                <a:solidFill>
                  <a:prstClr val="black"/>
                </a:solidFill>
                <a:latin typeface="+mn-lt"/>
                <a:ea typeface="Open Sans" panose="020B0606030504020204" pitchFamily="34" charset="0"/>
                <a:cs typeface="Open Sans" panose="020B0606030504020204" pitchFamily="34" charset="0"/>
              </a:rPr>
              <a:t>исследований в медицинских университетах </a:t>
            </a:r>
            <a:r>
              <a:rPr lang="ru-RU" sz="5400" b="1" dirty="0" smtClean="0">
                <a:solidFill>
                  <a:prstClr val="black"/>
                </a:solidFill>
                <a:latin typeface="+mn-lt"/>
                <a:ea typeface="Open Sans" panose="020B0606030504020204" pitchFamily="34" charset="0"/>
                <a:cs typeface="Open Sans" panose="020B0606030504020204" pitchFamily="34" charset="0"/>
              </a:rPr>
              <a:t>Казахстана</a:t>
            </a:r>
            <a:endParaRPr lang="en-US" sz="5400" b="1" dirty="0">
              <a:solidFill>
                <a:prstClr val="black"/>
              </a:solidFill>
              <a:latin typeface="+mn-lt"/>
              <a:ea typeface="Open Sans" panose="020B0606030504020204" pitchFamily="34" charset="0"/>
              <a:cs typeface="Open Sans" panose="020B0606030504020204" pitchFamily="34" charset="0"/>
            </a:endParaRPr>
          </a:p>
        </p:txBody>
      </p:sp>
      <p:sp>
        <p:nvSpPr>
          <p:cNvPr id="77" name="Rectangle 5">
            <a:extLst>
              <a:ext uri="{FF2B5EF4-FFF2-40B4-BE49-F238E27FC236}">
                <a16:creationId xmlns:a16="http://schemas.microsoft.com/office/drawing/2014/main" xmlns="" id="{88133C58-052D-4585-823B-31740DB45AF4}"/>
              </a:ext>
            </a:extLst>
          </p:cNvPr>
          <p:cNvSpPr>
            <a:spLocks noChangeArrowheads="1"/>
          </p:cNvSpPr>
          <p:nvPr/>
        </p:nvSpPr>
        <p:spPr bwMode="auto">
          <a:xfrm>
            <a:off x="7241151" y="4264993"/>
            <a:ext cx="18468089" cy="1005119"/>
          </a:xfrm>
          <a:prstGeom prst="rect">
            <a:avLst/>
          </a:prstGeom>
          <a:noFill/>
          <a:ln>
            <a:noFill/>
          </a:ln>
          <a:effectLst/>
        </p:spPr>
        <p:txBody>
          <a:bodyPr wrap="none" lIns="137160" tIns="68580" rIns="137160" bIns="68580" anchor="ctr"/>
          <a:lstStyle>
            <a:defPPr>
              <a:defRPr kern="1200" smtId="4294967295"/>
            </a:defPPr>
          </a:lstStyle>
          <a:p>
            <a:pPr algn="ctr" defTabSz="4703763" fontAlgn="base">
              <a:spcBef>
                <a:spcPct val="0"/>
              </a:spcBef>
              <a:spcAft>
                <a:spcPct val="0"/>
              </a:spcAft>
            </a:pPr>
            <a:r>
              <a:rPr lang="ru-RU" sz="5400" dirty="0">
                <a:solidFill>
                  <a:prstClr val="black"/>
                </a:solidFill>
                <a:cs typeface="Arial"/>
              </a:rPr>
              <a:t>В 2019 году было проведено трехэтапное исследование </a:t>
            </a:r>
            <a:r>
              <a:rPr lang="ru-RU" sz="5400" smtClean="0">
                <a:solidFill>
                  <a:prstClr val="black"/>
                </a:solidFill>
                <a:cs typeface="Arial"/>
              </a:rPr>
              <a:t>Delphi</a:t>
            </a:r>
            <a:endParaRPr lang="en-US" sz="5400" dirty="0">
              <a:solidFill>
                <a:prstClr val="black"/>
              </a:solidFill>
              <a:cs typeface="Arial"/>
            </a:endParaRPr>
          </a:p>
        </p:txBody>
      </p:sp>
      <p:sp>
        <p:nvSpPr>
          <p:cNvPr id="79" name="TextBox 78"/>
          <p:cNvSpPr txBox="1"/>
          <p:nvPr/>
        </p:nvSpPr>
        <p:spPr>
          <a:xfrm>
            <a:off x="3489406" y="14160874"/>
            <a:ext cx="26316178" cy="1015663"/>
          </a:xfrm>
          <a:prstGeom prst="rect">
            <a:avLst/>
          </a:prstGeom>
          <a:noFill/>
        </p:spPr>
        <p:txBody>
          <a:bodyPr wrap="none" rtlCol="0">
            <a:spAutoFit/>
          </a:bodyPr>
          <a:lstStyle/>
          <a:p>
            <a:pPr defTabSz="914400" fontAlgn="base">
              <a:spcBef>
                <a:spcPct val="0"/>
              </a:spcBef>
              <a:spcAft>
                <a:spcPct val="0"/>
              </a:spcAft>
            </a:pPr>
            <a:r>
              <a:rPr lang="ru-RU" sz="6000" b="1" dirty="0">
                <a:solidFill>
                  <a:prstClr val="black"/>
                </a:solidFill>
                <a:cs typeface="Arial"/>
              </a:rPr>
              <a:t>Трехэтапное исследование </a:t>
            </a:r>
            <a:r>
              <a:rPr lang="ru-RU" sz="6000" b="1" dirty="0" err="1">
                <a:solidFill>
                  <a:prstClr val="black"/>
                </a:solidFill>
                <a:cs typeface="Arial"/>
              </a:rPr>
              <a:t>Delphi</a:t>
            </a:r>
            <a:r>
              <a:rPr lang="ru-RU" sz="6000" b="1" dirty="0">
                <a:solidFill>
                  <a:prstClr val="black"/>
                </a:solidFill>
                <a:cs typeface="Arial"/>
              </a:rPr>
              <a:t> с участием 168 казахстанских респондентов</a:t>
            </a:r>
            <a:endParaRPr lang="en-US" sz="6000" b="1" dirty="0">
              <a:solidFill>
                <a:prstClr val="black"/>
              </a:solidFill>
              <a:cs typeface="Arial"/>
            </a:endParaRPr>
          </a:p>
        </p:txBody>
      </p:sp>
      <p:graphicFrame>
        <p:nvGraphicFramePr>
          <p:cNvPr id="80" name="Diagram 73"/>
          <p:cNvGraphicFramePr/>
          <p:nvPr>
            <p:extLst>
              <p:ext uri="{D42A27DB-BD31-4B8C-83A1-F6EECF244321}">
                <p14:modId xmlns:p14="http://schemas.microsoft.com/office/powerpoint/2010/main" val="1941828513"/>
              </p:ext>
            </p:extLst>
          </p:nvPr>
        </p:nvGraphicFramePr>
        <p:xfrm>
          <a:off x="34642987" y="5067550"/>
          <a:ext cx="7253673" cy="22661319"/>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81" name="Rectangle 5">
            <a:extLst>
              <a:ext uri="{FF2B5EF4-FFF2-40B4-BE49-F238E27FC236}">
                <a16:creationId xmlns:a16="http://schemas.microsoft.com/office/drawing/2014/main" xmlns="" id="{88D57C6D-9B7C-4799-9EEF-AD493DF30EC4}"/>
              </a:ext>
            </a:extLst>
          </p:cNvPr>
          <p:cNvSpPr>
            <a:spLocks noChangeArrowheads="1"/>
          </p:cNvSpPr>
          <p:nvPr/>
        </p:nvSpPr>
        <p:spPr bwMode="auto">
          <a:xfrm>
            <a:off x="17350489" y="28320320"/>
            <a:ext cx="10058400" cy="784225"/>
          </a:xfrm>
          <a:prstGeom prst="rect">
            <a:avLst/>
          </a:prstGeom>
          <a:solidFill>
            <a:schemeClr val="accent1">
              <a:lumMod val="50000"/>
            </a:schemeClr>
          </a:solidFill>
          <a:ln>
            <a:noFill/>
          </a:ln>
          <a:effectLst/>
        </p:spPr>
        <p:txBody>
          <a:bodyPr wrap="none" lIns="274320" tIns="68580" rIns="274320" bIns="68580" anchor="ctr"/>
          <a:lstStyle>
            <a:defPPr>
              <a:defRPr kern="1200" smtId="4294967295"/>
            </a:defPPr>
          </a:lstStyle>
          <a:p>
            <a:pPr defTabSz="4703763"/>
            <a:r>
              <a:rPr lang="ru-RU" sz="3600" dirty="0">
                <a:solidFill>
                  <a:schemeClr val="bg1"/>
                </a:solidFill>
              </a:rPr>
              <a:t>Дальнейшая информация:</a:t>
            </a:r>
            <a:endParaRPr lang="en-US" sz="3600" dirty="0">
              <a:solidFill>
                <a:schemeClr val="bg1"/>
              </a:solidFill>
            </a:endParaRPr>
          </a:p>
        </p:txBody>
      </p:sp>
      <p:sp>
        <p:nvSpPr>
          <p:cNvPr id="84" name="TextBox 83">
            <a:extLst>
              <a:ext uri="{FF2B5EF4-FFF2-40B4-BE49-F238E27FC236}">
                <a16:creationId xmlns:a16="http://schemas.microsoft.com/office/drawing/2014/main" xmlns="" id="{2C6E9F3E-3183-4639-8BD4-4D30DDD1A58D}"/>
              </a:ext>
            </a:extLst>
          </p:cNvPr>
          <p:cNvSpPr txBox="1"/>
          <p:nvPr/>
        </p:nvSpPr>
        <p:spPr>
          <a:xfrm>
            <a:off x="17350489" y="29436827"/>
            <a:ext cx="9857035" cy="1569660"/>
          </a:xfrm>
          <a:prstGeom prst="rect">
            <a:avLst/>
          </a:prstGeom>
          <a:noFill/>
        </p:spPr>
        <p:txBody>
          <a:bodyPr wrap="square" rtlCol="0">
            <a:spAutoFit/>
          </a:bodyPr>
          <a:lstStyle>
            <a:defPPr>
              <a:defRPr kern="1200" smtId="4294967295"/>
            </a:defPPr>
          </a:lstStyle>
          <a:p>
            <a:pPr lvl="0">
              <a:buClr>
                <a:srgbClr val="000000"/>
              </a:buClr>
            </a:pPr>
            <a:r>
              <a:rPr lang="ru-RU" sz="3200" smtClean="0">
                <a:solidFill>
                  <a:srgbClr val="000000"/>
                </a:solidFill>
              </a:rPr>
              <a:t>Мерия</a:t>
            </a:r>
            <a:r>
              <a:rPr lang="ru-RU" sz="3200" dirty="0" smtClean="0">
                <a:solidFill>
                  <a:srgbClr val="000000"/>
                </a:solidFill>
              </a:rPr>
              <a:t> </a:t>
            </a:r>
            <a:r>
              <a:rPr lang="ru-RU" sz="3200" dirty="0">
                <a:solidFill>
                  <a:srgbClr val="000000"/>
                </a:solidFill>
              </a:rPr>
              <a:t>Калима, MA менеджер </a:t>
            </a:r>
            <a:r>
              <a:rPr lang="ru-RU" sz="3200" dirty="0" smtClean="0">
                <a:solidFill>
                  <a:srgbClr val="000000"/>
                </a:solidFill>
              </a:rPr>
              <a:t>проекта </a:t>
            </a:r>
            <a:r>
              <a:rPr lang="ru-RU" sz="3200" dirty="0">
                <a:solidFill>
                  <a:srgbClr val="000000"/>
                </a:solidFill>
              </a:rPr>
              <a:t>CBHE </a:t>
            </a:r>
            <a:r>
              <a:rPr lang="ru-RU" sz="3200" dirty="0" err="1">
                <a:solidFill>
                  <a:srgbClr val="000000"/>
                </a:solidFill>
              </a:rPr>
              <a:t>ProInca</a:t>
            </a:r>
            <a:r>
              <a:rPr lang="fi-FI" sz="3200" dirty="0">
                <a:solidFill>
                  <a:srgbClr val="000000"/>
                </a:solidFill>
              </a:rPr>
              <a:t/>
            </a:r>
            <a:br>
              <a:rPr lang="fi-FI" sz="3200" dirty="0">
                <a:solidFill>
                  <a:srgbClr val="000000"/>
                </a:solidFill>
              </a:rPr>
            </a:br>
            <a:r>
              <a:rPr lang="fi-FI" sz="3200" dirty="0">
                <a:solidFill>
                  <a:srgbClr val="000000"/>
                </a:solidFill>
              </a:rPr>
              <a:t>tel. +358 40 586 8988</a:t>
            </a:r>
            <a:br>
              <a:rPr lang="fi-FI" sz="3200" dirty="0">
                <a:solidFill>
                  <a:srgbClr val="000000"/>
                </a:solidFill>
              </a:rPr>
            </a:br>
            <a:r>
              <a:rPr lang="fi-FI" sz="3200" dirty="0">
                <a:solidFill>
                  <a:srgbClr val="000000"/>
                </a:solidFill>
              </a:rPr>
              <a:t>E-mail: merja.kalima(at)jamk.fi</a:t>
            </a:r>
            <a:endParaRPr lang="fi-FI" sz="3200" dirty="0"/>
          </a:p>
        </p:txBody>
      </p:sp>
      <p:graphicFrame>
        <p:nvGraphicFramePr>
          <p:cNvPr id="24" name="Diagram 3"/>
          <p:cNvGraphicFramePr/>
          <p:nvPr>
            <p:extLst>
              <p:ext uri="{D42A27DB-BD31-4B8C-83A1-F6EECF244321}">
                <p14:modId xmlns:p14="http://schemas.microsoft.com/office/powerpoint/2010/main" val="4211636204"/>
              </p:ext>
            </p:extLst>
          </p:nvPr>
        </p:nvGraphicFramePr>
        <p:xfrm>
          <a:off x="502919" y="5387073"/>
          <a:ext cx="33453510" cy="9050701"/>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sp>
        <p:nvSpPr>
          <p:cNvPr id="25" name="Rectangle 5">
            <a:extLst>
              <a:ext uri="{FF2B5EF4-FFF2-40B4-BE49-F238E27FC236}">
                <a16:creationId xmlns:a16="http://schemas.microsoft.com/office/drawing/2014/main" xmlns="" id="{88D57C6D-9B7C-4799-9EEF-AD493DF30EC4}"/>
              </a:ext>
            </a:extLst>
          </p:cNvPr>
          <p:cNvSpPr>
            <a:spLocks noChangeArrowheads="1"/>
          </p:cNvSpPr>
          <p:nvPr/>
        </p:nvSpPr>
        <p:spPr bwMode="auto">
          <a:xfrm>
            <a:off x="32471719" y="27947625"/>
            <a:ext cx="10058400" cy="784225"/>
          </a:xfrm>
          <a:prstGeom prst="rect">
            <a:avLst/>
          </a:prstGeom>
          <a:solidFill>
            <a:schemeClr val="tx2"/>
          </a:solidFill>
          <a:ln>
            <a:noFill/>
          </a:ln>
          <a:effectLst/>
        </p:spPr>
        <p:txBody>
          <a:bodyPr wrap="none" lIns="274320" tIns="68580" rIns="274320" bIns="68580" anchor="ctr"/>
          <a:lstStyle>
            <a:defPPr>
              <a:defRPr kern="1200" smtId="4294967295"/>
            </a:defPPr>
          </a:lstStyle>
          <a:p>
            <a:pPr defTabSz="4703763"/>
            <a:r>
              <a:rPr lang="ru-RU" sz="3600" dirty="0">
                <a:solidFill>
                  <a:schemeClr val="bg1"/>
                </a:solidFill>
              </a:rPr>
              <a:t>Подписывайтесь на нас:</a:t>
            </a:r>
            <a:endParaRPr lang="en-US" sz="3600" dirty="0">
              <a:solidFill>
                <a:schemeClr val="bg1"/>
              </a:solidFill>
            </a:endParaRPr>
          </a:p>
        </p:txBody>
      </p:sp>
      <p:sp>
        <p:nvSpPr>
          <p:cNvPr id="26" name="TextBox 25">
            <a:extLst>
              <a:ext uri="{FF2B5EF4-FFF2-40B4-BE49-F238E27FC236}">
                <a16:creationId xmlns:a16="http://schemas.microsoft.com/office/drawing/2014/main" xmlns="" id="{2C6E9F3E-3183-4639-8BD4-4D30DDD1A58D}"/>
              </a:ext>
            </a:extLst>
          </p:cNvPr>
          <p:cNvSpPr txBox="1"/>
          <p:nvPr/>
        </p:nvSpPr>
        <p:spPr>
          <a:xfrm>
            <a:off x="32487908" y="29070440"/>
            <a:ext cx="9857035" cy="2554545"/>
          </a:xfrm>
          <a:prstGeom prst="rect">
            <a:avLst/>
          </a:prstGeom>
          <a:noFill/>
        </p:spPr>
        <p:txBody>
          <a:bodyPr wrap="square" rtlCol="0">
            <a:spAutoFit/>
          </a:bodyPr>
          <a:lstStyle>
            <a:defPPr>
              <a:defRPr kern="1200" smtId="4294967295"/>
            </a:defPPr>
          </a:lstStyle>
          <a:p>
            <a:r>
              <a:rPr lang="en-US" sz="3200" dirty="0"/>
              <a:t>Project website: </a:t>
            </a:r>
            <a:r>
              <a:rPr lang="en-US" sz="3200" u="sng" dirty="0">
                <a:hlinkClick r:id="rId20"/>
              </a:rPr>
              <a:t>http://proinca-nursing.kz/</a:t>
            </a:r>
            <a:endParaRPr lang="en-US" sz="3200" u="sng" dirty="0"/>
          </a:p>
          <a:p>
            <a:r>
              <a:rPr lang="en-US" sz="3200" dirty="0"/>
              <a:t>CNE</a:t>
            </a:r>
            <a:r>
              <a:rPr lang="en-US" sz="3200" u="sng" dirty="0"/>
              <a:t>: </a:t>
            </a:r>
            <a:r>
              <a:rPr lang="en-US" sz="3200" u="sng" dirty="0">
                <a:hlinkClick r:id="rId21"/>
              </a:rPr>
              <a:t>https://nursekz.com</a:t>
            </a:r>
            <a:r>
              <a:rPr lang="en-US" sz="3200" u="sng" dirty="0"/>
              <a:t> </a:t>
            </a:r>
            <a:endParaRPr lang="ru-RU" sz="3200" dirty="0"/>
          </a:p>
          <a:p>
            <a:r>
              <a:rPr lang="en-US" sz="3200" dirty="0"/>
              <a:t>Twitter: </a:t>
            </a:r>
            <a:r>
              <a:rPr lang="en-US" sz="3200" dirty="0" err="1"/>
              <a:t>ProInCa_Nursing</a:t>
            </a:r>
            <a:endParaRPr lang="ru-RU" sz="3200" dirty="0"/>
          </a:p>
          <a:p>
            <a:r>
              <a:rPr lang="en-US" sz="3200" dirty="0"/>
              <a:t>Facebook: </a:t>
            </a:r>
            <a:r>
              <a:rPr lang="en-US" sz="3200" dirty="0" err="1"/>
              <a:t>Proincanursing</a:t>
            </a:r>
            <a:endParaRPr lang="en-US" sz="3200" dirty="0"/>
          </a:p>
          <a:p>
            <a:r>
              <a:rPr lang="en-US" sz="3200" dirty="0"/>
              <a:t>Instagram: </a:t>
            </a:r>
            <a:r>
              <a:rPr lang="en-US" sz="3200" dirty="0" err="1"/>
              <a:t>Proinca_kz</a:t>
            </a:r>
            <a:endParaRPr lang="ru-RU" sz="3200" dirty="0"/>
          </a:p>
        </p:txBody>
      </p:sp>
      <p:sp>
        <p:nvSpPr>
          <p:cNvPr id="27" name="Rectangle 5">
            <a:extLst>
              <a:ext uri="{FF2B5EF4-FFF2-40B4-BE49-F238E27FC236}">
                <a16:creationId xmlns:a16="http://schemas.microsoft.com/office/drawing/2014/main" xmlns="" id="{88D57C6D-9B7C-4799-9EEF-AD493DF30EC4}"/>
              </a:ext>
            </a:extLst>
          </p:cNvPr>
          <p:cNvSpPr>
            <a:spLocks noChangeArrowheads="1"/>
          </p:cNvSpPr>
          <p:nvPr/>
        </p:nvSpPr>
        <p:spPr bwMode="auto">
          <a:xfrm>
            <a:off x="1864198" y="28146130"/>
            <a:ext cx="10058400" cy="784225"/>
          </a:xfrm>
          <a:prstGeom prst="rect">
            <a:avLst/>
          </a:prstGeom>
          <a:solidFill>
            <a:schemeClr val="tx2"/>
          </a:solidFill>
          <a:ln>
            <a:noFill/>
          </a:ln>
          <a:effectLst/>
        </p:spPr>
        <p:txBody>
          <a:bodyPr wrap="none" lIns="274320" tIns="68580" rIns="274320" bIns="68580" anchor="ctr"/>
          <a:lstStyle>
            <a:defPPr>
              <a:defRPr kern="1200" smtId="4294967295"/>
            </a:defPPr>
          </a:lstStyle>
          <a:p>
            <a:pPr defTabSz="4703763"/>
            <a:r>
              <a:rPr lang="ru-RU" sz="3600" dirty="0">
                <a:solidFill>
                  <a:schemeClr val="bg1"/>
                </a:solidFill>
              </a:rPr>
              <a:t>Дальнейшая информация:</a:t>
            </a:r>
            <a:endParaRPr lang="en-US" sz="3600" dirty="0">
              <a:solidFill>
                <a:schemeClr val="bg1"/>
              </a:solidFill>
            </a:endParaRPr>
          </a:p>
        </p:txBody>
      </p:sp>
      <p:sp>
        <p:nvSpPr>
          <p:cNvPr id="28" name="TextBox 27">
            <a:extLst>
              <a:ext uri="{FF2B5EF4-FFF2-40B4-BE49-F238E27FC236}">
                <a16:creationId xmlns:a16="http://schemas.microsoft.com/office/drawing/2014/main" xmlns="" id="{2C6E9F3E-3183-4639-8BD4-4D30DDD1A58D}"/>
              </a:ext>
            </a:extLst>
          </p:cNvPr>
          <p:cNvSpPr txBox="1"/>
          <p:nvPr/>
        </p:nvSpPr>
        <p:spPr>
          <a:xfrm>
            <a:off x="1864198" y="29295756"/>
            <a:ext cx="9857035" cy="2062103"/>
          </a:xfrm>
          <a:prstGeom prst="rect">
            <a:avLst/>
          </a:prstGeom>
          <a:noFill/>
        </p:spPr>
        <p:txBody>
          <a:bodyPr wrap="square" rtlCol="0">
            <a:spAutoFit/>
          </a:bodyPr>
          <a:lstStyle>
            <a:defPPr>
              <a:defRPr kern="1200" smtId="4294967295"/>
            </a:defPPr>
          </a:lstStyle>
          <a:p>
            <a:pPr>
              <a:tabLst>
                <a:tab pos="635000" algn="l"/>
              </a:tabLst>
            </a:pPr>
            <a:r>
              <a:rPr lang="ru-RU" sz="3200" dirty="0" err="1"/>
              <a:t>Йоханна</a:t>
            </a:r>
            <a:r>
              <a:rPr lang="ru-RU" sz="3200" dirty="0"/>
              <a:t> </a:t>
            </a:r>
            <a:r>
              <a:rPr lang="ru-RU" sz="3200" dirty="0" err="1"/>
              <a:t>Хейккиля</a:t>
            </a:r>
            <a:r>
              <a:rPr lang="ru-RU" sz="3200" dirty="0"/>
              <a:t>, </a:t>
            </a:r>
            <a:r>
              <a:rPr lang="ru-RU" sz="3200" dirty="0" err="1"/>
              <a:t>PhD</a:t>
            </a:r>
            <a:r>
              <a:rPr lang="ru-RU" sz="3200" dirty="0"/>
              <a:t>, старший советник-координатор и научный руководитель CBHE </a:t>
            </a:r>
            <a:r>
              <a:rPr lang="ru-RU" sz="3200" dirty="0" err="1"/>
              <a:t>ProInCa</a:t>
            </a:r>
            <a:r>
              <a:rPr lang="en-US" sz="3200" dirty="0"/>
              <a:t/>
            </a:r>
            <a:br>
              <a:rPr lang="en-US" sz="3200" dirty="0"/>
            </a:br>
            <a:r>
              <a:rPr lang="en-US" sz="3200" dirty="0"/>
              <a:t>Tel. +358 40 8488 623 ; +77079488623</a:t>
            </a:r>
            <a:br>
              <a:rPr lang="en-US" sz="3200" dirty="0"/>
            </a:br>
            <a:r>
              <a:rPr lang="en-US" sz="3200" dirty="0"/>
              <a:t>E-mail: </a:t>
            </a:r>
            <a:r>
              <a:rPr lang="en-US" sz="3200" dirty="0" err="1"/>
              <a:t>johanna.heikkila</a:t>
            </a:r>
            <a:r>
              <a:rPr lang="en-US" sz="3200" dirty="0"/>
              <a:t>(at)jamk.fi</a:t>
            </a:r>
          </a:p>
        </p:txBody>
      </p:sp>
    </p:spTree>
    <p:extLst>
      <p:ext uri="{BB962C8B-B14F-4D97-AF65-F5344CB8AC3E}">
        <p14:creationId xmlns:p14="http://schemas.microsoft.com/office/powerpoint/2010/main" val="2699530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1643</TotalTime>
  <Words>335</Words>
  <Application>Microsoft Office PowerPoint</Application>
  <PresentationFormat>Произвольный</PresentationFormat>
  <Paragraphs>39</Paragraphs>
  <Slides>1</Slides>
  <Notes>1</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vt:i4>
      </vt:variant>
    </vt:vector>
  </HeadingPairs>
  <TitlesOfParts>
    <vt:vector size="7" baseType="lpstr">
      <vt:lpstr>Amaranth</vt:lpstr>
      <vt:lpstr>Arial</vt:lpstr>
      <vt:lpstr>Calibri</vt:lpstr>
      <vt:lpstr>Open Sans</vt:lpstr>
      <vt:lpstr>Trebuchet MS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110</cp:revision>
  <dcterms:created xsi:type="dcterms:W3CDTF">2012-02-03T19:11:35Z</dcterms:created>
  <dcterms:modified xsi:type="dcterms:W3CDTF">2020-12-15T07:59:29Z</dcterms:modified>
  <cp:category>Research poster templates</cp:category>
</cp:coreProperties>
</file>