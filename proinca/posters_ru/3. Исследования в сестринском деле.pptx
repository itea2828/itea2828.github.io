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2735BC-718E-4020-B1AE-CF42E192F99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2DB8951-964C-43D0-8BDB-CD19F77E0C4E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Обоснование темы исследования</a:t>
          </a:r>
          <a:r>
            <a:rPr lang="kk-KZ" sz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;</a:t>
          </a:r>
          <a:endParaRPr lang="ru-RU" sz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7DD35C90-C0BC-4EFD-8491-8E5B06F3BF9A}" type="parTrans" cxnId="{6D4CC704-CFE5-440C-AC6A-98AE9E2175A2}">
      <dgm:prSet/>
      <dgm:spPr/>
      <dgm:t>
        <a:bodyPr/>
        <a:lstStyle/>
        <a:p>
          <a:endParaRPr lang="ru-RU"/>
        </a:p>
      </dgm:t>
    </dgm:pt>
    <dgm:pt modelId="{653A12D2-2439-43D4-B977-2FC07CDE0E2E}" type="sibTrans" cxnId="{6D4CC704-CFE5-440C-AC6A-98AE9E2175A2}">
      <dgm:prSet/>
      <dgm:spPr/>
      <dgm:t>
        <a:bodyPr/>
        <a:lstStyle/>
        <a:p>
          <a:endParaRPr lang="ru-RU"/>
        </a:p>
      </dgm:t>
    </dgm:pt>
    <dgm:pt modelId="{E391706F-7698-4BBD-B55D-26D0485DE7C3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программа, методы исследования;</a:t>
          </a:r>
          <a:endParaRPr lang="ru-RU" sz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68D6C4F3-DB65-4448-A6A2-8BB37199127B}" type="parTrans" cxnId="{3E467133-3736-4443-931B-D12551697CCF}">
      <dgm:prSet/>
      <dgm:spPr/>
      <dgm:t>
        <a:bodyPr/>
        <a:lstStyle/>
        <a:p>
          <a:endParaRPr lang="ru-RU"/>
        </a:p>
      </dgm:t>
    </dgm:pt>
    <dgm:pt modelId="{76784F59-03F8-451C-9E6F-67D55231ECF5}" type="sibTrans" cxnId="{3E467133-3736-4443-931B-D12551697CCF}">
      <dgm:prSet/>
      <dgm:spPr/>
      <dgm:t>
        <a:bodyPr/>
        <a:lstStyle/>
        <a:p>
          <a:endParaRPr lang="ru-RU"/>
        </a:p>
      </dgm:t>
    </dgm:pt>
    <dgm:pt modelId="{0B8815EB-F256-48A0-8ADA-C7FF18312733}">
      <dgm:prSet phldrT="[Текст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sz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результаты исследования</a:t>
          </a:r>
          <a:r>
            <a:rPr lang="kk-KZ" sz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.</a:t>
          </a:r>
          <a:endParaRPr lang="ru-RU" sz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88250ADA-942C-44A0-B3CB-D21B150CDEE5}" type="parTrans" cxnId="{8C78B879-ECB7-4F48-ADFC-55ADA74F574C}">
      <dgm:prSet/>
      <dgm:spPr/>
      <dgm:t>
        <a:bodyPr/>
        <a:lstStyle/>
        <a:p>
          <a:endParaRPr lang="ru-RU"/>
        </a:p>
      </dgm:t>
    </dgm:pt>
    <dgm:pt modelId="{F901E2C6-6026-4CC9-B751-67A5F2660D49}" type="sibTrans" cxnId="{8C78B879-ECB7-4F48-ADFC-55ADA74F574C}">
      <dgm:prSet/>
      <dgm:spPr/>
      <dgm:t>
        <a:bodyPr/>
        <a:lstStyle/>
        <a:p>
          <a:endParaRPr lang="ru-RU"/>
        </a:p>
      </dgm:t>
    </dgm:pt>
    <dgm:pt modelId="{0D202ABA-6F2E-4DEA-AEDE-24B45E066E48}" type="pres">
      <dgm:prSet presAssocID="{1E2735BC-718E-4020-B1AE-CF42E192F997}" presName="Name0" presStyleCnt="0">
        <dgm:presLayoutVars>
          <dgm:dir/>
          <dgm:animLvl val="lvl"/>
          <dgm:resizeHandles val="exact"/>
        </dgm:presLayoutVars>
      </dgm:prSet>
      <dgm:spPr/>
    </dgm:pt>
    <dgm:pt modelId="{5DAEB56A-9392-4B34-9D63-17098C9B6750}" type="pres">
      <dgm:prSet presAssocID="{C2DB8951-964C-43D0-8BDB-CD19F77E0C4E}" presName="parTxOnly" presStyleLbl="node1" presStyleIdx="0" presStyleCnt="3" custScaleX="315879" custScaleY="278735" custLinFactNeighborX="-820" custLinFactNeighborY="330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E22F59-95FC-4EEF-A99B-F8E70881FAAC}" type="pres">
      <dgm:prSet presAssocID="{653A12D2-2439-43D4-B977-2FC07CDE0E2E}" presName="parTxOnlySpace" presStyleCnt="0"/>
      <dgm:spPr/>
    </dgm:pt>
    <dgm:pt modelId="{7B6875E1-EF61-422C-98CB-4B0E8098986A}" type="pres">
      <dgm:prSet presAssocID="{E391706F-7698-4BBD-B55D-26D0485DE7C3}" presName="parTxOnly" presStyleLbl="node1" presStyleIdx="1" presStyleCnt="3" custScaleX="329366" custScaleY="27212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7FE353-6218-4D59-A21F-69C450CD6233}" type="pres">
      <dgm:prSet presAssocID="{76784F59-03F8-451C-9E6F-67D55231ECF5}" presName="parTxOnlySpace" presStyleCnt="0"/>
      <dgm:spPr/>
    </dgm:pt>
    <dgm:pt modelId="{7349CC95-7BB7-4B58-A76B-FE860A244CA5}" type="pres">
      <dgm:prSet presAssocID="{0B8815EB-F256-48A0-8ADA-C7FF18312733}" presName="parTxOnly" presStyleLbl="node1" presStyleIdx="2" presStyleCnt="3" custScaleX="340538" custScaleY="27212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34197B0-C0D5-4477-887B-9EED4862B774}" type="presOf" srcId="{1E2735BC-718E-4020-B1AE-CF42E192F997}" destId="{0D202ABA-6F2E-4DEA-AEDE-24B45E066E48}" srcOrd="0" destOrd="0" presId="urn:microsoft.com/office/officeart/2005/8/layout/chevron1"/>
    <dgm:cxn modelId="{3E467133-3736-4443-931B-D12551697CCF}" srcId="{1E2735BC-718E-4020-B1AE-CF42E192F997}" destId="{E391706F-7698-4BBD-B55D-26D0485DE7C3}" srcOrd="1" destOrd="0" parTransId="{68D6C4F3-DB65-4448-A6A2-8BB37199127B}" sibTransId="{76784F59-03F8-451C-9E6F-67D55231ECF5}"/>
    <dgm:cxn modelId="{8C78B879-ECB7-4F48-ADFC-55ADA74F574C}" srcId="{1E2735BC-718E-4020-B1AE-CF42E192F997}" destId="{0B8815EB-F256-48A0-8ADA-C7FF18312733}" srcOrd="2" destOrd="0" parTransId="{88250ADA-942C-44A0-B3CB-D21B150CDEE5}" sibTransId="{F901E2C6-6026-4CC9-B751-67A5F2660D49}"/>
    <dgm:cxn modelId="{A688B2BB-1DE0-45EE-8C21-8DF2E09C8923}" type="presOf" srcId="{E391706F-7698-4BBD-B55D-26D0485DE7C3}" destId="{7B6875E1-EF61-422C-98CB-4B0E8098986A}" srcOrd="0" destOrd="0" presId="urn:microsoft.com/office/officeart/2005/8/layout/chevron1"/>
    <dgm:cxn modelId="{6D4CC704-CFE5-440C-AC6A-98AE9E2175A2}" srcId="{1E2735BC-718E-4020-B1AE-CF42E192F997}" destId="{C2DB8951-964C-43D0-8BDB-CD19F77E0C4E}" srcOrd="0" destOrd="0" parTransId="{7DD35C90-C0BC-4EFD-8491-8E5B06F3BF9A}" sibTransId="{653A12D2-2439-43D4-B977-2FC07CDE0E2E}"/>
    <dgm:cxn modelId="{D3058775-9823-4C10-B174-39E34C8DD731}" type="presOf" srcId="{0B8815EB-F256-48A0-8ADA-C7FF18312733}" destId="{7349CC95-7BB7-4B58-A76B-FE860A244CA5}" srcOrd="0" destOrd="0" presId="urn:microsoft.com/office/officeart/2005/8/layout/chevron1"/>
    <dgm:cxn modelId="{87A5AE2A-FDF6-45EF-8525-3CE9A212AB41}" type="presOf" srcId="{C2DB8951-964C-43D0-8BDB-CD19F77E0C4E}" destId="{5DAEB56A-9392-4B34-9D63-17098C9B6750}" srcOrd="0" destOrd="0" presId="urn:microsoft.com/office/officeart/2005/8/layout/chevron1"/>
    <dgm:cxn modelId="{4172AC6D-DEB7-41B1-8F73-40B5C362CB69}" type="presParOf" srcId="{0D202ABA-6F2E-4DEA-AEDE-24B45E066E48}" destId="{5DAEB56A-9392-4B34-9D63-17098C9B6750}" srcOrd="0" destOrd="0" presId="urn:microsoft.com/office/officeart/2005/8/layout/chevron1"/>
    <dgm:cxn modelId="{AB211318-4B3C-44A5-981E-516D5EA5A8F5}" type="presParOf" srcId="{0D202ABA-6F2E-4DEA-AEDE-24B45E066E48}" destId="{ACE22F59-95FC-4EEF-A99B-F8E70881FAAC}" srcOrd="1" destOrd="0" presId="urn:microsoft.com/office/officeart/2005/8/layout/chevron1"/>
    <dgm:cxn modelId="{13E0FF3D-CCD0-476D-B741-286ADDC0B148}" type="presParOf" srcId="{0D202ABA-6F2E-4DEA-AEDE-24B45E066E48}" destId="{7B6875E1-EF61-422C-98CB-4B0E8098986A}" srcOrd="2" destOrd="0" presId="urn:microsoft.com/office/officeart/2005/8/layout/chevron1"/>
    <dgm:cxn modelId="{15B19A3C-1EB3-4DEC-9EEB-CAECE9073482}" type="presParOf" srcId="{0D202ABA-6F2E-4DEA-AEDE-24B45E066E48}" destId="{4D7FE353-6218-4D59-A21F-69C450CD6233}" srcOrd="3" destOrd="0" presId="urn:microsoft.com/office/officeart/2005/8/layout/chevron1"/>
    <dgm:cxn modelId="{99304EFA-8D5B-4C89-9244-E0A5A2C3B31E}" type="presParOf" srcId="{0D202ABA-6F2E-4DEA-AEDE-24B45E066E48}" destId="{7349CC95-7BB7-4B58-A76B-FE860A244CA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FBD7A5-C326-4B17-9C68-5462823A1DDF}" type="doc">
      <dgm:prSet loTypeId="urn:microsoft.com/office/officeart/2005/8/layout/radial1" loCatId="cycle" qsTypeId="urn:microsoft.com/office/officeart/2005/8/quickstyle/3d3" qsCatId="3D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7860B44B-619E-44DD-BCD2-C460061E3766}">
      <dgm:prSet phldrT="[Текст]" custT="1"/>
      <dgm:spPr/>
      <dgm:t>
        <a:bodyPr/>
        <a:lstStyle/>
        <a:p>
          <a:r>
            <a:rPr lang="ru-RU" sz="1200" b="1" i="0" dirty="0" smtClean="0">
              <a:solidFill>
                <a:srgbClr val="000000"/>
              </a:solidFill>
            </a:rPr>
            <a:t>Основные задачи исследования</a:t>
          </a:r>
          <a:endParaRPr lang="ru-RU" sz="1200" b="1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9777CE32-450C-4701-94D8-0118586D65CC}" type="parTrans" cxnId="{3FEF7402-4008-4985-91E5-A957556C3F0D}">
      <dgm:prSet/>
      <dgm:spPr/>
      <dgm:t>
        <a:bodyPr/>
        <a:lstStyle/>
        <a:p>
          <a:endParaRPr lang="ru-RU"/>
        </a:p>
      </dgm:t>
    </dgm:pt>
    <dgm:pt modelId="{8DB63A56-6056-4276-8E11-F726F946A1D8}" type="sibTrans" cxnId="{3FEF7402-4008-4985-91E5-A957556C3F0D}">
      <dgm:prSet/>
      <dgm:spPr/>
      <dgm:t>
        <a:bodyPr/>
        <a:lstStyle/>
        <a:p>
          <a:endParaRPr lang="ru-RU"/>
        </a:p>
      </dgm:t>
    </dgm:pt>
    <dgm:pt modelId="{AD0EA492-32B0-4BE0-8D26-8C690AD9CF35}">
      <dgm:prSet phldrT="[Текст]" custT="1"/>
      <dgm:spPr/>
      <dgm:t>
        <a:bodyPr/>
        <a:lstStyle/>
        <a:p>
          <a:r>
            <a:rPr lang="ru-RU" sz="1100" b="0" i="0" dirty="0" smtClean="0">
              <a:solidFill>
                <a:srgbClr val="000000"/>
              </a:solidFill>
            </a:rPr>
            <a:t>проверка эффективности экспериментальных моделей медсестер на практике </a:t>
          </a:r>
          <a:endParaRPr lang="ru-RU" sz="11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D6847043-68FE-4CCD-9A5A-2EED042040BD}" type="parTrans" cxnId="{A7634626-8709-48E8-9DBB-9E80631EE125}">
      <dgm:prSet/>
      <dgm:spPr/>
      <dgm:t>
        <a:bodyPr/>
        <a:lstStyle/>
        <a:p>
          <a:endParaRPr lang="ru-RU"/>
        </a:p>
      </dgm:t>
    </dgm:pt>
    <dgm:pt modelId="{4C65A9A1-AC1E-4DE5-8816-0B862D725F21}" type="sibTrans" cxnId="{A7634626-8709-48E8-9DBB-9E80631EE125}">
      <dgm:prSet/>
      <dgm:spPr/>
      <dgm:t>
        <a:bodyPr/>
        <a:lstStyle/>
        <a:p>
          <a:endParaRPr lang="ru-RU"/>
        </a:p>
      </dgm:t>
    </dgm:pt>
    <dgm:pt modelId="{E49DC1B6-0D04-4CDD-B76A-109EF0E60059}">
      <dgm:prSet phldrT="[Текст]" custT="1"/>
      <dgm:spPr/>
      <dgm:t>
        <a:bodyPr/>
        <a:lstStyle/>
        <a:p>
          <a:pPr>
            <a:lnSpc>
              <a:spcPct val="100000"/>
            </a:lnSpc>
          </a:pPr>
          <a:r>
            <a:rPr lang="ru-RU" sz="1050" b="0" i="0" dirty="0" smtClean="0">
              <a:solidFill>
                <a:srgbClr val="000000"/>
              </a:solidFill>
            </a:rPr>
            <a:t>разработка норм, критериев и стандартов</a:t>
          </a:r>
          <a:endParaRPr lang="ru-RU" sz="105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FC10F891-4B45-4211-92D0-71EB81580A2E}" type="parTrans" cxnId="{895EC43F-5F2C-478A-A966-F900EE100947}">
      <dgm:prSet/>
      <dgm:spPr/>
      <dgm:t>
        <a:bodyPr/>
        <a:lstStyle/>
        <a:p>
          <a:endParaRPr lang="ru-RU"/>
        </a:p>
      </dgm:t>
    </dgm:pt>
    <dgm:pt modelId="{FCA1E912-CE9B-4A45-A3FE-1E2D8D3088E0}" type="sibTrans" cxnId="{895EC43F-5F2C-478A-A966-F900EE100947}">
      <dgm:prSet/>
      <dgm:spPr/>
      <dgm:t>
        <a:bodyPr/>
        <a:lstStyle/>
        <a:p>
          <a:endParaRPr lang="ru-RU"/>
        </a:p>
      </dgm:t>
    </dgm:pt>
    <dgm:pt modelId="{94AD76D1-A2B2-472A-A541-17022FCE3860}">
      <dgm:prSet phldrT="[Текст]" custT="1"/>
      <dgm:spPr/>
      <dgm:t>
        <a:bodyPr/>
        <a:lstStyle/>
        <a:p>
          <a:r>
            <a:rPr lang="ru-RU" sz="1200" b="0" i="0" dirty="0" smtClean="0">
              <a:solidFill>
                <a:srgbClr val="000000"/>
              </a:solidFill>
            </a:rPr>
            <a:t>разработка новых форм и методов организации сестринского дела</a:t>
          </a:r>
          <a:endParaRPr lang="ru-RU" sz="12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00F438D4-904D-4C64-A0E3-D37E69F9EE27}" type="parTrans" cxnId="{0D8AE2C8-46CA-4957-8728-4A6F6D3E6DD9}">
      <dgm:prSet/>
      <dgm:spPr/>
      <dgm:t>
        <a:bodyPr/>
        <a:lstStyle/>
        <a:p>
          <a:endParaRPr lang="ru-RU"/>
        </a:p>
      </dgm:t>
    </dgm:pt>
    <dgm:pt modelId="{6DDAE4D2-3500-4662-BA67-F319714E460D}" type="sibTrans" cxnId="{0D8AE2C8-46CA-4957-8728-4A6F6D3E6DD9}">
      <dgm:prSet/>
      <dgm:spPr/>
      <dgm:t>
        <a:bodyPr/>
        <a:lstStyle/>
        <a:p>
          <a:endParaRPr lang="ru-RU"/>
        </a:p>
      </dgm:t>
    </dgm:pt>
    <dgm:pt modelId="{EE7DE057-37A5-4214-B78F-5F72AEEC687F}">
      <dgm:prSet phldrT="[Текст]" custT="1"/>
      <dgm:spPr/>
      <dgm:t>
        <a:bodyPr/>
        <a:lstStyle/>
        <a:p>
          <a:r>
            <a:rPr lang="ru-RU" sz="1000" b="0" i="0" dirty="0" smtClean="0">
              <a:solidFill>
                <a:srgbClr val="000000"/>
              </a:solidFill>
            </a:rPr>
            <a:t>разработка научных подходов к развитию сестринского дела</a:t>
          </a:r>
          <a:endParaRPr lang="ru-RU" sz="1000" dirty="0">
            <a:solidFill>
              <a:srgbClr val="000000"/>
            </a:solidFill>
          </a:endParaRPr>
        </a:p>
      </dgm:t>
    </dgm:pt>
    <dgm:pt modelId="{6317F526-7F76-44AE-AE33-4AF9A34402F1}" type="parTrans" cxnId="{093F6E81-4537-4B5D-8C24-02367FE15F4C}">
      <dgm:prSet/>
      <dgm:spPr/>
      <dgm:t>
        <a:bodyPr/>
        <a:lstStyle/>
        <a:p>
          <a:endParaRPr lang="ru-RU"/>
        </a:p>
      </dgm:t>
    </dgm:pt>
    <dgm:pt modelId="{5BB6D9B6-3D13-4B9E-9D6A-F96C3745F1B0}" type="sibTrans" cxnId="{093F6E81-4537-4B5D-8C24-02367FE15F4C}">
      <dgm:prSet/>
      <dgm:spPr/>
      <dgm:t>
        <a:bodyPr/>
        <a:lstStyle/>
        <a:p>
          <a:endParaRPr lang="ru-RU"/>
        </a:p>
      </dgm:t>
    </dgm:pt>
    <dgm:pt modelId="{9B9E7BB6-1DDA-4BF7-A393-AE791B606E2B}" type="pres">
      <dgm:prSet presAssocID="{DAFBD7A5-C326-4B17-9C68-5462823A1DDF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95C0E34-8A5A-4D77-9591-0F72AB18D86D}" type="pres">
      <dgm:prSet presAssocID="{7860B44B-619E-44DD-BCD2-C460061E3766}" presName="centerShape" presStyleLbl="node0" presStyleIdx="0" presStyleCnt="1" custScaleX="126768" custLinFactNeighborX="-6293" custLinFactNeighborY="-1453"/>
      <dgm:spPr/>
      <dgm:t>
        <a:bodyPr/>
        <a:lstStyle/>
        <a:p>
          <a:endParaRPr lang="ru-RU"/>
        </a:p>
      </dgm:t>
    </dgm:pt>
    <dgm:pt modelId="{5D6C62FC-F2A7-450C-A224-B45DB7AF562A}" type="pres">
      <dgm:prSet presAssocID="{D6847043-68FE-4CCD-9A5A-2EED042040BD}" presName="Name9" presStyleLbl="parChTrans1D2" presStyleIdx="0" presStyleCnt="4"/>
      <dgm:spPr/>
      <dgm:t>
        <a:bodyPr/>
        <a:lstStyle/>
        <a:p>
          <a:endParaRPr lang="ru-RU"/>
        </a:p>
      </dgm:t>
    </dgm:pt>
    <dgm:pt modelId="{6E8C4974-30D2-4CA9-8B5F-578704BEE15A}" type="pres">
      <dgm:prSet presAssocID="{D6847043-68FE-4CCD-9A5A-2EED042040BD}" presName="connTx" presStyleLbl="parChTrans1D2" presStyleIdx="0" presStyleCnt="4"/>
      <dgm:spPr/>
      <dgm:t>
        <a:bodyPr/>
        <a:lstStyle/>
        <a:p>
          <a:endParaRPr lang="ru-RU"/>
        </a:p>
      </dgm:t>
    </dgm:pt>
    <dgm:pt modelId="{3D11DCDB-6A8A-4E7D-91C6-B28E81635885}" type="pres">
      <dgm:prSet presAssocID="{AD0EA492-32B0-4BE0-8D26-8C690AD9CF35}" presName="node" presStyleLbl="node1" presStyleIdx="0" presStyleCnt="4" custScaleX="312695" custScaleY="942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12D56BD-DF07-4EA2-8452-0C0558947C3E}" type="pres">
      <dgm:prSet presAssocID="{FC10F891-4B45-4211-92D0-71EB81580A2E}" presName="Name9" presStyleLbl="parChTrans1D2" presStyleIdx="1" presStyleCnt="4"/>
      <dgm:spPr/>
      <dgm:t>
        <a:bodyPr/>
        <a:lstStyle/>
        <a:p>
          <a:endParaRPr lang="ru-RU"/>
        </a:p>
      </dgm:t>
    </dgm:pt>
    <dgm:pt modelId="{3641D111-F8BB-43FC-AF00-0BC2532AAE17}" type="pres">
      <dgm:prSet presAssocID="{FC10F891-4B45-4211-92D0-71EB81580A2E}" presName="connTx" presStyleLbl="parChTrans1D2" presStyleIdx="1" presStyleCnt="4"/>
      <dgm:spPr/>
      <dgm:t>
        <a:bodyPr/>
        <a:lstStyle/>
        <a:p>
          <a:endParaRPr lang="ru-RU"/>
        </a:p>
      </dgm:t>
    </dgm:pt>
    <dgm:pt modelId="{4901B45C-474D-46AE-8CAA-DD5215FD6BA5}" type="pres">
      <dgm:prSet presAssocID="{E49DC1B6-0D04-4CDD-B76A-109EF0E60059}" presName="node" presStyleLbl="node1" presStyleIdx="1" presStyleCnt="4" custScaleX="118899" custScaleY="1661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DD94FF-5036-45A7-9AE5-6BABCA5AF984}" type="pres">
      <dgm:prSet presAssocID="{00F438D4-904D-4C64-A0E3-D37E69F9EE27}" presName="Name9" presStyleLbl="parChTrans1D2" presStyleIdx="2" presStyleCnt="4"/>
      <dgm:spPr/>
      <dgm:t>
        <a:bodyPr/>
        <a:lstStyle/>
        <a:p>
          <a:endParaRPr lang="ru-RU"/>
        </a:p>
      </dgm:t>
    </dgm:pt>
    <dgm:pt modelId="{E1393CD8-0683-4051-B09D-74C668C9BB74}" type="pres">
      <dgm:prSet presAssocID="{00F438D4-904D-4C64-A0E3-D37E69F9EE27}" presName="connTx" presStyleLbl="parChTrans1D2" presStyleIdx="2" presStyleCnt="4"/>
      <dgm:spPr/>
      <dgm:t>
        <a:bodyPr/>
        <a:lstStyle/>
        <a:p>
          <a:endParaRPr lang="ru-RU"/>
        </a:p>
      </dgm:t>
    </dgm:pt>
    <dgm:pt modelId="{B75D25B0-A594-4838-ACF2-969917E58215}" type="pres">
      <dgm:prSet presAssocID="{94AD76D1-A2B2-472A-A541-17022FCE3860}" presName="node" presStyleLbl="node1" presStyleIdx="2" presStyleCnt="4" custScaleX="2957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B4F1CD-8172-4FAE-93EF-58190714726F}" type="pres">
      <dgm:prSet presAssocID="{6317F526-7F76-44AE-AE33-4AF9A34402F1}" presName="Name9" presStyleLbl="parChTrans1D2" presStyleIdx="3" presStyleCnt="4"/>
      <dgm:spPr/>
      <dgm:t>
        <a:bodyPr/>
        <a:lstStyle/>
        <a:p>
          <a:endParaRPr lang="ru-RU"/>
        </a:p>
      </dgm:t>
    </dgm:pt>
    <dgm:pt modelId="{BA7647A0-2383-41B7-A7C5-51C1B6088454}" type="pres">
      <dgm:prSet presAssocID="{6317F526-7F76-44AE-AE33-4AF9A34402F1}" presName="connTx" presStyleLbl="parChTrans1D2" presStyleIdx="3" presStyleCnt="4"/>
      <dgm:spPr/>
      <dgm:t>
        <a:bodyPr/>
        <a:lstStyle/>
        <a:p>
          <a:endParaRPr lang="ru-RU"/>
        </a:p>
      </dgm:t>
    </dgm:pt>
    <dgm:pt modelId="{FEB92084-2B18-49E9-A6D5-1C6C02600311}" type="pres">
      <dgm:prSet presAssocID="{EE7DE057-37A5-4214-B78F-5F72AEEC687F}" presName="node" presStyleLbl="node1" presStyleIdx="3" presStyleCnt="4" custScaleX="116828" custScaleY="16614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FAE2993-E3CD-4092-AE29-B91AE2A90546}" type="presOf" srcId="{6317F526-7F76-44AE-AE33-4AF9A34402F1}" destId="{BA7647A0-2383-41B7-A7C5-51C1B6088454}" srcOrd="1" destOrd="0" presId="urn:microsoft.com/office/officeart/2005/8/layout/radial1"/>
    <dgm:cxn modelId="{093F6E81-4537-4B5D-8C24-02367FE15F4C}" srcId="{7860B44B-619E-44DD-BCD2-C460061E3766}" destId="{EE7DE057-37A5-4214-B78F-5F72AEEC687F}" srcOrd="3" destOrd="0" parTransId="{6317F526-7F76-44AE-AE33-4AF9A34402F1}" sibTransId="{5BB6D9B6-3D13-4B9E-9D6A-F96C3745F1B0}"/>
    <dgm:cxn modelId="{98E8C4D3-506F-4764-AEF5-501B8A243BC7}" type="presOf" srcId="{7860B44B-619E-44DD-BCD2-C460061E3766}" destId="{D95C0E34-8A5A-4D77-9591-0F72AB18D86D}" srcOrd="0" destOrd="0" presId="urn:microsoft.com/office/officeart/2005/8/layout/radial1"/>
    <dgm:cxn modelId="{083592C1-E0B9-45A0-A80D-8AA6E0AB8CFF}" type="presOf" srcId="{94AD76D1-A2B2-472A-A541-17022FCE3860}" destId="{B75D25B0-A594-4838-ACF2-969917E58215}" srcOrd="0" destOrd="0" presId="urn:microsoft.com/office/officeart/2005/8/layout/radial1"/>
    <dgm:cxn modelId="{3FEF7402-4008-4985-91E5-A957556C3F0D}" srcId="{DAFBD7A5-C326-4B17-9C68-5462823A1DDF}" destId="{7860B44B-619E-44DD-BCD2-C460061E3766}" srcOrd="0" destOrd="0" parTransId="{9777CE32-450C-4701-94D8-0118586D65CC}" sibTransId="{8DB63A56-6056-4276-8E11-F726F946A1D8}"/>
    <dgm:cxn modelId="{767F5161-D75A-4F9D-8B74-4256078AE367}" type="presOf" srcId="{D6847043-68FE-4CCD-9A5A-2EED042040BD}" destId="{6E8C4974-30D2-4CA9-8B5F-578704BEE15A}" srcOrd="1" destOrd="0" presId="urn:microsoft.com/office/officeart/2005/8/layout/radial1"/>
    <dgm:cxn modelId="{08967ECE-5DD9-4E6C-8BF6-093E6CF071C1}" type="presOf" srcId="{00F438D4-904D-4C64-A0E3-D37E69F9EE27}" destId="{F0DD94FF-5036-45A7-9AE5-6BABCA5AF984}" srcOrd="0" destOrd="0" presId="urn:microsoft.com/office/officeart/2005/8/layout/radial1"/>
    <dgm:cxn modelId="{F4413B15-33BF-4453-B142-5117C1299A54}" type="presOf" srcId="{DAFBD7A5-C326-4B17-9C68-5462823A1DDF}" destId="{9B9E7BB6-1DDA-4BF7-A393-AE791B606E2B}" srcOrd="0" destOrd="0" presId="urn:microsoft.com/office/officeart/2005/8/layout/radial1"/>
    <dgm:cxn modelId="{F4964483-D66E-413F-B1C3-5565A764BA3F}" type="presOf" srcId="{D6847043-68FE-4CCD-9A5A-2EED042040BD}" destId="{5D6C62FC-F2A7-450C-A224-B45DB7AF562A}" srcOrd="0" destOrd="0" presId="urn:microsoft.com/office/officeart/2005/8/layout/radial1"/>
    <dgm:cxn modelId="{0D8AE2C8-46CA-4957-8728-4A6F6D3E6DD9}" srcId="{7860B44B-619E-44DD-BCD2-C460061E3766}" destId="{94AD76D1-A2B2-472A-A541-17022FCE3860}" srcOrd="2" destOrd="0" parTransId="{00F438D4-904D-4C64-A0E3-D37E69F9EE27}" sibTransId="{6DDAE4D2-3500-4662-BA67-F319714E460D}"/>
    <dgm:cxn modelId="{0CFBDE4D-B4F7-4CAC-A906-1D11324535B4}" type="presOf" srcId="{FC10F891-4B45-4211-92D0-71EB81580A2E}" destId="{212D56BD-DF07-4EA2-8452-0C0558947C3E}" srcOrd="0" destOrd="0" presId="urn:microsoft.com/office/officeart/2005/8/layout/radial1"/>
    <dgm:cxn modelId="{895EC43F-5F2C-478A-A966-F900EE100947}" srcId="{7860B44B-619E-44DD-BCD2-C460061E3766}" destId="{E49DC1B6-0D04-4CDD-B76A-109EF0E60059}" srcOrd="1" destOrd="0" parTransId="{FC10F891-4B45-4211-92D0-71EB81580A2E}" sibTransId="{FCA1E912-CE9B-4A45-A3FE-1E2D8D3088E0}"/>
    <dgm:cxn modelId="{0D7C21B1-1A6D-4ABB-8F60-B25D94E155B1}" type="presOf" srcId="{FC10F891-4B45-4211-92D0-71EB81580A2E}" destId="{3641D111-F8BB-43FC-AF00-0BC2532AAE17}" srcOrd="1" destOrd="0" presId="urn:microsoft.com/office/officeart/2005/8/layout/radial1"/>
    <dgm:cxn modelId="{88F4CA9F-01FF-4545-9A25-F6D4010D72A1}" type="presOf" srcId="{E49DC1B6-0D04-4CDD-B76A-109EF0E60059}" destId="{4901B45C-474D-46AE-8CAA-DD5215FD6BA5}" srcOrd="0" destOrd="0" presId="urn:microsoft.com/office/officeart/2005/8/layout/radial1"/>
    <dgm:cxn modelId="{5CB4FCCF-EFB6-4584-A1E2-78A3CC511DC1}" type="presOf" srcId="{EE7DE057-37A5-4214-B78F-5F72AEEC687F}" destId="{FEB92084-2B18-49E9-A6D5-1C6C02600311}" srcOrd="0" destOrd="0" presId="urn:microsoft.com/office/officeart/2005/8/layout/radial1"/>
    <dgm:cxn modelId="{A7634626-8709-48E8-9DBB-9E80631EE125}" srcId="{7860B44B-619E-44DD-BCD2-C460061E3766}" destId="{AD0EA492-32B0-4BE0-8D26-8C690AD9CF35}" srcOrd="0" destOrd="0" parTransId="{D6847043-68FE-4CCD-9A5A-2EED042040BD}" sibTransId="{4C65A9A1-AC1E-4DE5-8816-0B862D725F21}"/>
    <dgm:cxn modelId="{14B47CC8-1E8A-4E6C-8391-5682B7C23B38}" type="presOf" srcId="{00F438D4-904D-4C64-A0E3-D37E69F9EE27}" destId="{E1393CD8-0683-4051-B09D-74C668C9BB74}" srcOrd="1" destOrd="0" presId="urn:microsoft.com/office/officeart/2005/8/layout/radial1"/>
    <dgm:cxn modelId="{F0396178-B621-4336-B3F1-16CA87DC9CDB}" type="presOf" srcId="{AD0EA492-32B0-4BE0-8D26-8C690AD9CF35}" destId="{3D11DCDB-6A8A-4E7D-91C6-B28E81635885}" srcOrd="0" destOrd="0" presId="urn:microsoft.com/office/officeart/2005/8/layout/radial1"/>
    <dgm:cxn modelId="{72DB6CCE-DD95-4B49-964B-1C07F9712C9A}" type="presOf" srcId="{6317F526-7F76-44AE-AE33-4AF9A34402F1}" destId="{E0B4F1CD-8172-4FAE-93EF-58190714726F}" srcOrd="0" destOrd="0" presId="urn:microsoft.com/office/officeart/2005/8/layout/radial1"/>
    <dgm:cxn modelId="{90670327-2CDA-43A8-A3EB-A9DE7292EF69}" type="presParOf" srcId="{9B9E7BB6-1DDA-4BF7-A393-AE791B606E2B}" destId="{D95C0E34-8A5A-4D77-9591-0F72AB18D86D}" srcOrd="0" destOrd="0" presId="urn:microsoft.com/office/officeart/2005/8/layout/radial1"/>
    <dgm:cxn modelId="{40A45482-84BB-4697-B60A-D15B127B16FB}" type="presParOf" srcId="{9B9E7BB6-1DDA-4BF7-A393-AE791B606E2B}" destId="{5D6C62FC-F2A7-450C-A224-B45DB7AF562A}" srcOrd="1" destOrd="0" presId="urn:microsoft.com/office/officeart/2005/8/layout/radial1"/>
    <dgm:cxn modelId="{1933C120-9FF7-40A3-B7A3-19DF44D59F4E}" type="presParOf" srcId="{5D6C62FC-F2A7-450C-A224-B45DB7AF562A}" destId="{6E8C4974-30D2-4CA9-8B5F-578704BEE15A}" srcOrd="0" destOrd="0" presId="urn:microsoft.com/office/officeart/2005/8/layout/radial1"/>
    <dgm:cxn modelId="{1CE312C2-70D3-4BBB-A05D-5F98C0CC4A1E}" type="presParOf" srcId="{9B9E7BB6-1DDA-4BF7-A393-AE791B606E2B}" destId="{3D11DCDB-6A8A-4E7D-91C6-B28E81635885}" srcOrd="2" destOrd="0" presId="urn:microsoft.com/office/officeart/2005/8/layout/radial1"/>
    <dgm:cxn modelId="{D72C5AE2-222E-4B0D-9354-5D963B6E49AF}" type="presParOf" srcId="{9B9E7BB6-1DDA-4BF7-A393-AE791B606E2B}" destId="{212D56BD-DF07-4EA2-8452-0C0558947C3E}" srcOrd="3" destOrd="0" presId="urn:microsoft.com/office/officeart/2005/8/layout/radial1"/>
    <dgm:cxn modelId="{D3A312B5-B6E5-4005-8E84-0A501A745811}" type="presParOf" srcId="{212D56BD-DF07-4EA2-8452-0C0558947C3E}" destId="{3641D111-F8BB-43FC-AF00-0BC2532AAE17}" srcOrd="0" destOrd="0" presId="urn:microsoft.com/office/officeart/2005/8/layout/radial1"/>
    <dgm:cxn modelId="{9BA4D656-C330-41FE-BD50-0437A1959F37}" type="presParOf" srcId="{9B9E7BB6-1DDA-4BF7-A393-AE791B606E2B}" destId="{4901B45C-474D-46AE-8CAA-DD5215FD6BA5}" srcOrd="4" destOrd="0" presId="urn:microsoft.com/office/officeart/2005/8/layout/radial1"/>
    <dgm:cxn modelId="{B79B7B5C-2890-4C5D-99EC-4D21CEE0CC64}" type="presParOf" srcId="{9B9E7BB6-1DDA-4BF7-A393-AE791B606E2B}" destId="{F0DD94FF-5036-45A7-9AE5-6BABCA5AF984}" srcOrd="5" destOrd="0" presId="urn:microsoft.com/office/officeart/2005/8/layout/radial1"/>
    <dgm:cxn modelId="{4ED35FD9-ADA1-4DE6-8650-BCF87D9D808C}" type="presParOf" srcId="{F0DD94FF-5036-45A7-9AE5-6BABCA5AF984}" destId="{E1393CD8-0683-4051-B09D-74C668C9BB74}" srcOrd="0" destOrd="0" presId="urn:microsoft.com/office/officeart/2005/8/layout/radial1"/>
    <dgm:cxn modelId="{041E5E0B-4119-4873-B6E1-3B0A03505973}" type="presParOf" srcId="{9B9E7BB6-1DDA-4BF7-A393-AE791B606E2B}" destId="{B75D25B0-A594-4838-ACF2-969917E58215}" srcOrd="6" destOrd="0" presId="urn:microsoft.com/office/officeart/2005/8/layout/radial1"/>
    <dgm:cxn modelId="{37BF174E-7FCF-494F-AF12-60BFCBB14D17}" type="presParOf" srcId="{9B9E7BB6-1DDA-4BF7-A393-AE791B606E2B}" destId="{E0B4F1CD-8172-4FAE-93EF-58190714726F}" srcOrd="7" destOrd="0" presId="urn:microsoft.com/office/officeart/2005/8/layout/radial1"/>
    <dgm:cxn modelId="{A6EDF11E-E328-459F-89C9-E0601C7366D4}" type="presParOf" srcId="{E0B4F1CD-8172-4FAE-93EF-58190714726F}" destId="{BA7647A0-2383-41B7-A7C5-51C1B6088454}" srcOrd="0" destOrd="0" presId="urn:microsoft.com/office/officeart/2005/8/layout/radial1"/>
    <dgm:cxn modelId="{BDF59D49-780D-4030-A942-8DE75B996D9D}" type="presParOf" srcId="{9B9E7BB6-1DDA-4BF7-A393-AE791B606E2B}" destId="{FEB92084-2B18-49E9-A6D5-1C6C02600311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EB56A-9392-4B34-9D63-17098C9B6750}">
      <dsp:nvSpPr>
        <dsp:cNvPr id="0" name=""/>
        <dsp:cNvSpPr/>
      </dsp:nvSpPr>
      <dsp:spPr>
        <a:xfrm>
          <a:off x="238" y="0"/>
          <a:ext cx="1658495" cy="428628"/>
        </a:xfrm>
        <a:prstGeom prst="chevron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Обоснование темы исследования</a:t>
          </a:r>
          <a:r>
            <a:rPr lang="kk-KZ" sz="1200" kern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;</a:t>
          </a:r>
          <a:endParaRPr lang="ru-RU" sz="1200" kern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14552" y="0"/>
        <a:ext cx="1229867" cy="428628"/>
      </dsp:txXfrm>
    </dsp:sp>
    <dsp:sp modelId="{7B6875E1-EF61-422C-98CB-4B0E8098986A}">
      <dsp:nvSpPr>
        <dsp:cNvPr id="0" name=""/>
        <dsp:cNvSpPr/>
      </dsp:nvSpPr>
      <dsp:spPr>
        <a:xfrm>
          <a:off x="1606660" y="5084"/>
          <a:ext cx="1729307" cy="418458"/>
        </a:xfrm>
        <a:prstGeom prst="chevron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программа, методы исследования;</a:t>
          </a:r>
          <a:endParaRPr lang="ru-RU" sz="1200" kern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815889" y="5084"/>
        <a:ext cx="1310849" cy="418458"/>
      </dsp:txXfrm>
    </dsp:sp>
    <dsp:sp modelId="{7349CC95-7BB7-4B58-A76B-FE860A244CA5}">
      <dsp:nvSpPr>
        <dsp:cNvPr id="0" name=""/>
        <dsp:cNvSpPr/>
      </dsp:nvSpPr>
      <dsp:spPr>
        <a:xfrm>
          <a:off x="3283463" y="5083"/>
          <a:ext cx="1787965" cy="418460"/>
        </a:xfrm>
        <a:prstGeom prst="chevron">
          <a:avLst/>
        </a:prstGeom>
        <a:solidFill>
          <a:schemeClr val="lt1"/>
        </a:solidFill>
        <a:ln w="19050" cap="flat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результаты исследования</a:t>
          </a:r>
          <a:r>
            <a:rPr lang="kk-KZ" sz="1200" kern="12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rPr>
            <a:t>.</a:t>
          </a:r>
          <a:endParaRPr lang="ru-RU" sz="1200" kern="1200" dirty="0">
            <a:solidFill>
              <a:schemeClr val="bg2">
                <a:lumMod val="10000"/>
              </a:schemeClr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492693" y="5083"/>
        <a:ext cx="1369505" cy="418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C0E34-8A5A-4D77-9591-0F72AB18D86D}">
      <dsp:nvSpPr>
        <dsp:cNvPr id="0" name=""/>
        <dsp:cNvSpPr/>
      </dsp:nvSpPr>
      <dsp:spPr>
        <a:xfrm>
          <a:off x="897054" y="1440317"/>
          <a:ext cx="1121407" cy="8846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1500" dist="254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i="0" kern="1200" dirty="0" smtClean="0">
              <a:solidFill>
                <a:srgbClr val="000000"/>
              </a:solidFill>
            </a:rPr>
            <a:t>Основные задачи исследования</a:t>
          </a:r>
          <a:endParaRPr lang="ru-RU" sz="1200" b="1" kern="12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061280" y="1569866"/>
        <a:ext cx="792955" cy="625516"/>
      </dsp:txXfrm>
    </dsp:sp>
    <dsp:sp modelId="{5D6C62FC-F2A7-450C-A224-B45DB7AF562A}">
      <dsp:nvSpPr>
        <dsp:cNvPr id="0" name=""/>
        <dsp:cNvSpPr/>
      </dsp:nvSpPr>
      <dsp:spPr>
        <a:xfrm rot="16643154">
          <a:off x="1399611" y="1286766"/>
          <a:ext cx="264350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264350" y="2476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525178" y="1304924"/>
        <a:ext cx="13217" cy="13217"/>
      </dsp:txXfrm>
    </dsp:sp>
    <dsp:sp modelId="{3D11DCDB-6A8A-4E7D-91C6-B28E81635885}">
      <dsp:nvSpPr>
        <dsp:cNvPr id="0" name=""/>
        <dsp:cNvSpPr/>
      </dsp:nvSpPr>
      <dsp:spPr>
        <a:xfrm>
          <a:off x="219702" y="347031"/>
          <a:ext cx="2766144" cy="83374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b="0" i="0" kern="1200" dirty="0" smtClean="0">
              <a:solidFill>
                <a:srgbClr val="000000"/>
              </a:solidFill>
            </a:rPr>
            <a:t>проверка эффективности экспериментальных моделей медсестер на практике </a:t>
          </a:r>
          <a:endParaRPr lang="ru-RU" sz="1100" kern="12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24794" y="469129"/>
        <a:ext cx="1955960" cy="589544"/>
      </dsp:txXfrm>
    </dsp:sp>
    <dsp:sp modelId="{212D56BD-DF07-4EA2-8452-0C0558947C3E}">
      <dsp:nvSpPr>
        <dsp:cNvPr id="0" name=""/>
        <dsp:cNvSpPr/>
      </dsp:nvSpPr>
      <dsp:spPr>
        <a:xfrm rot="88713">
          <a:off x="2018127" y="1875046"/>
          <a:ext cx="211079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211079" y="2476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2118389" y="1894535"/>
        <a:ext cx="10553" cy="10553"/>
      </dsp:txXfrm>
    </dsp:sp>
    <dsp:sp modelId="{4901B45C-474D-46AE-8CAA-DD5215FD6BA5}">
      <dsp:nvSpPr>
        <dsp:cNvPr id="0" name=""/>
        <dsp:cNvSpPr/>
      </dsp:nvSpPr>
      <dsp:spPr>
        <a:xfrm>
          <a:off x="2229081" y="1181218"/>
          <a:ext cx="1051797" cy="14697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050" b="0" i="0" kern="1200" dirty="0" smtClean="0">
              <a:solidFill>
                <a:srgbClr val="000000"/>
              </a:solidFill>
            </a:rPr>
            <a:t>разработка норм, критериев и стандартов</a:t>
          </a:r>
          <a:endParaRPr lang="ru-RU" sz="1050" kern="12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383113" y="1396462"/>
        <a:ext cx="743733" cy="1039289"/>
      </dsp:txXfrm>
    </dsp:sp>
    <dsp:sp modelId="{F0DD94FF-5036-45A7-9AE5-6BABCA5AF984}">
      <dsp:nvSpPr>
        <dsp:cNvPr id="0" name=""/>
        <dsp:cNvSpPr/>
      </dsp:nvSpPr>
      <dsp:spPr>
        <a:xfrm rot="4981622">
          <a:off x="1377285" y="2449869"/>
          <a:ext cx="305757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305757" y="2476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1522520" y="2466991"/>
        <a:ext cx="15287" cy="15287"/>
      </dsp:txXfrm>
    </dsp:sp>
    <dsp:sp modelId="{B75D25B0-A594-4838-ACF2-969917E58215}">
      <dsp:nvSpPr>
        <dsp:cNvPr id="0" name=""/>
        <dsp:cNvSpPr/>
      </dsp:nvSpPr>
      <dsp:spPr>
        <a:xfrm>
          <a:off x="294461" y="2626005"/>
          <a:ext cx="2616627" cy="8846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0" i="0" kern="1200" dirty="0" smtClean="0">
              <a:solidFill>
                <a:srgbClr val="000000"/>
              </a:solidFill>
            </a:rPr>
            <a:t>разработка новых форм и методов организации сестринского дела</a:t>
          </a:r>
          <a:endParaRPr lang="ru-RU" sz="1200" kern="1200" dirty="0">
            <a:solidFill>
              <a:srgbClr val="00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77657" y="2755554"/>
        <a:ext cx="1850235" cy="625516"/>
      </dsp:txXfrm>
    </dsp:sp>
    <dsp:sp modelId="{E0B4F1CD-8172-4FAE-93EF-58190714726F}">
      <dsp:nvSpPr>
        <dsp:cNvPr id="0" name=""/>
        <dsp:cNvSpPr/>
      </dsp:nvSpPr>
      <dsp:spPr>
        <a:xfrm rot="21485757">
          <a:off x="897532" y="1875324"/>
          <a:ext cx="69653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69653" y="24765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930617" y="1898349"/>
        <a:ext cx="3482" cy="3482"/>
      </dsp:txXfrm>
    </dsp:sp>
    <dsp:sp modelId="{FEB92084-2B18-49E9-A6D5-1C6C02600311}">
      <dsp:nvSpPr>
        <dsp:cNvPr id="0" name=""/>
        <dsp:cNvSpPr/>
      </dsp:nvSpPr>
      <dsp:spPr>
        <a:xfrm>
          <a:off x="-66169" y="1181218"/>
          <a:ext cx="1033477" cy="14697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b="0" i="0" kern="1200" dirty="0" smtClean="0">
              <a:solidFill>
                <a:srgbClr val="000000"/>
              </a:solidFill>
            </a:rPr>
            <a:t>разработка научных подходов к развитию сестринского дела</a:t>
          </a:r>
          <a:endParaRPr lang="ru-RU" sz="1000" kern="1200" dirty="0">
            <a:solidFill>
              <a:srgbClr val="000000"/>
            </a:solidFill>
          </a:endParaRPr>
        </a:p>
      </dsp:txBody>
      <dsp:txXfrm>
        <a:off x="85180" y="1396462"/>
        <a:ext cx="730779" cy="1039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11.12.2020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643042" y="1428736"/>
            <a:ext cx="35004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spcBef>
                <a:spcPct val="0"/>
              </a:spcBef>
              <a:spcAft>
                <a:spcPct val="0"/>
              </a:spcAft>
            </a:pPr>
            <a:r>
              <a:rPr lang="kk-KZ" sz="1400" b="1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Этапы сестринского исследования: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42844" y="2200153"/>
            <a:ext cx="271461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Цель исследования: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применение новых знаний на практике</a:t>
            </a:r>
            <a:r>
              <a:rPr lang="ru-RU" sz="1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kk-KZ" sz="1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повышение качества сестринской практики;</a:t>
            </a:r>
            <a:endParaRPr lang="ru-RU" sz="14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l" rtl="0">
              <a:buFont typeface="Arial" pitchFamily="34" charset="0"/>
              <a:buChar char="•"/>
            </a:pPr>
            <a:r>
              <a:rPr lang="kk-KZ" sz="14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улучшение существующей деятельности.</a:t>
            </a:r>
            <a:r>
              <a:rPr lang="kk-KZ" sz="1400" dirty="0" smtClean="0"/>
              <a:t> </a:t>
            </a:r>
            <a:endParaRPr lang="ru-RU" sz="1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14546" y="300037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endParaRPr lang="kk-KZ" dirty="0" smtClean="0"/>
          </a:p>
          <a:p>
            <a:pPr algn="l" rtl="0"/>
            <a:endParaRPr lang="kk-KZ" dirty="0" smtClean="0"/>
          </a:p>
          <a:p>
            <a:pPr algn="l" rtl="0"/>
            <a:endParaRPr lang="ru-RU" dirty="0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612120557"/>
              </p:ext>
            </p:extLst>
          </p:nvPr>
        </p:nvGraphicFramePr>
        <p:xfrm>
          <a:off x="357158" y="1857364"/>
          <a:ext cx="5072098" cy="428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000232" y="1"/>
            <a:ext cx="557216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2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Исследования в сестринском деле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kk-KZ" sz="120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Бижанова А.Д.,</a:t>
            </a:r>
            <a:r>
              <a:rPr kumimoji="0" lang="kk-KZ" sz="1200" i="0" u="none" strike="noStrike" cap="none" normalizeH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kk-KZ" sz="1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Абдан АК, </a:t>
            </a:r>
            <a:r>
              <a:rPr kumimoji="0" lang="kk-KZ" sz="120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Бурибекова З.М.</a:t>
            </a:r>
            <a:endParaRPr kumimoji="0" lang="ru-RU" sz="1200" i="0" u="none" strike="noStrike" cap="none" normalizeH="0" baseline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2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ГКП на ПХВ «Шымкентский высший медицинский колледж» г</a:t>
            </a:r>
            <a:r>
              <a:rPr lang="kk-KZ" sz="12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kk-KZ" sz="12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Шымкент</a:t>
            </a:r>
            <a:endParaRPr kumimoji="0" lang="kk-KZ" sz="1200" b="0" i="0" u="none" strike="noStrike" cap="none" normalizeH="0" baseline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642918"/>
            <a:ext cx="54292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kk-KZ" sz="1100" i="1" dirty="0" smtClean="0">
                <a:solidFill>
                  <a:schemeClr val="bg2">
                    <a:lumMod val="10000"/>
                  </a:schemeClr>
                </a:solidFill>
              </a:rPr>
              <a:t>Современное состояние медицины и здравоохранения требует использования новых способов и технологий сбора, анализа, объединения и интерпретации научной информации для решения общих проблем организации медицинской помощи с медсестрами, преобразования результатов исследований в четкие, конкретные рекомендации. </a:t>
            </a:r>
            <a:endParaRPr lang="ru-RU" sz="1100" i="1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kk-KZ" sz="11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500694" y="642918"/>
            <a:ext cx="34290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20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Основные электронные источники фактической информации по сестринскому делу:</a:t>
            </a:r>
            <a:endParaRPr kumimoji="0" lang="kk-KZ" sz="12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Стрелка вниз 23"/>
          <p:cNvSpPr/>
          <p:nvPr/>
        </p:nvSpPr>
        <p:spPr>
          <a:xfrm>
            <a:off x="3357554" y="1714488"/>
            <a:ext cx="142876" cy="71438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5715008" y="5378721"/>
            <a:ext cx="368152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200" dirty="0">
                <a:solidFill>
                  <a:srgbClr val="000000"/>
                </a:solidFill>
              </a:rPr>
              <a:t>Электронные адреса мировых </a:t>
            </a:r>
            <a:r>
              <a:rPr lang="ru-RU" sz="1200" dirty="0" smtClean="0">
                <a:solidFill>
                  <a:srgbClr val="000000"/>
                </a:solidFill>
              </a:rPr>
              <a:t>библиотек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http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://www.zbmed.de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http://link.springer.de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kk-KZ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http://www.chu-rouen.fr/documed/bib.html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kk-KZ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http://www.gbv.de/du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kk-KZ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http://www.med1.de/Home </a:t>
            </a:r>
            <a:endParaRPr kumimoji="0" lang="kk-KZ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4077072"/>
            <a:ext cx="207170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kk-KZ" sz="1300" dirty="0" smtClean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k-KZ" sz="13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В заключение, </a:t>
            </a:r>
            <a:r>
              <a:rPr lang="kk-KZ" sz="1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аргументированный подход в клинической практике может быть реализован только в том случае, если медсестры постоянно приучены к современным технологиям поиска, анализа и сбора медицинской информации и учатся самостоятельно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kumimoji="0" lang="ru-RU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251071"/>
              </p:ext>
            </p:extLst>
          </p:nvPr>
        </p:nvGraphicFramePr>
        <p:xfrm>
          <a:off x="5715008" y="1285860"/>
          <a:ext cx="3214710" cy="3887752"/>
        </p:xfrm>
        <a:graphic>
          <a:graphicData uri="http://schemas.openxmlformats.org/drawingml/2006/table">
            <a:tbl>
              <a:tblPr/>
              <a:tblGrid>
                <a:gridCol w="1162767"/>
                <a:gridCol w="2051943"/>
              </a:tblGrid>
              <a:tr h="231774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dirty="0" smtClean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База данных</a:t>
                      </a:r>
                      <a:endParaRPr lang="ru-RU" sz="120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88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dirty="0" smtClean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 Интернете</a:t>
                      </a:r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адрес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670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Центр совершенствования сестринского дела в Казахстане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88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https://nursekz.com/ru/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698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CINAHL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www.cinahl.com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648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MEDLINE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pubmed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http://www.pubmed.com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6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Evidence-Based</a:t>
                      </a:r>
                      <a:r>
                        <a:rPr lang="ru-RU" sz="12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200" b="1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Nursing</a:t>
                      </a:r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20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http://ebn.bmjjournas.com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7298"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Кокрейн</a:t>
                      </a:r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библиотека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(The Cochrane Library</a:t>
                      </a: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200" dirty="0" smtClean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http://www.theCochraneLibrary.com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6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Clinical</a:t>
                      </a:r>
                      <a:r>
                        <a:rPr lang="ru-RU" sz="12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200" b="1" dirty="0" err="1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Evidence</a:t>
                      </a:r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200" dirty="0">
                        <a:solidFill>
                          <a:srgbClr val="0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http://www.clinicalevidence.com </a:t>
                      </a:r>
                    </a:p>
                  </a:txBody>
                  <a:tcPr marL="68580" marR="68580" marT="88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Стрелка вниз 30"/>
          <p:cNvSpPr/>
          <p:nvPr/>
        </p:nvSpPr>
        <p:spPr>
          <a:xfrm>
            <a:off x="6929454" y="1071546"/>
            <a:ext cx="214314" cy="142876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32" name="Двойная стрелка вверх/вниз 31"/>
          <p:cNvSpPr/>
          <p:nvPr/>
        </p:nvSpPr>
        <p:spPr>
          <a:xfrm>
            <a:off x="7072330" y="5000636"/>
            <a:ext cx="142876" cy="214314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graphicFrame>
        <p:nvGraphicFramePr>
          <p:cNvPr id="21" name="Схема 20"/>
          <p:cNvGraphicFramePr/>
          <p:nvPr>
            <p:extLst>
              <p:ext uri="{D42A27DB-BD31-4B8C-83A1-F6EECF244321}">
                <p14:modId xmlns:p14="http://schemas.microsoft.com/office/powerpoint/2010/main" val="3279069906"/>
              </p:ext>
            </p:extLst>
          </p:nvPr>
        </p:nvGraphicFramePr>
        <p:xfrm>
          <a:off x="2357422" y="2428868"/>
          <a:ext cx="3214710" cy="3857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Другая 1">
      <a:dk1>
        <a:srgbClr val="A3CFD7"/>
      </a:dk1>
      <a:lt1>
        <a:sysClr val="window" lastClr="FFFFFF"/>
      </a:lt1>
      <a:dk2>
        <a:srgbClr val="A3CFD7"/>
      </a:dk2>
      <a:lt2>
        <a:srgbClr val="DEDEDE"/>
      </a:lt2>
      <a:accent1>
        <a:srgbClr val="EDDAED"/>
      </a:accent1>
      <a:accent2>
        <a:srgbClr val="83BBC1"/>
      </a:accent2>
      <a:accent3>
        <a:srgbClr val="DBB5DC"/>
      </a:accent3>
      <a:accent4>
        <a:srgbClr val="EAC0A7"/>
      </a:accent4>
      <a:accent5>
        <a:srgbClr val="D9BCA8"/>
      </a:accent5>
      <a:accent6>
        <a:srgbClr val="ACD2D5"/>
      </a:accent6>
      <a:hlink>
        <a:srgbClr val="C2DFE4"/>
      </a:hlink>
      <a:folHlink>
        <a:srgbClr val="E6DCC7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274</TotalTime>
  <Words>235</Words>
  <Application>Microsoft Office PowerPoint</Application>
  <PresentationFormat>Экран (4:3)</PresentationFormat>
  <Paragraphs>45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Georgia</vt:lpstr>
      <vt:lpstr>Times New Roman</vt:lpstr>
      <vt:lpstr>Trebuchet MS</vt:lpstr>
      <vt:lpstr>Wingdings</vt:lpstr>
      <vt:lpstr>Wingdings 2</vt:lpstr>
      <vt:lpstr>Городская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Мейірбикелік зерттеулер кезеңдері.  зерттеудің тақырыбын дәлелдеу; зерттеудің бағдарламасы; зерттеудің тәртібі;</dc:title>
  <dc:creator>Айдана</dc:creator>
  <cp:lastModifiedBy>Сыздыкова Алма Алибековна</cp:lastModifiedBy>
  <cp:revision>46</cp:revision>
  <dcterms:created xsi:type="dcterms:W3CDTF">2020-11-23T05:04:33Z</dcterms:created>
  <dcterms:modified xsi:type="dcterms:W3CDTF">2020-12-11T03:16:39Z</dcterms:modified>
</cp:coreProperties>
</file>