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821" autoAdjust="0"/>
  </p:normalViewPr>
  <p:slideViewPr>
    <p:cSldViewPr>
      <p:cViewPr varScale="1">
        <p:scale>
          <a:sx n="116" d="100"/>
          <a:sy n="116" d="100"/>
        </p:scale>
        <p:origin x="146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AC2C4F-94F5-492F-9E09-E34E0FE6C928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4C46749-BBA8-492A-918B-52ABF0D6FC03}">
      <dgm:prSet phldrT="[Текст]" custT="1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11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ЛИДЕРСТВО В СЕСТРИНСКОМ ДЕЛЕ</a:t>
          </a:r>
          <a:endParaRPr lang="ru-RU" sz="11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C7DE7437-0A34-4745-91BF-4E37F00A8F6F}" type="parTrans" cxnId="{CF876FFA-8951-466F-AB64-C9402EC3B21E}">
      <dgm:prSet/>
      <dgm:spPr/>
      <dgm:t>
        <a:bodyPr/>
        <a:lstStyle/>
        <a:p>
          <a:endParaRPr lang="ru-RU"/>
        </a:p>
      </dgm:t>
    </dgm:pt>
    <dgm:pt modelId="{5281F180-C5C2-4E72-98EE-D48270455AC9}" type="sibTrans" cxnId="{CF876FFA-8951-466F-AB64-C9402EC3B21E}">
      <dgm:prSet/>
      <dgm:spPr/>
      <dgm:t>
        <a:bodyPr/>
        <a:lstStyle/>
        <a:p>
          <a:endParaRPr lang="ru-RU"/>
        </a:p>
      </dgm:t>
    </dgm:pt>
    <dgm:pt modelId="{0C8A778A-1C7C-4B8D-B863-77E9647F6374}">
      <dgm:prSet phldrT="[Текст]" custT="1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1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Наличие современных лидерских компетенций медицинских организаций;</a:t>
          </a:r>
          <a:endParaRPr lang="ru-RU" sz="1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42A04894-051D-4B7B-A7B9-92C518B13C72}" type="parTrans" cxnId="{4D2CD64C-E67C-4D0A-9E54-D9929CC80ED9}">
      <dgm:prSet/>
      <dgm:spPr/>
      <dgm:t>
        <a:bodyPr/>
        <a:lstStyle/>
        <a:p>
          <a:endParaRPr lang="ru-RU"/>
        </a:p>
      </dgm:t>
    </dgm:pt>
    <dgm:pt modelId="{5DE22586-DF3E-4EA8-BC89-B2AE992A528B}" type="sibTrans" cxnId="{4D2CD64C-E67C-4D0A-9E54-D9929CC80ED9}">
      <dgm:prSet/>
      <dgm:spPr/>
      <dgm:t>
        <a:bodyPr/>
        <a:lstStyle/>
        <a:p>
          <a:endParaRPr lang="ru-RU"/>
        </a:p>
      </dgm:t>
    </dgm:pt>
    <dgm:pt modelId="{5FACECF5-146B-4158-8694-63E9CC4FB378}">
      <dgm:prSet phldrT="[Текст]" custT="1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1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Реализация инноваций в управлении сестринским делом в сфере здравоохранения в Казахстане;</a:t>
          </a:r>
          <a:endParaRPr lang="ru-RU" sz="1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69AB20A5-4B23-4F10-988D-D9A84354C0AC}" type="parTrans" cxnId="{8C3B2D2B-E677-43C4-B66D-89511A3F3FEC}">
      <dgm:prSet/>
      <dgm:spPr/>
      <dgm:t>
        <a:bodyPr/>
        <a:lstStyle/>
        <a:p>
          <a:endParaRPr lang="ru-RU"/>
        </a:p>
      </dgm:t>
    </dgm:pt>
    <dgm:pt modelId="{75795079-D4F9-4B62-9CC4-30D82A8FA912}" type="sibTrans" cxnId="{8C3B2D2B-E677-43C4-B66D-89511A3F3FEC}">
      <dgm:prSet/>
      <dgm:spPr/>
      <dgm:t>
        <a:bodyPr/>
        <a:lstStyle/>
        <a:p>
          <a:endParaRPr lang="ru-RU"/>
        </a:p>
      </dgm:t>
    </dgm:pt>
    <dgm:pt modelId="{A51A931B-88BE-4506-9C5F-B9833F3E42A0}">
      <dgm:prSet phldrT="[Текст]" custT="1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1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Сестринская практика в области здравоохранения и образования.</a:t>
          </a:r>
          <a:endParaRPr lang="ru-RU" sz="9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AC2CC12B-D259-480B-B19B-E58DD1E584BD}" type="parTrans" cxnId="{2603FB78-99C0-4E70-9397-2F997DE1302D}">
      <dgm:prSet/>
      <dgm:spPr/>
      <dgm:t>
        <a:bodyPr/>
        <a:lstStyle/>
        <a:p>
          <a:endParaRPr lang="ru-RU"/>
        </a:p>
      </dgm:t>
    </dgm:pt>
    <dgm:pt modelId="{0E004DDE-8290-4228-ADF6-2CC5C0C4922E}" type="sibTrans" cxnId="{2603FB78-99C0-4E70-9397-2F997DE1302D}">
      <dgm:prSet/>
      <dgm:spPr/>
      <dgm:t>
        <a:bodyPr/>
        <a:lstStyle/>
        <a:p>
          <a:endParaRPr lang="ru-RU"/>
        </a:p>
      </dgm:t>
    </dgm:pt>
    <dgm:pt modelId="{F3855FBA-30DB-4B89-870A-5DE96C69246B}">
      <dgm:prSet phldrT="[Текст]" custT="1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11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Наличие сильной позиции и роли медицинской сестры;</a:t>
          </a:r>
          <a:endParaRPr lang="ru-RU" sz="11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12E7EBE5-46F8-4EFB-B82F-73CFFD11CAB2}" type="sibTrans" cxnId="{8B092DBD-ACC7-496A-845F-2F31F83C19FD}">
      <dgm:prSet/>
      <dgm:spPr/>
      <dgm:t>
        <a:bodyPr/>
        <a:lstStyle/>
        <a:p>
          <a:endParaRPr lang="ru-RU"/>
        </a:p>
      </dgm:t>
    </dgm:pt>
    <dgm:pt modelId="{77EAED4C-77D4-4D6B-8952-D752E481AC4B}" type="parTrans" cxnId="{8B092DBD-ACC7-496A-845F-2F31F83C19FD}">
      <dgm:prSet/>
      <dgm:spPr/>
      <dgm:t>
        <a:bodyPr/>
        <a:lstStyle/>
        <a:p>
          <a:endParaRPr lang="ru-RU"/>
        </a:p>
      </dgm:t>
    </dgm:pt>
    <dgm:pt modelId="{77DABD08-49ED-4D6D-8E02-398EAC6D66BD}" type="pres">
      <dgm:prSet presAssocID="{81AC2C4F-94F5-492F-9E09-E34E0FE6C92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ED897D5-0395-4F7A-8DAF-9E5122F9EE40}" type="pres">
      <dgm:prSet presAssocID="{24C46749-BBA8-492A-918B-52ABF0D6FC03}" presName="root1" presStyleCnt="0"/>
      <dgm:spPr/>
    </dgm:pt>
    <dgm:pt modelId="{D64D0DDC-B0D2-4217-A408-3D64475A668C}" type="pres">
      <dgm:prSet presAssocID="{24C46749-BBA8-492A-918B-52ABF0D6FC03}" presName="LevelOneTextNode" presStyleLbl="node0" presStyleIdx="0" presStyleCnt="1" custScaleX="103171" custScaleY="11256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899128C-A4EC-438F-9D81-694BCE6971A4}" type="pres">
      <dgm:prSet presAssocID="{24C46749-BBA8-492A-918B-52ABF0D6FC03}" presName="level2hierChild" presStyleCnt="0"/>
      <dgm:spPr/>
    </dgm:pt>
    <dgm:pt modelId="{A9A9F93D-3852-4B50-8338-DD213B3C9292}" type="pres">
      <dgm:prSet presAssocID="{77EAED4C-77D4-4D6B-8952-D752E481AC4B}" presName="conn2-1" presStyleLbl="parChTrans1D2" presStyleIdx="0" presStyleCnt="2"/>
      <dgm:spPr/>
      <dgm:t>
        <a:bodyPr/>
        <a:lstStyle/>
        <a:p>
          <a:endParaRPr lang="ru-RU"/>
        </a:p>
      </dgm:t>
    </dgm:pt>
    <dgm:pt modelId="{CA3FB559-C0ED-4F39-ABD7-872AC1375EFF}" type="pres">
      <dgm:prSet presAssocID="{77EAED4C-77D4-4D6B-8952-D752E481AC4B}" presName="connTx" presStyleLbl="parChTrans1D2" presStyleIdx="0" presStyleCnt="2"/>
      <dgm:spPr/>
      <dgm:t>
        <a:bodyPr/>
        <a:lstStyle/>
        <a:p>
          <a:endParaRPr lang="ru-RU"/>
        </a:p>
      </dgm:t>
    </dgm:pt>
    <dgm:pt modelId="{711E1188-E18B-43E0-9B6A-07C4B74B8172}" type="pres">
      <dgm:prSet presAssocID="{F3855FBA-30DB-4B89-870A-5DE96C69246B}" presName="root2" presStyleCnt="0"/>
      <dgm:spPr/>
    </dgm:pt>
    <dgm:pt modelId="{D738C820-0C5A-4141-9487-C9AF71DB27B7}" type="pres">
      <dgm:prSet presAssocID="{F3855FBA-30DB-4B89-870A-5DE96C69246B}" presName="LevelTwoTextNode" presStyleLbl="node2" presStyleIdx="0" presStyleCnt="2" custLinFactNeighborX="3825" custLinFactNeighborY="221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C17E37A-C4FC-4FA9-A2C1-419D6F89A5CC}" type="pres">
      <dgm:prSet presAssocID="{F3855FBA-30DB-4B89-870A-5DE96C69246B}" presName="level3hierChild" presStyleCnt="0"/>
      <dgm:spPr/>
    </dgm:pt>
    <dgm:pt modelId="{AD1F2B69-6CD9-4A4F-AB77-DFA5AA4566D9}" type="pres">
      <dgm:prSet presAssocID="{42A04894-051D-4B7B-A7B9-92C518B13C72}" presName="conn2-1" presStyleLbl="parChTrans1D3" presStyleIdx="0" presStyleCnt="2"/>
      <dgm:spPr/>
      <dgm:t>
        <a:bodyPr/>
        <a:lstStyle/>
        <a:p>
          <a:endParaRPr lang="ru-RU"/>
        </a:p>
      </dgm:t>
    </dgm:pt>
    <dgm:pt modelId="{F6DEFD88-6484-4891-A53A-C77E328E2451}" type="pres">
      <dgm:prSet presAssocID="{42A04894-051D-4B7B-A7B9-92C518B13C72}" presName="connTx" presStyleLbl="parChTrans1D3" presStyleIdx="0" presStyleCnt="2"/>
      <dgm:spPr/>
      <dgm:t>
        <a:bodyPr/>
        <a:lstStyle/>
        <a:p>
          <a:endParaRPr lang="ru-RU"/>
        </a:p>
      </dgm:t>
    </dgm:pt>
    <dgm:pt modelId="{C12D50C9-DD4A-4AFB-A658-CFEBEE56B3BE}" type="pres">
      <dgm:prSet presAssocID="{0C8A778A-1C7C-4B8D-B863-77E9647F6374}" presName="root2" presStyleCnt="0"/>
      <dgm:spPr/>
    </dgm:pt>
    <dgm:pt modelId="{36B04C6E-DEB5-4CE2-B1D1-DA851533D4D7}" type="pres">
      <dgm:prSet presAssocID="{0C8A778A-1C7C-4B8D-B863-77E9647F6374}" presName="LevelTwoTextNode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9DC8537-6AC9-4424-A321-8200F03A9C14}" type="pres">
      <dgm:prSet presAssocID="{0C8A778A-1C7C-4B8D-B863-77E9647F6374}" presName="level3hierChild" presStyleCnt="0"/>
      <dgm:spPr/>
    </dgm:pt>
    <dgm:pt modelId="{281C2CF1-9127-4DC0-B1F2-0608FB407B3A}" type="pres">
      <dgm:prSet presAssocID="{69AB20A5-4B23-4F10-988D-D9A84354C0AC}" presName="conn2-1" presStyleLbl="parChTrans1D2" presStyleIdx="1" presStyleCnt="2"/>
      <dgm:spPr/>
      <dgm:t>
        <a:bodyPr/>
        <a:lstStyle/>
        <a:p>
          <a:endParaRPr lang="ru-RU"/>
        </a:p>
      </dgm:t>
    </dgm:pt>
    <dgm:pt modelId="{639CE689-2A50-48EF-B8AF-B6006909F3B7}" type="pres">
      <dgm:prSet presAssocID="{69AB20A5-4B23-4F10-988D-D9A84354C0AC}" presName="connTx" presStyleLbl="parChTrans1D2" presStyleIdx="1" presStyleCnt="2"/>
      <dgm:spPr/>
      <dgm:t>
        <a:bodyPr/>
        <a:lstStyle/>
        <a:p>
          <a:endParaRPr lang="ru-RU"/>
        </a:p>
      </dgm:t>
    </dgm:pt>
    <dgm:pt modelId="{B71869C7-FE46-4E29-AF06-DFB79543D154}" type="pres">
      <dgm:prSet presAssocID="{5FACECF5-146B-4158-8694-63E9CC4FB378}" presName="root2" presStyleCnt="0"/>
      <dgm:spPr/>
    </dgm:pt>
    <dgm:pt modelId="{68EB81F0-EBE3-4999-A919-961AC7D187A6}" type="pres">
      <dgm:prSet presAssocID="{5FACECF5-146B-4158-8694-63E9CC4FB378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CE9CFC9-C8F4-4A7E-BC08-FA6E67206996}" type="pres">
      <dgm:prSet presAssocID="{5FACECF5-146B-4158-8694-63E9CC4FB378}" presName="level3hierChild" presStyleCnt="0"/>
      <dgm:spPr/>
    </dgm:pt>
    <dgm:pt modelId="{C4169B2E-0C6D-4666-94B6-7AFC9FAE977A}" type="pres">
      <dgm:prSet presAssocID="{AC2CC12B-D259-480B-B19B-E58DD1E584BD}" presName="conn2-1" presStyleLbl="parChTrans1D3" presStyleIdx="1" presStyleCnt="2"/>
      <dgm:spPr/>
      <dgm:t>
        <a:bodyPr/>
        <a:lstStyle/>
        <a:p>
          <a:endParaRPr lang="ru-RU"/>
        </a:p>
      </dgm:t>
    </dgm:pt>
    <dgm:pt modelId="{FD0A68F6-F29E-4B4D-AC10-4A09CA0D8339}" type="pres">
      <dgm:prSet presAssocID="{AC2CC12B-D259-480B-B19B-E58DD1E584BD}" presName="connTx" presStyleLbl="parChTrans1D3" presStyleIdx="1" presStyleCnt="2"/>
      <dgm:spPr/>
      <dgm:t>
        <a:bodyPr/>
        <a:lstStyle/>
        <a:p>
          <a:endParaRPr lang="ru-RU"/>
        </a:p>
      </dgm:t>
    </dgm:pt>
    <dgm:pt modelId="{5D4AD49D-480A-4CB2-AE64-93570EA28FA0}" type="pres">
      <dgm:prSet presAssocID="{A51A931B-88BE-4506-9C5F-B9833F3E42A0}" presName="root2" presStyleCnt="0"/>
      <dgm:spPr/>
    </dgm:pt>
    <dgm:pt modelId="{C70C5029-2CFB-439A-8051-F6BA4BD65644}" type="pres">
      <dgm:prSet presAssocID="{A51A931B-88BE-4506-9C5F-B9833F3E42A0}" presName="LevelTwoTextNode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EB6460E-C639-446D-B3F0-B59918416253}" type="pres">
      <dgm:prSet presAssocID="{A51A931B-88BE-4506-9C5F-B9833F3E42A0}" presName="level3hierChild" presStyleCnt="0"/>
      <dgm:spPr/>
    </dgm:pt>
  </dgm:ptLst>
  <dgm:cxnLst>
    <dgm:cxn modelId="{7BD62829-04D9-4884-85E1-25C3074113DA}" type="presOf" srcId="{A51A931B-88BE-4506-9C5F-B9833F3E42A0}" destId="{C70C5029-2CFB-439A-8051-F6BA4BD65644}" srcOrd="0" destOrd="0" presId="urn:microsoft.com/office/officeart/2005/8/layout/hierarchy2"/>
    <dgm:cxn modelId="{B5287AFB-3B6C-4C4E-A64C-2CA6F706E1DE}" type="presOf" srcId="{AC2CC12B-D259-480B-B19B-E58DD1E584BD}" destId="{C4169B2E-0C6D-4666-94B6-7AFC9FAE977A}" srcOrd="0" destOrd="0" presId="urn:microsoft.com/office/officeart/2005/8/layout/hierarchy2"/>
    <dgm:cxn modelId="{29B7C0F9-8F78-447B-BA57-FBCCAA6DA74C}" type="presOf" srcId="{24C46749-BBA8-492A-918B-52ABF0D6FC03}" destId="{D64D0DDC-B0D2-4217-A408-3D64475A668C}" srcOrd="0" destOrd="0" presId="urn:microsoft.com/office/officeart/2005/8/layout/hierarchy2"/>
    <dgm:cxn modelId="{8B092DBD-ACC7-496A-845F-2F31F83C19FD}" srcId="{24C46749-BBA8-492A-918B-52ABF0D6FC03}" destId="{F3855FBA-30DB-4B89-870A-5DE96C69246B}" srcOrd="0" destOrd="0" parTransId="{77EAED4C-77D4-4D6B-8952-D752E481AC4B}" sibTransId="{12E7EBE5-46F8-4EFB-B82F-73CFFD11CAB2}"/>
    <dgm:cxn modelId="{962957EA-19CD-4606-A165-3B7DAA2AED60}" type="presOf" srcId="{AC2CC12B-D259-480B-B19B-E58DD1E584BD}" destId="{FD0A68F6-F29E-4B4D-AC10-4A09CA0D8339}" srcOrd="1" destOrd="0" presId="urn:microsoft.com/office/officeart/2005/8/layout/hierarchy2"/>
    <dgm:cxn modelId="{2603FB78-99C0-4E70-9397-2F997DE1302D}" srcId="{5FACECF5-146B-4158-8694-63E9CC4FB378}" destId="{A51A931B-88BE-4506-9C5F-B9833F3E42A0}" srcOrd="0" destOrd="0" parTransId="{AC2CC12B-D259-480B-B19B-E58DD1E584BD}" sibTransId="{0E004DDE-8290-4228-ADF6-2CC5C0C4922E}"/>
    <dgm:cxn modelId="{8C3B2D2B-E677-43C4-B66D-89511A3F3FEC}" srcId="{24C46749-BBA8-492A-918B-52ABF0D6FC03}" destId="{5FACECF5-146B-4158-8694-63E9CC4FB378}" srcOrd="1" destOrd="0" parTransId="{69AB20A5-4B23-4F10-988D-D9A84354C0AC}" sibTransId="{75795079-D4F9-4B62-9CC4-30D82A8FA912}"/>
    <dgm:cxn modelId="{0DB698D5-71FE-43B1-A48F-F00D3AD4F56D}" type="presOf" srcId="{5FACECF5-146B-4158-8694-63E9CC4FB378}" destId="{68EB81F0-EBE3-4999-A919-961AC7D187A6}" srcOrd="0" destOrd="0" presId="urn:microsoft.com/office/officeart/2005/8/layout/hierarchy2"/>
    <dgm:cxn modelId="{C68C285B-3DB2-46E9-9D26-0DB1C1A54F53}" type="presOf" srcId="{0C8A778A-1C7C-4B8D-B863-77E9647F6374}" destId="{36B04C6E-DEB5-4CE2-B1D1-DA851533D4D7}" srcOrd="0" destOrd="0" presId="urn:microsoft.com/office/officeart/2005/8/layout/hierarchy2"/>
    <dgm:cxn modelId="{28417AC3-A8CA-409C-811B-4F8530E6B3B7}" type="presOf" srcId="{69AB20A5-4B23-4F10-988D-D9A84354C0AC}" destId="{639CE689-2A50-48EF-B8AF-B6006909F3B7}" srcOrd="1" destOrd="0" presId="urn:microsoft.com/office/officeart/2005/8/layout/hierarchy2"/>
    <dgm:cxn modelId="{CCE71226-FA2C-4B0F-B69F-BE8075EEFAF2}" type="presOf" srcId="{42A04894-051D-4B7B-A7B9-92C518B13C72}" destId="{AD1F2B69-6CD9-4A4F-AB77-DFA5AA4566D9}" srcOrd="0" destOrd="0" presId="urn:microsoft.com/office/officeart/2005/8/layout/hierarchy2"/>
    <dgm:cxn modelId="{4D2CD64C-E67C-4D0A-9E54-D9929CC80ED9}" srcId="{F3855FBA-30DB-4B89-870A-5DE96C69246B}" destId="{0C8A778A-1C7C-4B8D-B863-77E9647F6374}" srcOrd="0" destOrd="0" parTransId="{42A04894-051D-4B7B-A7B9-92C518B13C72}" sibTransId="{5DE22586-DF3E-4EA8-BC89-B2AE992A528B}"/>
    <dgm:cxn modelId="{94803A7D-5167-4219-9170-7E1B28ECDC47}" type="presOf" srcId="{81AC2C4F-94F5-492F-9E09-E34E0FE6C928}" destId="{77DABD08-49ED-4D6D-8E02-398EAC6D66BD}" srcOrd="0" destOrd="0" presId="urn:microsoft.com/office/officeart/2005/8/layout/hierarchy2"/>
    <dgm:cxn modelId="{D75A93DE-CC4F-400C-91CE-933BF394E87A}" type="presOf" srcId="{77EAED4C-77D4-4D6B-8952-D752E481AC4B}" destId="{A9A9F93D-3852-4B50-8338-DD213B3C9292}" srcOrd="0" destOrd="0" presId="urn:microsoft.com/office/officeart/2005/8/layout/hierarchy2"/>
    <dgm:cxn modelId="{CF876FFA-8951-466F-AB64-C9402EC3B21E}" srcId="{81AC2C4F-94F5-492F-9E09-E34E0FE6C928}" destId="{24C46749-BBA8-492A-918B-52ABF0D6FC03}" srcOrd="0" destOrd="0" parTransId="{C7DE7437-0A34-4745-91BF-4E37F00A8F6F}" sibTransId="{5281F180-C5C2-4E72-98EE-D48270455AC9}"/>
    <dgm:cxn modelId="{9A546388-4F6A-4320-9781-FA82598DBE7C}" type="presOf" srcId="{42A04894-051D-4B7B-A7B9-92C518B13C72}" destId="{F6DEFD88-6484-4891-A53A-C77E328E2451}" srcOrd="1" destOrd="0" presId="urn:microsoft.com/office/officeart/2005/8/layout/hierarchy2"/>
    <dgm:cxn modelId="{5CC417F6-16D8-432A-95C5-61FAB1505B09}" type="presOf" srcId="{F3855FBA-30DB-4B89-870A-5DE96C69246B}" destId="{D738C820-0C5A-4141-9487-C9AF71DB27B7}" srcOrd="0" destOrd="0" presId="urn:microsoft.com/office/officeart/2005/8/layout/hierarchy2"/>
    <dgm:cxn modelId="{A3114D5C-7B71-412B-ADC5-595F9E5D5489}" type="presOf" srcId="{77EAED4C-77D4-4D6B-8952-D752E481AC4B}" destId="{CA3FB559-C0ED-4F39-ABD7-872AC1375EFF}" srcOrd="1" destOrd="0" presId="urn:microsoft.com/office/officeart/2005/8/layout/hierarchy2"/>
    <dgm:cxn modelId="{B58C06A5-8F0D-4A91-A8FA-57D10BAD6E73}" type="presOf" srcId="{69AB20A5-4B23-4F10-988D-D9A84354C0AC}" destId="{281C2CF1-9127-4DC0-B1F2-0608FB407B3A}" srcOrd="0" destOrd="0" presId="urn:microsoft.com/office/officeart/2005/8/layout/hierarchy2"/>
    <dgm:cxn modelId="{57F1FC41-6A0B-4B66-B0C7-5F13E52F6DBC}" type="presParOf" srcId="{77DABD08-49ED-4D6D-8E02-398EAC6D66BD}" destId="{EED897D5-0395-4F7A-8DAF-9E5122F9EE40}" srcOrd="0" destOrd="0" presId="urn:microsoft.com/office/officeart/2005/8/layout/hierarchy2"/>
    <dgm:cxn modelId="{CEBB956D-23A8-46FC-9BD8-0F1018386472}" type="presParOf" srcId="{EED897D5-0395-4F7A-8DAF-9E5122F9EE40}" destId="{D64D0DDC-B0D2-4217-A408-3D64475A668C}" srcOrd="0" destOrd="0" presId="urn:microsoft.com/office/officeart/2005/8/layout/hierarchy2"/>
    <dgm:cxn modelId="{9D6ED2E3-4C2D-440D-A03F-37DA1C5B5BA7}" type="presParOf" srcId="{EED897D5-0395-4F7A-8DAF-9E5122F9EE40}" destId="{A899128C-A4EC-438F-9D81-694BCE6971A4}" srcOrd="1" destOrd="0" presId="urn:microsoft.com/office/officeart/2005/8/layout/hierarchy2"/>
    <dgm:cxn modelId="{8B587037-57C1-4AA2-8290-EA3F2013BC0E}" type="presParOf" srcId="{A899128C-A4EC-438F-9D81-694BCE6971A4}" destId="{A9A9F93D-3852-4B50-8338-DD213B3C9292}" srcOrd="0" destOrd="0" presId="urn:microsoft.com/office/officeart/2005/8/layout/hierarchy2"/>
    <dgm:cxn modelId="{33226120-E726-44AA-95E7-5F63555CDA5E}" type="presParOf" srcId="{A9A9F93D-3852-4B50-8338-DD213B3C9292}" destId="{CA3FB559-C0ED-4F39-ABD7-872AC1375EFF}" srcOrd="0" destOrd="0" presId="urn:microsoft.com/office/officeart/2005/8/layout/hierarchy2"/>
    <dgm:cxn modelId="{3845760F-FEC2-4443-BA98-1A886CB2EB33}" type="presParOf" srcId="{A899128C-A4EC-438F-9D81-694BCE6971A4}" destId="{711E1188-E18B-43E0-9B6A-07C4B74B8172}" srcOrd="1" destOrd="0" presId="urn:microsoft.com/office/officeart/2005/8/layout/hierarchy2"/>
    <dgm:cxn modelId="{24623E70-F614-4B1D-8F77-959793362B1B}" type="presParOf" srcId="{711E1188-E18B-43E0-9B6A-07C4B74B8172}" destId="{D738C820-0C5A-4141-9487-C9AF71DB27B7}" srcOrd="0" destOrd="0" presId="urn:microsoft.com/office/officeart/2005/8/layout/hierarchy2"/>
    <dgm:cxn modelId="{EBCFC7ED-DAC3-416B-842D-5CA050615766}" type="presParOf" srcId="{711E1188-E18B-43E0-9B6A-07C4B74B8172}" destId="{1C17E37A-C4FC-4FA9-A2C1-419D6F89A5CC}" srcOrd="1" destOrd="0" presId="urn:microsoft.com/office/officeart/2005/8/layout/hierarchy2"/>
    <dgm:cxn modelId="{4EC6EDDF-5118-4A21-AE5C-EDD4C9B1EFB8}" type="presParOf" srcId="{1C17E37A-C4FC-4FA9-A2C1-419D6F89A5CC}" destId="{AD1F2B69-6CD9-4A4F-AB77-DFA5AA4566D9}" srcOrd="0" destOrd="0" presId="urn:microsoft.com/office/officeart/2005/8/layout/hierarchy2"/>
    <dgm:cxn modelId="{2528B6C2-049B-4363-941E-FE440D45303C}" type="presParOf" srcId="{AD1F2B69-6CD9-4A4F-AB77-DFA5AA4566D9}" destId="{F6DEFD88-6484-4891-A53A-C77E328E2451}" srcOrd="0" destOrd="0" presId="urn:microsoft.com/office/officeart/2005/8/layout/hierarchy2"/>
    <dgm:cxn modelId="{70807E5F-A91E-4D4F-A364-2E1E9F8057F3}" type="presParOf" srcId="{1C17E37A-C4FC-4FA9-A2C1-419D6F89A5CC}" destId="{C12D50C9-DD4A-4AFB-A658-CFEBEE56B3BE}" srcOrd="1" destOrd="0" presId="urn:microsoft.com/office/officeart/2005/8/layout/hierarchy2"/>
    <dgm:cxn modelId="{A9E29E9E-DC73-4491-B6AD-38136635C11A}" type="presParOf" srcId="{C12D50C9-DD4A-4AFB-A658-CFEBEE56B3BE}" destId="{36B04C6E-DEB5-4CE2-B1D1-DA851533D4D7}" srcOrd="0" destOrd="0" presId="urn:microsoft.com/office/officeart/2005/8/layout/hierarchy2"/>
    <dgm:cxn modelId="{0D545213-1064-4A2C-B626-14141F4A6FB5}" type="presParOf" srcId="{C12D50C9-DD4A-4AFB-A658-CFEBEE56B3BE}" destId="{C9DC8537-6AC9-4424-A321-8200F03A9C14}" srcOrd="1" destOrd="0" presId="urn:microsoft.com/office/officeart/2005/8/layout/hierarchy2"/>
    <dgm:cxn modelId="{33A86FAC-B2C1-468E-AF38-FCDE1ECD0534}" type="presParOf" srcId="{A899128C-A4EC-438F-9D81-694BCE6971A4}" destId="{281C2CF1-9127-4DC0-B1F2-0608FB407B3A}" srcOrd="2" destOrd="0" presId="urn:microsoft.com/office/officeart/2005/8/layout/hierarchy2"/>
    <dgm:cxn modelId="{B71A17D9-5010-4D21-A27E-A68141FD8BC2}" type="presParOf" srcId="{281C2CF1-9127-4DC0-B1F2-0608FB407B3A}" destId="{639CE689-2A50-48EF-B8AF-B6006909F3B7}" srcOrd="0" destOrd="0" presId="urn:microsoft.com/office/officeart/2005/8/layout/hierarchy2"/>
    <dgm:cxn modelId="{E0CB6B2B-25EA-48F9-B636-1FFA06F7032C}" type="presParOf" srcId="{A899128C-A4EC-438F-9D81-694BCE6971A4}" destId="{B71869C7-FE46-4E29-AF06-DFB79543D154}" srcOrd="3" destOrd="0" presId="urn:microsoft.com/office/officeart/2005/8/layout/hierarchy2"/>
    <dgm:cxn modelId="{74F8B4E9-FD43-4F99-AC30-B36D3A776ACB}" type="presParOf" srcId="{B71869C7-FE46-4E29-AF06-DFB79543D154}" destId="{68EB81F0-EBE3-4999-A919-961AC7D187A6}" srcOrd="0" destOrd="0" presId="urn:microsoft.com/office/officeart/2005/8/layout/hierarchy2"/>
    <dgm:cxn modelId="{23756D5A-E910-477A-9A58-094768054179}" type="presParOf" srcId="{B71869C7-FE46-4E29-AF06-DFB79543D154}" destId="{BCE9CFC9-C8F4-4A7E-BC08-FA6E67206996}" srcOrd="1" destOrd="0" presId="urn:microsoft.com/office/officeart/2005/8/layout/hierarchy2"/>
    <dgm:cxn modelId="{14C29FFA-99A4-4C4A-8BF9-E8CD36BB0A4C}" type="presParOf" srcId="{BCE9CFC9-C8F4-4A7E-BC08-FA6E67206996}" destId="{C4169B2E-0C6D-4666-94B6-7AFC9FAE977A}" srcOrd="0" destOrd="0" presId="urn:microsoft.com/office/officeart/2005/8/layout/hierarchy2"/>
    <dgm:cxn modelId="{F9AB4882-2FF1-426C-AFEA-F03A20B994AD}" type="presParOf" srcId="{C4169B2E-0C6D-4666-94B6-7AFC9FAE977A}" destId="{FD0A68F6-F29E-4B4D-AC10-4A09CA0D8339}" srcOrd="0" destOrd="0" presId="urn:microsoft.com/office/officeart/2005/8/layout/hierarchy2"/>
    <dgm:cxn modelId="{30A595C8-E1ED-42EE-A2DF-9D60FE8081A6}" type="presParOf" srcId="{BCE9CFC9-C8F4-4A7E-BC08-FA6E67206996}" destId="{5D4AD49D-480A-4CB2-AE64-93570EA28FA0}" srcOrd="1" destOrd="0" presId="urn:microsoft.com/office/officeart/2005/8/layout/hierarchy2"/>
    <dgm:cxn modelId="{AA2FA4A9-42BD-4907-8DF3-7F40F3B9096F}" type="presParOf" srcId="{5D4AD49D-480A-4CB2-AE64-93570EA28FA0}" destId="{C70C5029-2CFB-439A-8051-F6BA4BD65644}" srcOrd="0" destOrd="0" presId="urn:microsoft.com/office/officeart/2005/8/layout/hierarchy2"/>
    <dgm:cxn modelId="{227639BF-08B6-42F4-BF85-22A8B8401D02}" type="presParOf" srcId="{5D4AD49D-480A-4CB2-AE64-93570EA28FA0}" destId="{EEB6460E-C639-446D-B3F0-B5991841625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4D0DDC-B0D2-4217-A408-3D64475A668C}">
      <dsp:nvSpPr>
        <dsp:cNvPr id="0" name=""/>
        <dsp:cNvSpPr/>
      </dsp:nvSpPr>
      <dsp:spPr>
        <a:xfrm>
          <a:off x="3987" y="428625"/>
          <a:ext cx="1440484" cy="785822"/>
        </a:xfrm>
        <a:prstGeom prst="roundRect">
          <a:avLst>
            <a:gd name="adj" fmla="val 10000"/>
          </a:avLst>
        </a:prstGeom>
        <a:solidFill>
          <a:schemeClr val="accent3">
            <a:tint val="9500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soft" dir="b">
            <a:rot lat="0" lon="0" rev="0"/>
          </a:lightRig>
        </a:scene3d>
        <a:sp3d prstMaterial="dkEdge">
          <a:bevelT w="63500" h="63500" prst="cross"/>
          <a:contourClr>
            <a:schemeClr val="accent3"/>
          </a:contourClr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b="1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ЛИДЕРСТВО В СЕСТРИНСКОМ ДЕЛЕ</a:t>
          </a:r>
          <a:endParaRPr lang="ru-RU" sz="11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7003" y="451641"/>
        <a:ext cx="1394452" cy="739790"/>
      </dsp:txXfrm>
    </dsp:sp>
    <dsp:sp modelId="{A9A9F93D-3852-4B50-8338-DD213B3C9292}">
      <dsp:nvSpPr>
        <dsp:cNvPr id="0" name=""/>
        <dsp:cNvSpPr/>
      </dsp:nvSpPr>
      <dsp:spPr>
        <a:xfrm rot="19665618">
          <a:off x="1388704" y="590338"/>
          <a:ext cx="723424" cy="76477"/>
        </a:xfrm>
        <a:custGeom>
          <a:avLst/>
          <a:gdLst/>
          <a:ahLst/>
          <a:cxnLst/>
          <a:rect l="0" t="0" r="0" b="0"/>
          <a:pathLst>
            <a:path>
              <a:moveTo>
                <a:pt x="0" y="38238"/>
              </a:moveTo>
              <a:lnTo>
                <a:pt x="723424" y="38238"/>
              </a:lnTo>
            </a:path>
          </a:pathLst>
        </a:custGeom>
        <a:noFill/>
        <a:ln w="11429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1732331" y="610491"/>
        <a:ext cx="36171" cy="36171"/>
      </dsp:txXfrm>
    </dsp:sp>
    <dsp:sp modelId="{D738C820-0C5A-4141-9487-C9AF71DB27B7}">
      <dsp:nvSpPr>
        <dsp:cNvPr id="0" name=""/>
        <dsp:cNvSpPr/>
      </dsp:nvSpPr>
      <dsp:spPr>
        <a:xfrm>
          <a:off x="2056361" y="86564"/>
          <a:ext cx="1396210" cy="698105"/>
        </a:xfrm>
        <a:prstGeom prst="roundRect">
          <a:avLst>
            <a:gd name="adj" fmla="val 10000"/>
          </a:avLst>
        </a:prstGeom>
        <a:solidFill>
          <a:schemeClr val="accent3">
            <a:tint val="9500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soft" dir="b">
            <a:rot lat="0" lon="0" rev="0"/>
          </a:lightRig>
        </a:scene3d>
        <a:sp3d prstMaterial="dkEdge">
          <a:bevelT w="63500" h="63500" prst="cross"/>
          <a:contourClr>
            <a:schemeClr val="accent3"/>
          </a:contourClr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Наличие сильной позиции и роли медицинской сестры;</a:t>
          </a:r>
          <a:endParaRPr lang="ru-RU" sz="11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076808" y="107011"/>
        <a:ext cx="1355316" cy="657211"/>
      </dsp:txXfrm>
    </dsp:sp>
    <dsp:sp modelId="{AD1F2B69-6CD9-4A4F-AB77-DFA5AA4566D9}">
      <dsp:nvSpPr>
        <dsp:cNvPr id="0" name=""/>
        <dsp:cNvSpPr/>
      </dsp:nvSpPr>
      <dsp:spPr>
        <a:xfrm rot="21494596">
          <a:off x="3452453" y="389632"/>
          <a:ext cx="505316" cy="76477"/>
        </a:xfrm>
        <a:custGeom>
          <a:avLst/>
          <a:gdLst/>
          <a:ahLst/>
          <a:cxnLst/>
          <a:rect l="0" t="0" r="0" b="0"/>
          <a:pathLst>
            <a:path>
              <a:moveTo>
                <a:pt x="0" y="38238"/>
              </a:moveTo>
              <a:lnTo>
                <a:pt x="505316" y="38238"/>
              </a:lnTo>
            </a:path>
          </a:pathLst>
        </a:custGeom>
        <a:noFill/>
        <a:ln w="11429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3692479" y="415238"/>
        <a:ext cx="25265" cy="25265"/>
      </dsp:txXfrm>
    </dsp:sp>
    <dsp:sp modelId="{36B04C6E-DEB5-4CE2-B1D1-DA851533D4D7}">
      <dsp:nvSpPr>
        <dsp:cNvPr id="0" name=""/>
        <dsp:cNvSpPr/>
      </dsp:nvSpPr>
      <dsp:spPr>
        <a:xfrm>
          <a:off x="3957651" y="71073"/>
          <a:ext cx="1396210" cy="698105"/>
        </a:xfrm>
        <a:prstGeom prst="roundRect">
          <a:avLst>
            <a:gd name="adj" fmla="val 10000"/>
          </a:avLst>
        </a:prstGeom>
        <a:solidFill>
          <a:schemeClr val="accent3">
            <a:tint val="9500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soft" dir="b">
            <a:rot lat="0" lon="0" rev="0"/>
          </a:lightRig>
        </a:scene3d>
        <a:sp3d prstMaterial="dkEdge">
          <a:bevelT w="63500" h="63500" prst="cross"/>
          <a:contourClr>
            <a:schemeClr val="accent3"/>
          </a:contourClr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Наличие современных лидерских компетенций медицинских организаций;</a:t>
          </a:r>
          <a:endParaRPr lang="ru-RU" sz="10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978098" y="91520"/>
        <a:ext cx="1355316" cy="657211"/>
      </dsp:txXfrm>
    </dsp:sp>
    <dsp:sp modelId="{281C2CF1-9127-4DC0-B1F2-0608FB407B3A}">
      <dsp:nvSpPr>
        <dsp:cNvPr id="0" name=""/>
        <dsp:cNvSpPr/>
      </dsp:nvSpPr>
      <dsp:spPr>
        <a:xfrm rot="2142401">
          <a:off x="1379826" y="984003"/>
          <a:ext cx="687775" cy="76477"/>
        </a:xfrm>
        <a:custGeom>
          <a:avLst/>
          <a:gdLst/>
          <a:ahLst/>
          <a:cxnLst/>
          <a:rect l="0" t="0" r="0" b="0"/>
          <a:pathLst>
            <a:path>
              <a:moveTo>
                <a:pt x="0" y="38238"/>
              </a:moveTo>
              <a:lnTo>
                <a:pt x="687775" y="38238"/>
              </a:lnTo>
            </a:path>
          </a:pathLst>
        </a:custGeom>
        <a:noFill/>
        <a:ln w="11429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1706519" y="1005047"/>
        <a:ext cx="34388" cy="34388"/>
      </dsp:txXfrm>
    </dsp:sp>
    <dsp:sp modelId="{68EB81F0-EBE3-4999-A919-961AC7D187A6}">
      <dsp:nvSpPr>
        <dsp:cNvPr id="0" name=""/>
        <dsp:cNvSpPr/>
      </dsp:nvSpPr>
      <dsp:spPr>
        <a:xfrm>
          <a:off x="2002956" y="873894"/>
          <a:ext cx="1396210" cy="698105"/>
        </a:xfrm>
        <a:prstGeom prst="roundRect">
          <a:avLst>
            <a:gd name="adj" fmla="val 10000"/>
          </a:avLst>
        </a:prstGeom>
        <a:solidFill>
          <a:schemeClr val="accent3">
            <a:tint val="9500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soft" dir="b">
            <a:rot lat="0" lon="0" rev="0"/>
          </a:lightRig>
        </a:scene3d>
        <a:sp3d prstMaterial="dkEdge">
          <a:bevelT w="63500" h="63500" prst="cross"/>
          <a:contourClr>
            <a:schemeClr val="accent3"/>
          </a:contourClr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Реализация инноваций в управлении сестринским делом в сфере здравоохранения в Казахстане;</a:t>
          </a:r>
          <a:endParaRPr lang="ru-RU" sz="10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023403" y="894341"/>
        <a:ext cx="1355316" cy="657211"/>
      </dsp:txXfrm>
    </dsp:sp>
    <dsp:sp modelId="{C4169B2E-0C6D-4666-94B6-7AFC9FAE977A}">
      <dsp:nvSpPr>
        <dsp:cNvPr id="0" name=""/>
        <dsp:cNvSpPr/>
      </dsp:nvSpPr>
      <dsp:spPr>
        <a:xfrm>
          <a:off x="3399167" y="1184708"/>
          <a:ext cx="558484" cy="76477"/>
        </a:xfrm>
        <a:custGeom>
          <a:avLst/>
          <a:gdLst/>
          <a:ahLst/>
          <a:cxnLst/>
          <a:rect l="0" t="0" r="0" b="0"/>
          <a:pathLst>
            <a:path>
              <a:moveTo>
                <a:pt x="0" y="38238"/>
              </a:moveTo>
              <a:lnTo>
                <a:pt x="558484" y="38238"/>
              </a:lnTo>
            </a:path>
          </a:pathLst>
        </a:custGeom>
        <a:noFill/>
        <a:ln w="11429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3664447" y="1208985"/>
        <a:ext cx="27924" cy="27924"/>
      </dsp:txXfrm>
    </dsp:sp>
    <dsp:sp modelId="{C70C5029-2CFB-439A-8051-F6BA4BD65644}">
      <dsp:nvSpPr>
        <dsp:cNvPr id="0" name=""/>
        <dsp:cNvSpPr/>
      </dsp:nvSpPr>
      <dsp:spPr>
        <a:xfrm>
          <a:off x="3957651" y="873894"/>
          <a:ext cx="1396210" cy="698105"/>
        </a:xfrm>
        <a:prstGeom prst="roundRect">
          <a:avLst>
            <a:gd name="adj" fmla="val 10000"/>
          </a:avLst>
        </a:prstGeom>
        <a:solidFill>
          <a:schemeClr val="accent3">
            <a:tint val="9500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soft" dir="b">
            <a:rot lat="0" lon="0" rev="0"/>
          </a:lightRig>
        </a:scene3d>
        <a:sp3d prstMaterial="dkEdge">
          <a:bevelT w="63500" h="63500" prst="cross"/>
          <a:contourClr>
            <a:schemeClr val="accent3"/>
          </a:contourClr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Сестринская практика в области здравоохранения и образования.</a:t>
          </a:r>
          <a:endParaRPr lang="ru-RU" sz="9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978098" y="894341"/>
        <a:ext cx="1355316" cy="6572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15.12.2020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Прямоугольник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15.12.2020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15.12.2020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Содержимое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15.12.2020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4" name="Содержимое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Содержимое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Овал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Овал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Заголовок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15.12.2020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15.12.2020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Содержимое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ая соединительная линия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15.12.2020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15.12.2020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57158" y="0"/>
            <a:ext cx="8358246" cy="785818"/>
          </a:xfrm>
        </p:spPr>
        <p:txBody>
          <a:bodyPr>
            <a:norm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ru-RU" sz="700" b="1" cap="none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rtl="0" fontAlgn="base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ru-RU" sz="1200" b="1" cap="none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Лидерство в </a:t>
            </a:r>
            <a:r>
              <a:rPr lang="ru-RU" sz="1200" b="1" cap="none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уходе за больными</a:t>
            </a:r>
            <a:endParaRPr lang="ru-RU" sz="1200" b="1" cap="none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rt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kk-KZ" sz="1200" b="0" cap="none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ГКП «Высший медицинский колледж» наПХВ г. Шымкент.</a:t>
            </a:r>
          </a:p>
          <a:p>
            <a:pPr rt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ru-RU" sz="1200" b="0" cap="none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Касимова</a:t>
            </a:r>
            <a:r>
              <a:rPr lang="ru-RU" sz="1200" b="0" cap="none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1200" b="0" cap="none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Камила</a:t>
            </a:r>
            <a:r>
              <a:rPr lang="ru-RU" sz="1200" b="0" cap="none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1200" b="0" cap="none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Курбанбаевна</a:t>
            </a:r>
            <a:endParaRPr lang="ru-RU" sz="1200" b="0" cap="none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ru-RU" sz="1200" b="0" cap="none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 rt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kk-KZ" sz="1200" b="0" cap="none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l" rtl="0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14282" y="714356"/>
            <a:ext cx="86439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latin typeface="Times New Roman" pitchFamily="18" charset="0"/>
                <a:cs typeface="Times New Roman" pitchFamily="18" charset="0"/>
              </a:rPr>
              <a:t>Сестринское руководство-это новый способ показать свою роль и задачи в области здравоохранения. Медицинские сестры и другие медицинские работники - те, кто осуществляет реформы в сестринском деле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6" name="Схема 15"/>
          <p:cNvGraphicFramePr/>
          <p:nvPr>
            <p:extLst>
              <p:ext uri="{D42A27DB-BD31-4B8C-83A1-F6EECF244321}">
                <p14:modId xmlns:p14="http://schemas.microsoft.com/office/powerpoint/2010/main" val="588435534"/>
              </p:ext>
            </p:extLst>
          </p:nvPr>
        </p:nvGraphicFramePr>
        <p:xfrm>
          <a:off x="214282" y="3143248"/>
          <a:ext cx="5357850" cy="1643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" name="Скругленный прямоугольник 16"/>
          <p:cNvSpPr/>
          <p:nvPr/>
        </p:nvSpPr>
        <p:spPr>
          <a:xfrm>
            <a:off x="214282" y="1214422"/>
            <a:ext cx="4000528" cy="1857388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 rtl="0"/>
            <a:endParaRPr lang="ru-RU" sz="1050" b="1" dirty="0" smtClean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algn="l" rtl="0"/>
            <a:endParaRPr lang="ru-RU" sz="900" b="1" dirty="0" smtClean="0">
              <a:solidFill>
                <a:srgbClr val="00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r>
              <a:rPr lang="ru-RU" sz="1200" b="1" dirty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Современные медсестры играют следующие </a:t>
            </a:r>
            <a:r>
              <a:rPr lang="ru-RU" sz="1200" b="1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роли :</a:t>
            </a:r>
            <a:br>
              <a:rPr lang="ru-RU" sz="1200" b="1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организатор ухода за пациентами;</a:t>
            </a:r>
            <a:b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поставщик медицинских услуг;</a:t>
            </a:r>
            <a:b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защищать интересы пациента (юрист);</a:t>
            </a:r>
            <a:b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преподаватель (консультант);</a:t>
            </a:r>
            <a:b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Исследователь;</a:t>
            </a:r>
            <a:b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1200" b="1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лидер (лидер);</a:t>
            </a:r>
            <a: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член активной медицинской бригады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929190" y="1214422"/>
            <a:ext cx="4000528" cy="1857388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 rtl="0" fontAlgn="base">
              <a:spcBef>
                <a:spcPct val="0"/>
              </a:spcBef>
              <a:spcAft>
                <a:spcPct val="0"/>
              </a:spcAft>
            </a:pPr>
            <a:endParaRPr lang="ru-RU" sz="1200" b="1" dirty="0" smtClean="0">
              <a:solidFill>
                <a:schemeClr val="tx1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algn="l" rtl="0" fontAlgn="base">
              <a:spcBef>
                <a:spcPct val="0"/>
              </a:spcBef>
              <a:spcAft>
                <a:spcPct val="0"/>
              </a:spcAft>
            </a:pPr>
            <a:endParaRPr lang="ru-RU" sz="200" b="1" dirty="0" smtClean="0">
              <a:solidFill>
                <a:schemeClr val="tx1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algn="l" rtl="0" fontAlgn="base">
              <a:spcBef>
                <a:spcPct val="0"/>
              </a:spcBef>
              <a:spcAft>
                <a:spcPct val="0"/>
              </a:spcAft>
            </a:pPr>
            <a:r>
              <a:rPr lang="ru-RU" sz="1200" b="1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Обязательные цели медсестры. Это:</a:t>
            </a:r>
            <a:endParaRPr lang="ru-RU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Профессионализм-быть хорошим </a:t>
            </a: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специалистом;</a:t>
            </a:r>
            <a:endParaRPr lang="ru-RU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Здоровье-динамическая гармония людей с окружающей средой, достигаемая </a:t>
            </a: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адаптацией;</a:t>
            </a:r>
            <a:endParaRPr lang="ru-RU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Независимость и собственность. </a:t>
            </a:r>
            <a:endParaRPr lang="ru-RU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Независимость внимания</a:t>
            </a: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lang="ru-RU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Нравственные качества медицинской сестры::</a:t>
            </a:r>
            <a:endParaRPr lang="ru-RU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rtl="0"/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072066" y="5257727"/>
            <a:ext cx="385765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rtl="0" fontAlgn="base">
              <a:spcBef>
                <a:spcPct val="0"/>
              </a:spcBef>
              <a:spcAft>
                <a:spcPct val="0"/>
              </a:spcAft>
            </a:pPr>
            <a:r>
              <a:rPr lang="ru-RU" sz="12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Выводы</a:t>
            </a:r>
            <a:endParaRPr kumimoji="0" lang="ru-RU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 заключении,</a:t>
            </a:r>
            <a:r>
              <a:rPr kumimoji="0" lang="ru-RU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л</a:t>
            </a:r>
            <a:r>
              <a:rPr lang="ru-RU" sz="12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идерство </a:t>
            </a:r>
            <a:r>
              <a:rPr lang="ru-RU" sz="1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 сестринском деле является новым в управлении сестринским делом в секторе здравоохранения </a:t>
            </a:r>
            <a:r>
              <a:rPr lang="ru-RU" sz="12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Казахстана. </a:t>
            </a:r>
            <a:r>
              <a:rPr lang="ru-RU" sz="12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Чтобы быть руководителем медсестер, необходимо иметь прочную позицию и четкое профессиональное мастерство</a:t>
            </a:r>
            <a:r>
              <a:rPr lang="ru-RU" sz="12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lang="ru-RU" sz="1200" dirty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643570" y="3081551"/>
            <a:ext cx="321471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ЛИДЕРСТВО ОБЪЕДИНЕНО В ШЕСТЬ СФЕР </a:t>
            </a:r>
            <a:r>
              <a:rPr lang="ru-RU" sz="120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КОМПЕТЕНЦИИ: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Определение направления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Управление услугами и достижение результатов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ru-RU" sz="1200" dirty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Повышение уровня ведущих людей и команд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Совместное улучшение коммуникативных навыков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ru-RU" sz="1200" dirty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Самостоятельное руководство и командная работа</a:t>
            </a: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214282" y="4929198"/>
            <a:ext cx="4714908" cy="171451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ru-RU" sz="12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ru-RU" sz="12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Стратегические менеджеры</a:t>
            </a:r>
            <a:endParaRPr lang="ru-RU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(Заместитель главной медсестры: магистр)</a:t>
            </a:r>
          </a:p>
          <a:p>
            <a:pPr lvl="0">
              <a:buFont typeface="Wingdings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отвечает за работу медицинских сестер во всех отделениях и </a:t>
            </a: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подразделениях;</a:t>
            </a:r>
          </a:p>
          <a:p>
            <a:pPr lvl="0">
              <a:buFont typeface="Wingdings" pitchFamily="2" charset="2"/>
              <a:buChar char="Ø"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устанавливает стратегические цели организации</a:t>
            </a: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0">
              <a:buFont typeface="Wingdings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контролирует </a:t>
            </a:r>
            <a:r>
              <a:rPr lang="ru-RU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поддерживает менеджеров среднего звена</a:t>
            </a: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0">
              <a:buFont typeface="Wingdings" pitchFamily="2" charset="2"/>
              <a:buChar char="Ø"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подчеркивает </a:t>
            </a:r>
            <a:r>
              <a:rPr lang="ru-RU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общую эффективность организации</a:t>
            </a: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0">
              <a:buFont typeface="Wingdings" pitchFamily="2" charset="2"/>
              <a:buChar char="Ø"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имеет </a:t>
            </a:r>
            <a:r>
              <a:rPr lang="ru-RU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взаимное руководство в организации и внешней среде..</a:t>
            </a:r>
            <a:endParaRPr lang="ru-RU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rtl="0"/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фициальная">
  <a:themeElements>
    <a:clrScheme name="Официальная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Официальная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Официальная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174</TotalTime>
  <Words>240</Words>
  <Application>Microsoft Office PowerPoint</Application>
  <PresentationFormat>Экран (4:3)</PresentationFormat>
  <Paragraphs>38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Georgia</vt:lpstr>
      <vt:lpstr>Times New Roman</vt:lpstr>
      <vt:lpstr>Wingdings</vt:lpstr>
      <vt:lpstr>Wingdings 2</vt:lpstr>
      <vt:lpstr>Официальная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ADMIN</dc:creator>
  <cp:lastModifiedBy>Сыздыкова Алма Алибековна</cp:lastModifiedBy>
  <cp:revision>25</cp:revision>
  <dcterms:created xsi:type="dcterms:W3CDTF">2020-11-24T09:37:46Z</dcterms:created>
  <dcterms:modified xsi:type="dcterms:W3CDTF">2020-12-15T10:58:22Z</dcterms:modified>
</cp:coreProperties>
</file>