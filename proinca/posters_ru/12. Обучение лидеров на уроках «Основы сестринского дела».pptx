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3" r:id="rId1"/>
  </p:sldMasterIdLst>
  <p:notesMasterIdLst>
    <p:notesMasterId r:id="rId3"/>
  </p:notesMasterIdLst>
  <p:handoutMasterIdLst>
    <p:handoutMasterId r:id="rId4"/>
  </p:handoutMasterIdLst>
  <p:sldIdLst>
    <p:sldId id="262" r:id="rId2"/>
  </p:sldIdLst>
  <p:sldSz cx="43891200" cy="32918400"/>
  <p:notesSz cx="6858000" cy="9144000"/>
  <p:defaultTextStyle>
    <a:defPPr>
      <a:defRPr lang="en-US"/>
    </a:defPPr>
    <a:lvl1pPr marL="0" algn="l" defTabSz="4388900" rtl="0" eaLnBrk="1" latinLnBrk="0" hangingPunct="1">
      <a:defRPr sz="8600" kern="1200">
        <a:solidFill>
          <a:schemeClr val="tx1"/>
        </a:solidFill>
        <a:latin typeface="+mn-lt"/>
        <a:ea typeface="+mn-ea"/>
        <a:cs typeface="+mn-cs"/>
      </a:defRPr>
    </a:lvl1pPr>
    <a:lvl2pPr marL="2194451" algn="l" defTabSz="4388900" rtl="0" eaLnBrk="1" latinLnBrk="0" hangingPunct="1">
      <a:defRPr sz="8600" kern="1200">
        <a:solidFill>
          <a:schemeClr val="tx1"/>
        </a:solidFill>
        <a:latin typeface="+mn-lt"/>
        <a:ea typeface="+mn-ea"/>
        <a:cs typeface="+mn-cs"/>
      </a:defRPr>
    </a:lvl2pPr>
    <a:lvl3pPr marL="4388900" algn="l" defTabSz="4388900" rtl="0" eaLnBrk="1" latinLnBrk="0" hangingPunct="1">
      <a:defRPr sz="8600" kern="1200">
        <a:solidFill>
          <a:schemeClr val="tx1"/>
        </a:solidFill>
        <a:latin typeface="+mn-lt"/>
        <a:ea typeface="+mn-ea"/>
        <a:cs typeface="+mn-cs"/>
      </a:defRPr>
    </a:lvl3pPr>
    <a:lvl4pPr marL="6583351" algn="l" defTabSz="4388900" rtl="0" eaLnBrk="1" latinLnBrk="0" hangingPunct="1">
      <a:defRPr sz="8600" kern="1200">
        <a:solidFill>
          <a:schemeClr val="tx1"/>
        </a:solidFill>
        <a:latin typeface="+mn-lt"/>
        <a:ea typeface="+mn-ea"/>
        <a:cs typeface="+mn-cs"/>
      </a:defRPr>
    </a:lvl4pPr>
    <a:lvl5pPr marL="8777801" algn="l" defTabSz="4388900" rtl="0" eaLnBrk="1" latinLnBrk="0" hangingPunct="1">
      <a:defRPr sz="8600" kern="1200">
        <a:solidFill>
          <a:schemeClr val="tx1"/>
        </a:solidFill>
        <a:latin typeface="+mn-lt"/>
        <a:ea typeface="+mn-ea"/>
        <a:cs typeface="+mn-cs"/>
      </a:defRPr>
    </a:lvl5pPr>
    <a:lvl6pPr marL="10972252" algn="l" defTabSz="4388900" rtl="0" eaLnBrk="1" latinLnBrk="0" hangingPunct="1">
      <a:defRPr sz="8600" kern="1200">
        <a:solidFill>
          <a:schemeClr val="tx1"/>
        </a:solidFill>
        <a:latin typeface="+mn-lt"/>
        <a:ea typeface="+mn-ea"/>
        <a:cs typeface="+mn-cs"/>
      </a:defRPr>
    </a:lvl6pPr>
    <a:lvl7pPr marL="13166703" algn="l" defTabSz="4388900" rtl="0" eaLnBrk="1" latinLnBrk="0" hangingPunct="1">
      <a:defRPr sz="8600" kern="1200">
        <a:solidFill>
          <a:schemeClr val="tx1"/>
        </a:solidFill>
        <a:latin typeface="+mn-lt"/>
        <a:ea typeface="+mn-ea"/>
        <a:cs typeface="+mn-cs"/>
      </a:defRPr>
    </a:lvl7pPr>
    <a:lvl8pPr marL="15361152" algn="l" defTabSz="4388900" rtl="0" eaLnBrk="1" latinLnBrk="0" hangingPunct="1">
      <a:defRPr sz="8600" kern="1200">
        <a:solidFill>
          <a:schemeClr val="tx1"/>
        </a:solidFill>
        <a:latin typeface="+mn-lt"/>
        <a:ea typeface="+mn-ea"/>
        <a:cs typeface="+mn-cs"/>
      </a:defRPr>
    </a:lvl8pPr>
    <a:lvl9pPr marL="17555603" algn="l" defTabSz="4388900" rtl="0" eaLnBrk="1" latinLnBrk="0" hangingPunct="1">
      <a:defRPr sz="86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976" userDrawn="1">
          <p15:clr>
            <a:srgbClr val="A4A3A4"/>
          </p15:clr>
        </p15:guide>
        <p15:guide id="2" orient="horz" pos="288">
          <p15:clr>
            <a:srgbClr val="A4A3A4"/>
          </p15:clr>
        </p15:guide>
        <p15:guide id="3" orient="horz" pos="19656" userDrawn="1">
          <p15:clr>
            <a:srgbClr val="A4A3A4"/>
          </p15:clr>
        </p15:guide>
        <p15:guide id="4" orient="horz">
          <p15:clr>
            <a:srgbClr val="A4A3A4"/>
          </p15:clr>
        </p15:guide>
        <p15:guide id="5" pos="744" userDrawn="1">
          <p15:clr>
            <a:srgbClr val="A4A3A4"/>
          </p15:clr>
        </p15:guide>
        <p15:guide id="6" pos="2700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A.KOTOULAS" initials="AK" lastIdx="2" clrIdx="0"/>
  <p:cmAuthor id="1" name="A.KOTOULAS" initials="HELP" lastIdx="1" clrIdx="1"/>
  <p:cmAuthor id="2" name="A.KOTOULAS" initials="HELP - " lastIdx="1" clrIdx="2"/>
  <p:cmAuthor id="3" name="PosterPresentations.com - 510.649.3001" initials="HELP - " lastIdx="1"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60FA5"/>
    <a:srgbClr val="241197"/>
    <a:srgbClr val="2F199B"/>
    <a:srgbClr val="F3F5FA"/>
    <a:srgbClr val="CDD2DE"/>
    <a:srgbClr val="E3E9E5"/>
    <a:srgbClr val="EAEAEA"/>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Средний стиль 3 — акцент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3C2FFA5D-87B4-456A-9821-1D502468CF0F}" styleName="Стиль из темы 1 - акцент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D113A9D2-9D6B-4929-AA2D-F23B5EE8CBE7}" styleName="Стиль из темы 2 - акцент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7966" autoAdjust="0"/>
    <p:restoredTop sz="94249" autoAdjust="0"/>
  </p:normalViewPr>
  <p:slideViewPr>
    <p:cSldViewPr snapToGrid="0" snapToObjects="1" showGuides="1">
      <p:cViewPr varScale="1">
        <p:scale>
          <a:sx n="24" d="100"/>
          <a:sy n="24" d="100"/>
        </p:scale>
        <p:origin x="1926" y="126"/>
      </p:cViewPr>
      <p:guideLst>
        <p:guide orient="horz" pos="2976"/>
        <p:guide orient="horz" pos="288"/>
        <p:guide orient="horz" pos="19656"/>
        <p:guide orient="horz"/>
        <p:guide pos="744"/>
        <p:guide pos="27000"/>
      </p:guideLst>
    </p:cSldViewPr>
  </p:slideViewPr>
  <p:outlineViewPr>
    <p:cViewPr>
      <p:scale>
        <a:sx n="33" d="100"/>
        <a:sy n="33" d="100"/>
      </p:scale>
      <p:origin x="0" y="0"/>
    </p:cViewPr>
  </p:outlineViewPr>
  <p:notesTextViewPr>
    <p:cViewPr>
      <p:scale>
        <a:sx n="3" d="2"/>
        <a:sy n="3" d="2"/>
      </p:scale>
      <p:origin x="0" y="0"/>
    </p:cViewPr>
  </p:notesTextViewPr>
  <p:sorterViewPr>
    <p:cViewPr>
      <p:scale>
        <a:sx n="66" d="100"/>
        <a:sy n="66" d="100"/>
      </p:scale>
      <p:origin x="0" y="0"/>
    </p:cViewPr>
  </p:sorterViewPr>
  <p:notesViewPr>
    <p:cSldViewPr snapToGrid="0" snapToObjects="1" showGuides="1">
      <p:cViewPr varScale="1">
        <p:scale>
          <a:sx n="79" d="100"/>
          <a:sy n="79" d="100"/>
        </p:scale>
        <p:origin x="-3768" y="-10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notesMaster" Target="notesMasters/notesMaster1.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commentAuthors" Target="commentAuthors.xml"/><Relationship Id="rId4" Type="http://schemas.openxmlformats.org/officeDocument/2006/relationships/handoutMaster" Target="handoutMasters/handoutMaster1.xml"/><Relationship Id="rId9"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0158C5BC-9A70-462C-B28D-9600239EAC64}" type="datetimeFigureOut">
              <a:rPr lang="en-US" smtClean="0"/>
              <a:pPr/>
              <a:t>11/30/2020</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79C131B7-05CA-4AEE-9267-6D0ED4DC84F3}" type="slidenum">
              <a:rPr lang="en-US" smtClean="0"/>
              <a:pPr/>
              <a:t>‹#›</a:t>
            </a:fld>
            <a:endParaRPr lang="en-US"/>
          </a:p>
        </p:txBody>
      </p:sp>
    </p:spTree>
    <p:extLst>
      <p:ext uri="{BB962C8B-B14F-4D97-AF65-F5344CB8AC3E}">
        <p14:creationId xmlns:p14="http://schemas.microsoft.com/office/powerpoint/2010/main" val="397406821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6CC2317-6751-4CD4-9995-8782DD78E936}" type="datetimeFigureOut">
              <a:rPr lang="en-US" smtClean="0"/>
              <a:pPr/>
              <a:t>11/30/2020</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6A1A87D-CAF7-4BDC-A0D3-C0DBEDE81619}" type="slidenum">
              <a:rPr lang="en-US" smtClean="0"/>
              <a:pPr/>
              <a:t>‹#›</a:t>
            </a:fld>
            <a:endParaRPr lang="en-US" dirty="0"/>
          </a:p>
        </p:txBody>
      </p:sp>
    </p:spTree>
    <p:extLst>
      <p:ext uri="{BB962C8B-B14F-4D97-AF65-F5344CB8AC3E}">
        <p14:creationId xmlns:p14="http://schemas.microsoft.com/office/powerpoint/2010/main" val="2414637987"/>
      </p:ext>
    </p:extLst>
  </p:cSld>
  <p:clrMap bg1="lt1" tx1="dk1" bg2="lt2" tx2="dk2" accent1="accent1" accent2="accent2" accent3="accent3" accent4="accent4" accent5="accent5" accent6="accent6" hlink="hlink" folHlink="folHlink"/>
  <p:notesStyle>
    <a:lvl1pPr marL="0" algn="l" defTabSz="4388900" rtl="0" eaLnBrk="1" latinLnBrk="0" hangingPunct="1">
      <a:defRPr sz="5800" kern="1200">
        <a:solidFill>
          <a:schemeClr val="tx1"/>
        </a:solidFill>
        <a:latin typeface="+mn-lt"/>
        <a:ea typeface="+mn-ea"/>
        <a:cs typeface="+mn-cs"/>
      </a:defRPr>
    </a:lvl1pPr>
    <a:lvl2pPr marL="2194451" algn="l" defTabSz="4388900" rtl="0" eaLnBrk="1" latinLnBrk="0" hangingPunct="1">
      <a:defRPr sz="5800" kern="1200">
        <a:solidFill>
          <a:schemeClr val="tx1"/>
        </a:solidFill>
        <a:latin typeface="+mn-lt"/>
        <a:ea typeface="+mn-ea"/>
        <a:cs typeface="+mn-cs"/>
      </a:defRPr>
    </a:lvl2pPr>
    <a:lvl3pPr marL="4388900" algn="l" defTabSz="4388900" rtl="0" eaLnBrk="1" latinLnBrk="0" hangingPunct="1">
      <a:defRPr sz="5800" kern="1200">
        <a:solidFill>
          <a:schemeClr val="tx1"/>
        </a:solidFill>
        <a:latin typeface="+mn-lt"/>
        <a:ea typeface="+mn-ea"/>
        <a:cs typeface="+mn-cs"/>
      </a:defRPr>
    </a:lvl3pPr>
    <a:lvl4pPr marL="6583351" algn="l" defTabSz="4388900" rtl="0" eaLnBrk="1" latinLnBrk="0" hangingPunct="1">
      <a:defRPr sz="5800" kern="1200">
        <a:solidFill>
          <a:schemeClr val="tx1"/>
        </a:solidFill>
        <a:latin typeface="+mn-lt"/>
        <a:ea typeface="+mn-ea"/>
        <a:cs typeface="+mn-cs"/>
      </a:defRPr>
    </a:lvl4pPr>
    <a:lvl5pPr marL="8777801" algn="l" defTabSz="4388900" rtl="0" eaLnBrk="1" latinLnBrk="0" hangingPunct="1">
      <a:defRPr sz="5800" kern="1200">
        <a:solidFill>
          <a:schemeClr val="tx1"/>
        </a:solidFill>
        <a:latin typeface="+mn-lt"/>
        <a:ea typeface="+mn-ea"/>
        <a:cs typeface="+mn-cs"/>
      </a:defRPr>
    </a:lvl5pPr>
    <a:lvl6pPr marL="10972252" algn="l" defTabSz="4388900" rtl="0" eaLnBrk="1" latinLnBrk="0" hangingPunct="1">
      <a:defRPr sz="5800" kern="1200">
        <a:solidFill>
          <a:schemeClr val="tx1"/>
        </a:solidFill>
        <a:latin typeface="+mn-lt"/>
        <a:ea typeface="+mn-ea"/>
        <a:cs typeface="+mn-cs"/>
      </a:defRPr>
    </a:lvl6pPr>
    <a:lvl7pPr marL="13166703" algn="l" defTabSz="4388900" rtl="0" eaLnBrk="1" latinLnBrk="0" hangingPunct="1">
      <a:defRPr sz="5800" kern="1200">
        <a:solidFill>
          <a:schemeClr val="tx1"/>
        </a:solidFill>
        <a:latin typeface="+mn-lt"/>
        <a:ea typeface="+mn-ea"/>
        <a:cs typeface="+mn-cs"/>
      </a:defRPr>
    </a:lvl7pPr>
    <a:lvl8pPr marL="15361152" algn="l" defTabSz="4388900" rtl="0" eaLnBrk="1" latinLnBrk="0" hangingPunct="1">
      <a:defRPr sz="5800" kern="1200">
        <a:solidFill>
          <a:schemeClr val="tx1"/>
        </a:solidFill>
        <a:latin typeface="+mn-lt"/>
        <a:ea typeface="+mn-ea"/>
        <a:cs typeface="+mn-cs"/>
      </a:defRPr>
    </a:lvl8pPr>
    <a:lvl9pPr marL="17555603" algn="l" defTabSz="4388900" rtl="0" eaLnBrk="1" latinLnBrk="0" hangingPunct="1">
      <a:defRPr sz="58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32500" lnSpcReduction="20000"/>
          </a:bodyPr>
          <a:lstStyle/>
          <a:p>
            <a:pPr marL="0" indent="0" algn="l" rtl="0">
              <a:buFont typeface="Arial" panose="020B0604020202020204" pitchFamily="34" charset="0"/>
              <a:buNone/>
            </a:pPr>
            <a:r>
              <a:rPr lang="en-US" b="1" dirty="0"/>
              <a:t>Прочти меня:</a:t>
            </a:r>
          </a:p>
          <a:p>
            <a:pPr marL="0" indent="0" algn="l" rtl="0">
              <a:buFont typeface="Arial" panose="020B0604020202020204" pitchFamily="34" charset="0"/>
              <a:buNone/>
            </a:pPr>
            <a:endParaRPr lang="en-US" b="1" dirty="0"/>
          </a:p>
          <a:p>
            <a:pPr marL="0" indent="0" algn="l" rtl="0">
              <a:buFont typeface="Arial" panose="020B0604020202020204" pitchFamily="34" charset="0"/>
              <a:buNone/>
            </a:pPr>
            <a:r>
              <a:rPr lang="en-US" dirty="0"/>
              <a:t>* </a:t>
            </a:r>
            <a:r>
              <a:rPr lang="ru-RU" dirty="0"/>
              <a:t>Используйте </a:t>
            </a:r>
            <a:r>
              <a:rPr lang="en-US" dirty="0" err="1"/>
              <a:t>этот</a:t>
            </a:r>
            <a:r>
              <a:rPr lang="en-US" dirty="0"/>
              <a:t> шаблон соответствующим образом. </a:t>
            </a:r>
            <a:endParaRPr lang="ru-RU" dirty="0"/>
          </a:p>
          <a:p>
            <a:pPr marL="0" indent="0" algn="l" rtl="0">
              <a:buFont typeface="Arial" panose="020B0604020202020204" pitchFamily="34" charset="0"/>
              <a:buNone/>
            </a:pPr>
            <a:endParaRPr lang="ru-RU" dirty="0"/>
          </a:p>
          <a:p>
            <a:pPr marL="0" indent="0" algn="l" rtl="0">
              <a:buFont typeface="Arial" panose="020B0604020202020204" pitchFamily="34" charset="0"/>
              <a:buNone/>
            </a:pPr>
            <a:r>
              <a:rPr lang="en-US" dirty="0"/>
              <a:t>* </a:t>
            </a:r>
            <a:r>
              <a:rPr lang="en-US" dirty="0" err="1"/>
              <a:t>Заголовки</a:t>
            </a:r>
            <a:r>
              <a:rPr lang="en-US" dirty="0"/>
              <a:t> могут меняться в зависимости от типа вашего исследования. Пожалуйста, сохраните тип шрифта и размер шрифта, так как это повлияет на его внешний вид в Zoom. (</a:t>
            </a:r>
            <a:r>
              <a:rPr lang="ru-RU" b="1" dirty="0"/>
              <a:t>З</a:t>
            </a:r>
            <a:r>
              <a:rPr lang="en-US" b="1" dirty="0" err="1"/>
              <a:t>аглавие</a:t>
            </a:r>
            <a:r>
              <a:rPr lang="en-US" dirty="0"/>
              <a:t>, Calibri, жирный, 80; </a:t>
            </a:r>
            <a:r>
              <a:rPr lang="en-US" b="1" dirty="0"/>
              <a:t>Автор</a:t>
            </a:r>
            <a:r>
              <a:rPr lang="en-US" dirty="0"/>
              <a:t>, Calibri, 66; </a:t>
            </a:r>
            <a:r>
              <a:rPr lang="ru-RU" b="1" dirty="0"/>
              <a:t>Место работы</a:t>
            </a:r>
            <a:r>
              <a:rPr lang="en-US" dirty="0"/>
              <a:t>, Calibri, 44; </a:t>
            </a:r>
            <a:r>
              <a:rPr lang="en-US" b="1" dirty="0"/>
              <a:t>Подзаголовок</a:t>
            </a:r>
            <a:r>
              <a:rPr lang="en-US" dirty="0"/>
              <a:t>, Calibri, все заглавные, жирный, подчеркивание, 60; </a:t>
            </a:r>
            <a:r>
              <a:rPr lang="en-US" b="1" dirty="0"/>
              <a:t>Текст</a:t>
            </a:r>
            <a:r>
              <a:rPr lang="en-US" dirty="0"/>
              <a:t>, Calibri, 54; </a:t>
            </a:r>
            <a:r>
              <a:rPr lang="en-US" b="1" dirty="0"/>
              <a:t>Контакты</a:t>
            </a:r>
            <a:r>
              <a:rPr lang="en-US" dirty="0"/>
              <a:t>, Calibri, подчеркивание, 40, текст Calibri, 40) </a:t>
            </a:r>
            <a:endParaRPr lang="ru-RU" dirty="0"/>
          </a:p>
          <a:p>
            <a:pPr marL="0" indent="0" algn="l" rtl="0">
              <a:buFont typeface="Arial" panose="020B0604020202020204" pitchFamily="34" charset="0"/>
              <a:buNone/>
            </a:pPr>
            <a:endParaRPr lang="en-US" dirty="0"/>
          </a:p>
          <a:p>
            <a:pPr algn="l" rtl="0"/>
            <a:r>
              <a:rPr lang="en-US" dirty="0"/>
              <a:t>* Рекомендуется во время </a:t>
            </a:r>
            <a:r>
              <a:rPr lang="en-US" dirty="0" err="1"/>
              <a:t>презентации</a:t>
            </a:r>
            <a:r>
              <a:rPr lang="en-US" dirty="0"/>
              <a:t> </a:t>
            </a:r>
            <a:r>
              <a:rPr lang="ru-RU" dirty="0"/>
              <a:t>показать </a:t>
            </a:r>
            <a:r>
              <a:rPr lang="en-US" dirty="0" err="1"/>
              <a:t>ваш</a:t>
            </a:r>
            <a:r>
              <a:rPr lang="en-US" dirty="0"/>
              <a:t> </a:t>
            </a:r>
            <a:r>
              <a:rPr lang="en-US" b="1" dirty="0"/>
              <a:t>п</a:t>
            </a:r>
            <a:r>
              <a:rPr lang="ru-RU" b="1" dirty="0"/>
              <a:t>остер</a:t>
            </a:r>
            <a:r>
              <a:rPr lang="en-US" b="1" dirty="0"/>
              <a:t> и </a:t>
            </a:r>
            <a:r>
              <a:rPr lang="en-US" dirty="0"/>
              <a:t> </a:t>
            </a:r>
            <a:r>
              <a:rPr lang="en-US" b="1" dirty="0"/>
              <a:t>Zoom</a:t>
            </a:r>
            <a:r>
              <a:rPr lang="en-US" b="1" baseline="0" dirty="0"/>
              <a:t> </a:t>
            </a:r>
            <a:r>
              <a:rPr lang="ru-RU" b="0" baseline="0" dirty="0"/>
              <a:t>в</a:t>
            </a:r>
            <a:r>
              <a:rPr lang="en-US" dirty="0"/>
              <a:t> </a:t>
            </a:r>
            <a:r>
              <a:rPr lang="en-US" b="1" dirty="0"/>
              <a:t>ПОЛНОЭКРАНН</a:t>
            </a:r>
            <a:r>
              <a:rPr lang="ru-RU" b="1" dirty="0"/>
              <a:t>ОМ </a:t>
            </a:r>
            <a:r>
              <a:rPr lang="ru-RU" b="0" dirty="0"/>
              <a:t>режиме</a:t>
            </a:r>
            <a:r>
              <a:rPr lang="en-US" b="0" dirty="0"/>
              <a:t>. </a:t>
            </a:r>
          </a:p>
        </p:txBody>
      </p:sp>
      <p:sp>
        <p:nvSpPr>
          <p:cNvPr id="4" name="Slide Number Placeholder 3"/>
          <p:cNvSpPr>
            <a:spLocks noGrp="1"/>
          </p:cNvSpPr>
          <p:nvPr>
            <p:ph type="sldNum" sz="quarter" idx="5"/>
          </p:nvPr>
        </p:nvSpPr>
        <p:spPr/>
        <p:txBody>
          <a:bodyPr/>
          <a:lstStyle/>
          <a:p>
            <a:pPr algn="l" rtl="0"/>
            <a:fld id="{26A1A87D-CAF7-4BDC-A0D3-C0DBEDE81619}" type="slidenum">
              <a:rPr lang="en-US" smtClean="0"/>
              <a:pPr algn="l" rtl="0"/>
              <a:t>1</a:t>
            </a:fld>
            <a:endParaRPr lang="en-US" dirty="0"/>
          </a:p>
        </p:txBody>
      </p:sp>
    </p:spTree>
    <p:extLst>
      <p:ext uri="{BB962C8B-B14F-4D97-AF65-F5344CB8AC3E}">
        <p14:creationId xmlns:p14="http://schemas.microsoft.com/office/powerpoint/2010/main" val="24923267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36x48 template">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1148074" y="5966815"/>
            <a:ext cx="10056813" cy="846363"/>
          </a:xfrm>
          <a:prstGeom prst="rect">
            <a:avLst/>
          </a:prstGeom>
        </p:spPr>
        <p:txBody>
          <a:bodyPr wrap="square" lIns="228589" tIns="228589" rIns="228589" bIns="228589">
            <a:spAutoFit/>
          </a:bodyPr>
          <a:lstStyle>
            <a:lvl1pPr marL="0" indent="0">
              <a:buNone/>
              <a:defRPr sz="2500">
                <a:solidFill>
                  <a:schemeClr val="tx1"/>
                </a:solidFill>
                <a:latin typeface="Calibri" panose="020F0502020204030204" pitchFamily="34" charset="0"/>
                <a:cs typeface="Calibri" panose="020F0502020204030204" pitchFamily="34"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6" name="Text Placeholder 5"/>
          <p:cNvSpPr>
            <a:spLocks noGrp="1"/>
          </p:cNvSpPr>
          <p:nvPr>
            <p:ph type="body" sz="quarter" idx="11" hasCustomPrompt="1"/>
          </p:nvPr>
        </p:nvSpPr>
        <p:spPr>
          <a:xfrm>
            <a:off x="1148074" y="5109837"/>
            <a:ext cx="10048875" cy="754045"/>
          </a:xfrm>
          <a:prstGeom prst="rect">
            <a:avLst/>
          </a:prstGeom>
          <a:noFill/>
        </p:spPr>
        <p:txBody>
          <a:bodyPr lIns="91436" tIns="91436" rIns="91436" bIns="91436" anchor="ctr" anchorCtr="0">
            <a:spAutoFit/>
          </a:bodyPr>
          <a:lstStyle>
            <a:lvl1pPr marL="0" indent="0" algn="ctr">
              <a:buNone/>
              <a:defRPr sz="3700" b="1" u="sng" baseline="0">
                <a:solidFill>
                  <a:schemeClr val="accent1">
                    <a:lumMod val="50000"/>
                  </a:schemeClr>
                </a:solidFill>
                <a:latin typeface="Calibri" panose="020F0502020204030204" pitchFamily="34" charset="0"/>
                <a:cs typeface="Calibri" panose="020F0502020204030204" pitchFamily="34" charset="0"/>
              </a:defRPr>
            </a:lvl1pPr>
          </a:lstStyle>
          <a:p>
            <a:pPr lvl="0"/>
            <a:r>
              <a:rPr lang="en-US" dirty="0"/>
              <a:t>(click to edit) INTRODUCTION or ABSTRACT</a:t>
            </a:r>
          </a:p>
        </p:txBody>
      </p:sp>
      <p:sp>
        <p:nvSpPr>
          <p:cNvPr id="20" name="Text Placeholder 5"/>
          <p:cNvSpPr>
            <a:spLocks noGrp="1"/>
          </p:cNvSpPr>
          <p:nvPr>
            <p:ph type="body" sz="quarter" idx="20" hasCustomPrompt="1"/>
          </p:nvPr>
        </p:nvSpPr>
        <p:spPr>
          <a:xfrm>
            <a:off x="1090242" y="14181956"/>
            <a:ext cx="10050462"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1">
                    <a:lumMod val="50000"/>
                  </a:schemeClr>
                </a:solidFill>
                <a:latin typeface="Calibri" panose="020F0502020204030204" pitchFamily="34" charset="0"/>
                <a:cs typeface="Calibri" panose="020F0502020204030204" pitchFamily="34" charset="0"/>
              </a:defRPr>
            </a:lvl1pPr>
          </a:lstStyle>
          <a:p>
            <a:pPr lvl="0"/>
            <a:r>
              <a:rPr lang="en-US" dirty="0"/>
              <a:t>(click to edit)  OBJECTIVES</a:t>
            </a:r>
          </a:p>
        </p:txBody>
      </p:sp>
      <p:sp>
        <p:nvSpPr>
          <p:cNvPr id="21" name="Text Placeholder 3"/>
          <p:cNvSpPr>
            <a:spLocks noGrp="1"/>
          </p:cNvSpPr>
          <p:nvPr>
            <p:ph type="body" sz="quarter" idx="21" hasCustomPrompt="1"/>
          </p:nvPr>
        </p:nvSpPr>
        <p:spPr>
          <a:xfrm>
            <a:off x="11681570" y="5939569"/>
            <a:ext cx="10048874" cy="846363"/>
          </a:xfrm>
          <a:prstGeom prst="rect">
            <a:avLst/>
          </a:prstGeom>
        </p:spPr>
        <p:txBody>
          <a:bodyPr wrap="square" lIns="228589" tIns="228589" rIns="228589" bIns="228589">
            <a:spAutoFit/>
          </a:bodyPr>
          <a:lstStyle>
            <a:lvl1pPr marL="0" indent="0">
              <a:buNone/>
              <a:defRPr sz="2500">
                <a:solidFill>
                  <a:schemeClr val="tx1"/>
                </a:solidFill>
                <a:latin typeface="Calibri" panose="020F0502020204030204" pitchFamily="34" charset="0"/>
                <a:cs typeface="Calibri" panose="020F0502020204030204" pitchFamily="34"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2" name="Text Placeholder 5"/>
          <p:cNvSpPr>
            <a:spLocks noGrp="1"/>
          </p:cNvSpPr>
          <p:nvPr>
            <p:ph type="body" sz="quarter" idx="22" hasCustomPrompt="1"/>
          </p:nvPr>
        </p:nvSpPr>
        <p:spPr>
          <a:xfrm>
            <a:off x="11681569" y="5146225"/>
            <a:ext cx="10048875" cy="754045"/>
          </a:xfrm>
          <a:prstGeom prst="rect">
            <a:avLst/>
          </a:prstGeom>
          <a:noFill/>
        </p:spPr>
        <p:txBody>
          <a:bodyPr lIns="91436" tIns="91436" rIns="91436" bIns="91436" anchor="ctr" anchorCtr="0">
            <a:spAutoFit/>
          </a:bodyPr>
          <a:lstStyle>
            <a:lvl1pPr marL="0" indent="0" algn="ctr">
              <a:buNone/>
              <a:defRPr sz="3700" b="1" u="sng" baseline="0">
                <a:solidFill>
                  <a:schemeClr val="accent1">
                    <a:lumMod val="50000"/>
                  </a:schemeClr>
                </a:solidFill>
                <a:latin typeface="Calibri" panose="020F0502020204030204" pitchFamily="34" charset="0"/>
                <a:cs typeface="Calibri" panose="020F0502020204030204" pitchFamily="34" charset="0"/>
              </a:defRPr>
            </a:lvl1pPr>
          </a:lstStyle>
          <a:p>
            <a:pPr lvl="0"/>
            <a:r>
              <a:rPr lang="en-US" dirty="0"/>
              <a:t>(click to edit)  MATERIALS &amp; METHODS</a:t>
            </a:r>
          </a:p>
        </p:txBody>
      </p:sp>
      <p:sp>
        <p:nvSpPr>
          <p:cNvPr id="23" name="Text Placeholder 3"/>
          <p:cNvSpPr>
            <a:spLocks noGrp="1"/>
          </p:cNvSpPr>
          <p:nvPr>
            <p:ph type="body" sz="quarter" idx="23" hasCustomPrompt="1"/>
          </p:nvPr>
        </p:nvSpPr>
        <p:spPr>
          <a:xfrm>
            <a:off x="22207127" y="5939569"/>
            <a:ext cx="10048874" cy="846363"/>
          </a:xfrm>
          <a:prstGeom prst="rect">
            <a:avLst/>
          </a:prstGeom>
        </p:spPr>
        <p:txBody>
          <a:bodyPr wrap="square" lIns="228589" tIns="228589" rIns="228589" bIns="228589">
            <a:spAutoFit/>
          </a:bodyPr>
          <a:lstStyle>
            <a:lvl1pPr marL="0" indent="0">
              <a:buNone/>
              <a:defRPr sz="2500">
                <a:solidFill>
                  <a:schemeClr val="tx1"/>
                </a:solidFill>
                <a:latin typeface="Calibri" panose="020F0502020204030204" pitchFamily="34" charset="0"/>
                <a:cs typeface="Calibri" panose="020F0502020204030204" pitchFamily="34"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4" name="Text Placeholder 5"/>
          <p:cNvSpPr>
            <a:spLocks noGrp="1"/>
          </p:cNvSpPr>
          <p:nvPr>
            <p:ph type="body" sz="quarter" idx="24" hasCustomPrompt="1"/>
          </p:nvPr>
        </p:nvSpPr>
        <p:spPr>
          <a:xfrm>
            <a:off x="22215064" y="5146225"/>
            <a:ext cx="10058400" cy="754045"/>
          </a:xfrm>
          <a:prstGeom prst="rect">
            <a:avLst/>
          </a:prstGeom>
          <a:noFill/>
        </p:spPr>
        <p:txBody>
          <a:bodyPr lIns="91436" tIns="91436" rIns="91436" bIns="91436" anchor="ctr" anchorCtr="0">
            <a:spAutoFit/>
          </a:bodyPr>
          <a:lstStyle>
            <a:lvl1pPr marL="0" indent="0" algn="ctr">
              <a:buNone/>
              <a:defRPr sz="3700" b="1" u="sng" baseline="0">
                <a:solidFill>
                  <a:schemeClr val="accent1">
                    <a:lumMod val="50000"/>
                  </a:schemeClr>
                </a:solidFill>
                <a:latin typeface="Calibri" panose="020F0502020204030204" pitchFamily="34" charset="0"/>
                <a:cs typeface="Calibri" panose="020F0502020204030204" pitchFamily="34" charset="0"/>
              </a:defRPr>
            </a:lvl1pPr>
          </a:lstStyle>
          <a:p>
            <a:pPr lvl="0"/>
            <a:r>
              <a:rPr lang="en-US" dirty="0"/>
              <a:t>(click to edit)  RESULTS</a:t>
            </a:r>
          </a:p>
        </p:txBody>
      </p:sp>
      <p:sp>
        <p:nvSpPr>
          <p:cNvPr id="25" name="Text Placeholder 5"/>
          <p:cNvSpPr>
            <a:spLocks noGrp="1"/>
          </p:cNvSpPr>
          <p:nvPr>
            <p:ph type="body" sz="quarter" idx="25" hasCustomPrompt="1"/>
          </p:nvPr>
        </p:nvSpPr>
        <p:spPr>
          <a:xfrm>
            <a:off x="32763535" y="5146225"/>
            <a:ext cx="10047018"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1">
                    <a:lumMod val="50000"/>
                  </a:schemeClr>
                </a:solidFill>
                <a:latin typeface="Calibri" panose="020F0502020204030204" pitchFamily="34" charset="0"/>
                <a:cs typeface="Calibri" panose="020F0502020204030204" pitchFamily="34" charset="0"/>
              </a:defRPr>
            </a:lvl1pPr>
          </a:lstStyle>
          <a:p>
            <a:pPr lvl="0"/>
            <a:r>
              <a:rPr lang="en-US" dirty="0"/>
              <a:t>(click to edit)  CONCLUSIONS</a:t>
            </a:r>
          </a:p>
        </p:txBody>
      </p:sp>
      <p:sp>
        <p:nvSpPr>
          <p:cNvPr id="26" name="Text Placeholder 3"/>
          <p:cNvSpPr>
            <a:spLocks noGrp="1"/>
          </p:cNvSpPr>
          <p:nvPr>
            <p:ph type="body" sz="quarter" idx="26" hasCustomPrompt="1"/>
          </p:nvPr>
        </p:nvSpPr>
        <p:spPr>
          <a:xfrm>
            <a:off x="32763535" y="5966815"/>
            <a:ext cx="10047018" cy="846363"/>
          </a:xfrm>
          <a:prstGeom prst="rect">
            <a:avLst/>
          </a:prstGeom>
        </p:spPr>
        <p:txBody>
          <a:bodyPr wrap="square" lIns="228589" tIns="228589" rIns="228589" bIns="228589">
            <a:spAutoFit/>
          </a:bodyPr>
          <a:lstStyle>
            <a:lvl1pPr marL="0" indent="0">
              <a:buNone/>
              <a:defRPr sz="2500">
                <a:solidFill>
                  <a:schemeClr val="tx1"/>
                </a:solidFill>
                <a:latin typeface="Calibri" panose="020F0502020204030204" pitchFamily="34" charset="0"/>
                <a:cs typeface="Calibri" panose="020F0502020204030204" pitchFamily="34"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7" name="Text Placeholder 5"/>
          <p:cNvSpPr>
            <a:spLocks noGrp="1"/>
          </p:cNvSpPr>
          <p:nvPr>
            <p:ph type="body" sz="quarter" idx="27" hasCustomPrompt="1"/>
          </p:nvPr>
        </p:nvSpPr>
        <p:spPr>
          <a:xfrm>
            <a:off x="32763535" y="14265455"/>
            <a:ext cx="10047018"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1">
                    <a:lumMod val="50000"/>
                  </a:schemeClr>
                </a:solidFill>
                <a:latin typeface="Calibri" panose="020F0502020204030204" pitchFamily="34" charset="0"/>
                <a:cs typeface="Calibri" panose="020F0502020204030204" pitchFamily="34" charset="0"/>
              </a:defRPr>
            </a:lvl1pPr>
          </a:lstStyle>
          <a:p>
            <a:pPr lvl="0"/>
            <a:r>
              <a:rPr lang="en-US" dirty="0"/>
              <a:t>(click to edit)  REFERENCES</a:t>
            </a:r>
          </a:p>
        </p:txBody>
      </p:sp>
      <p:sp>
        <p:nvSpPr>
          <p:cNvPr id="28" name="Text Placeholder 3"/>
          <p:cNvSpPr>
            <a:spLocks noGrp="1"/>
          </p:cNvSpPr>
          <p:nvPr>
            <p:ph type="body" sz="quarter" idx="28" hasCustomPrompt="1"/>
          </p:nvPr>
        </p:nvSpPr>
        <p:spPr>
          <a:xfrm>
            <a:off x="32761019" y="15067976"/>
            <a:ext cx="10052050" cy="846363"/>
          </a:xfrm>
          <a:prstGeom prst="rect">
            <a:avLst/>
          </a:prstGeom>
        </p:spPr>
        <p:txBody>
          <a:bodyPr wrap="square" lIns="228589" tIns="228589" rIns="228589" bIns="228589">
            <a:spAutoFit/>
          </a:bodyPr>
          <a:lstStyle>
            <a:lvl1pPr marL="0" indent="0">
              <a:buNone/>
              <a:defRPr sz="2500">
                <a:solidFill>
                  <a:schemeClr val="tx1"/>
                </a:solidFill>
                <a:latin typeface="Calibri" panose="020F0502020204030204" pitchFamily="34" charset="0"/>
                <a:cs typeface="Calibri" panose="020F0502020204030204" pitchFamily="34"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9" name="Text Placeholder 5"/>
          <p:cNvSpPr>
            <a:spLocks noGrp="1"/>
          </p:cNvSpPr>
          <p:nvPr>
            <p:ph type="body" sz="quarter" idx="29" hasCustomPrompt="1"/>
          </p:nvPr>
        </p:nvSpPr>
        <p:spPr>
          <a:xfrm>
            <a:off x="32763535" y="25679401"/>
            <a:ext cx="10047018"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1">
                    <a:lumMod val="50000"/>
                  </a:schemeClr>
                </a:solidFill>
                <a:latin typeface="Calibri" panose="020F0502020204030204" pitchFamily="34" charset="0"/>
                <a:cs typeface="Calibri" panose="020F0502020204030204" pitchFamily="34" charset="0"/>
              </a:defRPr>
            </a:lvl1pPr>
          </a:lstStyle>
          <a:p>
            <a:pPr lvl="0"/>
            <a:r>
              <a:rPr lang="en-US" dirty="0"/>
              <a:t>(click to edit)  ACKNOWLEDGEMENTS or  CONTACT</a:t>
            </a:r>
          </a:p>
        </p:txBody>
      </p:sp>
      <p:sp>
        <p:nvSpPr>
          <p:cNvPr id="30" name="Text Placeholder 3"/>
          <p:cNvSpPr>
            <a:spLocks noGrp="1"/>
          </p:cNvSpPr>
          <p:nvPr>
            <p:ph type="body" sz="quarter" idx="30" hasCustomPrompt="1"/>
          </p:nvPr>
        </p:nvSpPr>
        <p:spPr>
          <a:xfrm>
            <a:off x="32761019" y="26433446"/>
            <a:ext cx="10052050" cy="846363"/>
          </a:xfrm>
          <a:prstGeom prst="rect">
            <a:avLst/>
          </a:prstGeom>
        </p:spPr>
        <p:txBody>
          <a:bodyPr wrap="square" lIns="228589" tIns="228589" rIns="228589" bIns="228589">
            <a:spAutoFit/>
          </a:bodyPr>
          <a:lstStyle>
            <a:lvl1pPr marL="0" indent="0">
              <a:buNone/>
              <a:defRPr sz="2500">
                <a:solidFill>
                  <a:schemeClr val="tx1"/>
                </a:solidFill>
                <a:latin typeface="Calibri" panose="020F0502020204030204" pitchFamily="34" charset="0"/>
                <a:cs typeface="Calibri" panose="020F0502020204030204" pitchFamily="34"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60" name="Text Placeholder 3"/>
          <p:cNvSpPr>
            <a:spLocks noGrp="1"/>
          </p:cNvSpPr>
          <p:nvPr>
            <p:ph type="body" sz="quarter" idx="96" hasCustomPrompt="1"/>
          </p:nvPr>
        </p:nvSpPr>
        <p:spPr>
          <a:xfrm>
            <a:off x="1083891" y="14995183"/>
            <a:ext cx="10056813" cy="846363"/>
          </a:xfrm>
          <a:prstGeom prst="rect">
            <a:avLst/>
          </a:prstGeom>
        </p:spPr>
        <p:txBody>
          <a:bodyPr wrap="square" lIns="228589" tIns="228589" rIns="228589" bIns="228589">
            <a:spAutoFit/>
          </a:bodyPr>
          <a:lstStyle>
            <a:lvl1pPr marL="0" indent="0">
              <a:buNone/>
              <a:defRPr sz="2500">
                <a:solidFill>
                  <a:schemeClr val="tx1"/>
                </a:solidFill>
                <a:latin typeface="Calibri" panose="020F0502020204030204" pitchFamily="34" charset="0"/>
                <a:cs typeface="Calibri" panose="020F0502020204030204" pitchFamily="34"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77" name="Text Placeholder 76"/>
          <p:cNvSpPr>
            <a:spLocks noGrp="1"/>
          </p:cNvSpPr>
          <p:nvPr>
            <p:ph type="body" sz="quarter" idx="150" hasCustomPrompt="1"/>
          </p:nvPr>
        </p:nvSpPr>
        <p:spPr>
          <a:xfrm>
            <a:off x="5932593" y="2947817"/>
            <a:ext cx="31998968" cy="1280160"/>
          </a:xfrm>
          <a:prstGeom prst="rect">
            <a:avLst/>
          </a:prstGeom>
        </p:spPr>
        <p:txBody>
          <a:bodyPr>
            <a:normAutofit/>
          </a:bodyPr>
          <a:lstStyle>
            <a:lvl1pPr marL="0" indent="0" algn="ctr">
              <a:buFontTx/>
              <a:buNone/>
              <a:defRPr sz="4400">
                <a:solidFill>
                  <a:schemeClr val="bg1"/>
                </a:solidFill>
                <a:latin typeface="Calibri" panose="020F0502020204030204" pitchFamily="34" charset="0"/>
                <a:cs typeface="Calibri" panose="020F0502020204030204" pitchFamily="34" charset="0"/>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affiliations</a:t>
            </a:r>
          </a:p>
        </p:txBody>
      </p:sp>
      <p:sp>
        <p:nvSpPr>
          <p:cNvPr id="78" name="Text Placeholder 76"/>
          <p:cNvSpPr>
            <a:spLocks noGrp="1"/>
          </p:cNvSpPr>
          <p:nvPr>
            <p:ph type="body" sz="quarter" idx="151" hasCustomPrompt="1"/>
          </p:nvPr>
        </p:nvSpPr>
        <p:spPr>
          <a:xfrm>
            <a:off x="5932593" y="1628358"/>
            <a:ext cx="31998968" cy="1280160"/>
          </a:xfrm>
          <a:prstGeom prst="rect">
            <a:avLst/>
          </a:prstGeom>
        </p:spPr>
        <p:txBody>
          <a:bodyPr anchor="t" anchorCtr="1">
            <a:normAutofit/>
          </a:bodyPr>
          <a:lstStyle>
            <a:lvl1pPr marL="0" indent="0" algn="ctr">
              <a:buFontTx/>
              <a:buNone/>
              <a:defRPr sz="6600">
                <a:solidFill>
                  <a:schemeClr val="bg1"/>
                </a:solidFill>
                <a:latin typeface="Calibri" panose="020F0502020204030204" pitchFamily="34" charset="0"/>
                <a:cs typeface="Calibri" panose="020F0502020204030204" pitchFamily="34" charset="0"/>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authors</a:t>
            </a:r>
          </a:p>
        </p:txBody>
      </p:sp>
      <p:sp>
        <p:nvSpPr>
          <p:cNvPr id="79" name="Text Placeholder 76"/>
          <p:cNvSpPr>
            <a:spLocks noGrp="1"/>
          </p:cNvSpPr>
          <p:nvPr>
            <p:ph type="body" sz="quarter" idx="153" hasCustomPrompt="1"/>
          </p:nvPr>
        </p:nvSpPr>
        <p:spPr>
          <a:xfrm>
            <a:off x="5932593" y="209782"/>
            <a:ext cx="31998968" cy="1359394"/>
          </a:xfrm>
          <a:prstGeom prst="rect">
            <a:avLst/>
          </a:prstGeom>
        </p:spPr>
        <p:txBody>
          <a:bodyPr anchor="t" anchorCtr="1">
            <a:normAutofit/>
          </a:bodyPr>
          <a:lstStyle>
            <a:lvl1pPr marL="0" indent="0" algn="ctr">
              <a:buFontTx/>
              <a:buNone/>
              <a:defRPr sz="8000" b="1">
                <a:solidFill>
                  <a:schemeClr val="bg1"/>
                </a:solidFill>
                <a:latin typeface="Calibri" panose="020F0502020204030204" pitchFamily="34" charset="0"/>
                <a:cs typeface="Calibri" panose="020F0502020204030204" pitchFamily="34" charset="0"/>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title</a:t>
            </a:r>
          </a:p>
        </p:txBody>
      </p:sp>
    </p:spTree>
    <p:extLst>
      <p:ext uri="{BB962C8B-B14F-4D97-AF65-F5344CB8AC3E}">
        <p14:creationId xmlns:p14="http://schemas.microsoft.com/office/powerpoint/2010/main" val="3545458512"/>
      </p:ext>
    </p:extLst>
  </p:cSld>
  <p:clrMapOvr>
    <a:masterClrMapping/>
  </p:clrMapOvr>
  <p:extLst>
    <p:ext uri="{DCECCB84-F9BA-43D5-87BE-67443E8EF086}">
      <p15:sldGuideLst xmlns:p15="http://schemas.microsoft.com/office/powerpoint/2012/main">
        <p15:guide id="1" orient="horz" pos="3216">
          <p15:clr>
            <a:srgbClr val="FBAE40"/>
          </p15:clr>
        </p15:guide>
      </p15:sldGuideLst>
    </p:ext>
  </p:extLst>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accent6"/>
        </a:solidFill>
        <a:effectLst/>
      </p:bgPr>
    </p:bg>
    <p:spTree>
      <p:nvGrpSpPr>
        <p:cNvPr id="1" name=""/>
        <p:cNvGrpSpPr/>
        <p:nvPr/>
      </p:nvGrpSpPr>
      <p:grpSpPr>
        <a:xfrm>
          <a:off x="0" y="0"/>
          <a:ext cx="0" cy="0"/>
          <a:chOff x="0" y="0"/>
          <a:chExt cx="0" cy="0"/>
        </a:xfrm>
      </p:grpSpPr>
      <p:sp>
        <p:nvSpPr>
          <p:cNvPr id="3" name="Rectangle 36">
            <a:extLst>
              <a:ext uri="{FF2B5EF4-FFF2-40B4-BE49-F238E27FC236}">
                <a16:creationId xmlns:a16="http://schemas.microsoft.com/office/drawing/2014/main" xmlns="" id="{946E5B6B-C0EB-774F-84E6-DB70C1B05BBB}"/>
              </a:ext>
            </a:extLst>
          </p:cNvPr>
          <p:cNvSpPr>
            <a:spLocks noChangeArrowheads="1"/>
          </p:cNvSpPr>
          <p:nvPr userDrawn="1"/>
        </p:nvSpPr>
        <p:spPr bwMode="auto">
          <a:xfrm>
            <a:off x="0" y="31191530"/>
            <a:ext cx="43891200" cy="1726870"/>
          </a:xfrm>
          <a:prstGeom prst="rect">
            <a:avLst/>
          </a:prstGeom>
          <a:solidFill>
            <a:schemeClr val="accent1">
              <a:lumMod val="50000"/>
            </a:schemeClr>
          </a:solidFill>
          <a:ln w="9525">
            <a:noFill/>
            <a:miter lim="800000"/>
            <a:headEnd/>
            <a:tailEnd/>
          </a:ln>
          <a:effectLst/>
        </p:spPr>
        <p:txBody>
          <a:bodyPr wrap="none" lIns="260086" tIns="130043" rIns="260086" bIns="130043" anchor="ctr"/>
          <a:lstStyle/>
          <a:p>
            <a:pPr>
              <a:defRPr/>
            </a:pPr>
            <a:endParaRPr lang="en-US" sz="13978" dirty="0"/>
          </a:p>
        </p:txBody>
      </p:sp>
      <p:sp>
        <p:nvSpPr>
          <p:cNvPr id="4" name="Rectangle 36">
            <a:extLst>
              <a:ext uri="{FF2B5EF4-FFF2-40B4-BE49-F238E27FC236}">
                <a16:creationId xmlns:a16="http://schemas.microsoft.com/office/drawing/2014/main" xmlns="" id="{630A12C4-97F8-4F40-B1A5-92179D7A776E}"/>
              </a:ext>
            </a:extLst>
          </p:cNvPr>
          <p:cNvSpPr>
            <a:spLocks noChangeArrowheads="1"/>
          </p:cNvSpPr>
          <p:nvPr userDrawn="1"/>
        </p:nvSpPr>
        <p:spPr bwMode="auto">
          <a:xfrm>
            <a:off x="0" y="-15834"/>
            <a:ext cx="43891200" cy="5186922"/>
          </a:xfrm>
          <a:prstGeom prst="rect">
            <a:avLst/>
          </a:prstGeom>
          <a:solidFill>
            <a:schemeClr val="accent1">
              <a:lumMod val="50000"/>
            </a:schemeClr>
          </a:solidFill>
          <a:ln w="9525">
            <a:noFill/>
            <a:miter lim="800000"/>
            <a:headEnd/>
            <a:tailEnd/>
          </a:ln>
          <a:effectLst/>
        </p:spPr>
        <p:txBody>
          <a:bodyPr wrap="none" lIns="260086" tIns="130043" rIns="260086" bIns="130043" anchor="ctr"/>
          <a:lstStyle/>
          <a:p>
            <a:pPr>
              <a:defRPr/>
            </a:pPr>
            <a:endParaRPr lang="en-US" sz="13978" dirty="0"/>
          </a:p>
        </p:txBody>
      </p:sp>
      <p:sp>
        <p:nvSpPr>
          <p:cNvPr id="5" name="Rounded Rectangle 4">
            <a:extLst>
              <a:ext uri="{FF2B5EF4-FFF2-40B4-BE49-F238E27FC236}">
                <a16:creationId xmlns:a16="http://schemas.microsoft.com/office/drawing/2014/main" xmlns="" id="{F0E3A844-C1E6-A44D-8098-DA3E856EA7D8}"/>
              </a:ext>
            </a:extLst>
          </p:cNvPr>
          <p:cNvSpPr/>
          <p:nvPr userDrawn="1"/>
        </p:nvSpPr>
        <p:spPr>
          <a:xfrm>
            <a:off x="731517" y="4135663"/>
            <a:ext cx="42428163" cy="27683945"/>
          </a:xfrm>
          <a:prstGeom prst="roundRect">
            <a:avLst>
              <a:gd name="adj" fmla="val 0"/>
            </a:avLst>
          </a:prstGeom>
          <a:solidFill>
            <a:schemeClr val="bg1"/>
          </a:solidFill>
          <a:ln w="19050">
            <a:solidFill>
              <a:schemeClr val="accent1">
                <a:lumMod val="50000"/>
              </a:schemeClr>
            </a:solidFill>
          </a:ln>
          <a:effectLst>
            <a:outerShdw blurRad="355600" sx="101000" sy="101000" algn="ctr"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978"/>
          </a:p>
        </p:txBody>
      </p:sp>
      <p:sp>
        <p:nvSpPr>
          <p:cNvPr id="6" name="Text Box 14">
            <a:extLst>
              <a:ext uri="{FF2B5EF4-FFF2-40B4-BE49-F238E27FC236}">
                <a16:creationId xmlns:a16="http://schemas.microsoft.com/office/drawing/2014/main" xmlns="" id="{D39F7EEB-85E1-AB4C-AFD9-37B035A830F0}"/>
              </a:ext>
            </a:extLst>
          </p:cNvPr>
          <p:cNvSpPr txBox="1">
            <a:spLocks noChangeArrowheads="1"/>
          </p:cNvSpPr>
          <p:nvPr userDrawn="1"/>
        </p:nvSpPr>
        <p:spPr bwMode="auto">
          <a:xfrm>
            <a:off x="731517" y="32054965"/>
            <a:ext cx="2514600" cy="341436"/>
          </a:xfrm>
          <a:prstGeom prst="rect">
            <a:avLst/>
          </a:prstGeom>
          <a:noFill/>
          <a:ln w="9525">
            <a:noFill/>
            <a:miter lim="800000"/>
            <a:headEnd/>
            <a:tailEnd/>
          </a:ln>
          <a:effectLst/>
        </p:spPr>
        <p:txBody>
          <a:bodyPr lIns="91263" tIns="45623" rIns="91263" bIns="45623">
            <a:spAutoFit/>
          </a:bodyPr>
          <a:lstStyle/>
          <a:p>
            <a:pPr eaLnBrk="0" hangingPunct="0">
              <a:lnSpc>
                <a:spcPct val="65000"/>
              </a:lnSpc>
              <a:spcBef>
                <a:spcPct val="50000"/>
              </a:spcBef>
              <a:defRPr/>
            </a:pPr>
            <a:r>
              <a:rPr lang="en-US" sz="500" b="1" dirty="0">
                <a:solidFill>
                  <a:schemeClr val="bg1">
                    <a:lumMod val="75000"/>
                  </a:schemeClr>
                </a:solidFill>
                <a:latin typeface="Arial" charset="0"/>
              </a:rPr>
              <a:t>RESEARCH POSTER PRESENTATION DESIGN © 2019</a:t>
            </a:r>
          </a:p>
          <a:p>
            <a:pPr eaLnBrk="0" hangingPunct="0">
              <a:lnSpc>
                <a:spcPct val="65000"/>
              </a:lnSpc>
              <a:spcBef>
                <a:spcPct val="50000"/>
              </a:spcBef>
              <a:defRPr/>
            </a:pPr>
            <a:r>
              <a:rPr lang="en-US" sz="1100" b="1" dirty="0">
                <a:solidFill>
                  <a:schemeClr val="bg1">
                    <a:lumMod val="75000"/>
                  </a:schemeClr>
                </a:solidFill>
                <a:latin typeface="Arial" charset="0"/>
              </a:rPr>
              <a:t>www.PosterPresentations.com</a:t>
            </a:r>
          </a:p>
        </p:txBody>
      </p:sp>
    </p:spTree>
    <p:extLst>
      <p:ext uri="{BB962C8B-B14F-4D97-AF65-F5344CB8AC3E}">
        <p14:creationId xmlns:p14="http://schemas.microsoft.com/office/powerpoint/2010/main" val="717728416"/>
      </p:ext>
    </p:extLst>
  </p:cSld>
  <p:clrMap bg1="lt1" tx1="dk1" bg2="lt2" tx2="dk2" accent1="accent1" accent2="accent2" accent3="accent3" accent4="accent4" accent5="accent5" accent6="accent6" hlink="hlink" folHlink="folHlink"/>
  <p:sldLayoutIdLst>
    <p:sldLayoutId id="2147483655" r:id="rId1"/>
  </p:sldLayoutIdLst>
  <p:txStyles>
    <p:titleStyle>
      <a:lvl1pPr algn="ctr" defTabSz="4388900" rtl="0" eaLnBrk="1" latinLnBrk="0" hangingPunct="1">
        <a:spcBef>
          <a:spcPct val="0"/>
        </a:spcBef>
        <a:buNone/>
        <a:defRPr sz="8800" kern="1200">
          <a:solidFill>
            <a:schemeClr val="bg1"/>
          </a:solidFill>
          <a:latin typeface="Trebuchet MS" pitchFamily="34" charset="0"/>
          <a:ea typeface="+mj-ea"/>
          <a:cs typeface="+mj-cs"/>
        </a:defRPr>
      </a:lvl1pPr>
    </p:titleStyle>
    <p:bodyStyle>
      <a:lvl1pPr marL="1645838" indent="-1645838" algn="l" defTabSz="4388900" rtl="0" eaLnBrk="1" latinLnBrk="0" hangingPunct="1">
        <a:spcBef>
          <a:spcPct val="20000"/>
        </a:spcBef>
        <a:buFont typeface="Arial" pitchFamily="34" charset="0"/>
        <a:buChar char="•"/>
        <a:defRPr sz="15400" kern="1200">
          <a:solidFill>
            <a:schemeClr val="tx1"/>
          </a:solidFill>
          <a:latin typeface="+mn-lt"/>
          <a:ea typeface="+mn-ea"/>
          <a:cs typeface="+mn-cs"/>
        </a:defRPr>
      </a:lvl1pPr>
      <a:lvl2pPr marL="3565982" indent="-1371531" algn="l" defTabSz="4388900" rtl="0" eaLnBrk="1" latinLnBrk="0" hangingPunct="1">
        <a:spcBef>
          <a:spcPct val="20000"/>
        </a:spcBef>
        <a:buFont typeface="Arial" pitchFamily="34" charset="0"/>
        <a:buChar char="–"/>
        <a:defRPr sz="13500" kern="1200">
          <a:solidFill>
            <a:schemeClr val="tx1"/>
          </a:solidFill>
          <a:latin typeface="+mn-lt"/>
          <a:ea typeface="+mn-ea"/>
          <a:cs typeface="+mn-cs"/>
        </a:defRPr>
      </a:lvl2pPr>
      <a:lvl3pPr marL="5486126" indent="-1097226" algn="l" defTabSz="4388900" rtl="0" eaLnBrk="1" latinLnBrk="0" hangingPunct="1">
        <a:spcBef>
          <a:spcPct val="20000"/>
        </a:spcBef>
        <a:buFont typeface="Arial" pitchFamily="34" charset="0"/>
        <a:buChar char="•"/>
        <a:defRPr sz="11600" kern="1200">
          <a:solidFill>
            <a:schemeClr val="tx1"/>
          </a:solidFill>
          <a:latin typeface="+mn-lt"/>
          <a:ea typeface="+mn-ea"/>
          <a:cs typeface="+mn-cs"/>
        </a:defRPr>
      </a:lvl3pPr>
      <a:lvl4pPr marL="76805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4pPr>
      <a:lvl5pPr marL="98750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p:bodyStyle>
    <p:otherStyle>
      <a:defPPr>
        <a:defRPr lang="en-US"/>
      </a:defPPr>
      <a:lvl1pPr marL="0" algn="l" defTabSz="4388900" rtl="0" eaLnBrk="1" latinLnBrk="0" hangingPunct="1">
        <a:defRPr sz="8600" kern="1200">
          <a:solidFill>
            <a:schemeClr val="tx1"/>
          </a:solidFill>
          <a:latin typeface="+mn-lt"/>
          <a:ea typeface="+mn-ea"/>
          <a:cs typeface="+mn-cs"/>
        </a:defRPr>
      </a:lvl1pPr>
      <a:lvl2pPr marL="2194451" algn="l" defTabSz="4388900" rtl="0" eaLnBrk="1" latinLnBrk="0" hangingPunct="1">
        <a:defRPr sz="8600" kern="1200">
          <a:solidFill>
            <a:schemeClr val="tx1"/>
          </a:solidFill>
          <a:latin typeface="+mn-lt"/>
          <a:ea typeface="+mn-ea"/>
          <a:cs typeface="+mn-cs"/>
        </a:defRPr>
      </a:lvl2pPr>
      <a:lvl3pPr marL="4388900" algn="l" defTabSz="4388900" rtl="0" eaLnBrk="1" latinLnBrk="0" hangingPunct="1">
        <a:defRPr sz="8600" kern="1200">
          <a:solidFill>
            <a:schemeClr val="tx1"/>
          </a:solidFill>
          <a:latin typeface="+mn-lt"/>
          <a:ea typeface="+mn-ea"/>
          <a:cs typeface="+mn-cs"/>
        </a:defRPr>
      </a:lvl3pPr>
      <a:lvl4pPr marL="6583351" algn="l" defTabSz="4388900" rtl="0" eaLnBrk="1" latinLnBrk="0" hangingPunct="1">
        <a:defRPr sz="8600" kern="1200">
          <a:solidFill>
            <a:schemeClr val="tx1"/>
          </a:solidFill>
          <a:latin typeface="+mn-lt"/>
          <a:ea typeface="+mn-ea"/>
          <a:cs typeface="+mn-cs"/>
        </a:defRPr>
      </a:lvl4pPr>
      <a:lvl5pPr marL="8777801" algn="l" defTabSz="4388900" rtl="0" eaLnBrk="1" latinLnBrk="0" hangingPunct="1">
        <a:defRPr sz="8600" kern="1200">
          <a:solidFill>
            <a:schemeClr val="tx1"/>
          </a:solidFill>
          <a:latin typeface="+mn-lt"/>
          <a:ea typeface="+mn-ea"/>
          <a:cs typeface="+mn-cs"/>
        </a:defRPr>
      </a:lvl5pPr>
      <a:lvl6pPr marL="10972252" algn="l" defTabSz="4388900" rtl="0" eaLnBrk="1" latinLnBrk="0" hangingPunct="1">
        <a:defRPr sz="8600" kern="1200">
          <a:solidFill>
            <a:schemeClr val="tx1"/>
          </a:solidFill>
          <a:latin typeface="+mn-lt"/>
          <a:ea typeface="+mn-ea"/>
          <a:cs typeface="+mn-cs"/>
        </a:defRPr>
      </a:lvl6pPr>
      <a:lvl7pPr marL="13166703" algn="l" defTabSz="4388900" rtl="0" eaLnBrk="1" latinLnBrk="0" hangingPunct="1">
        <a:defRPr sz="8600" kern="1200">
          <a:solidFill>
            <a:schemeClr val="tx1"/>
          </a:solidFill>
          <a:latin typeface="+mn-lt"/>
          <a:ea typeface="+mn-ea"/>
          <a:cs typeface="+mn-cs"/>
        </a:defRPr>
      </a:lvl7pPr>
      <a:lvl8pPr marL="15361152" algn="l" defTabSz="4388900" rtl="0" eaLnBrk="1" latinLnBrk="0" hangingPunct="1">
        <a:defRPr sz="8600" kern="1200">
          <a:solidFill>
            <a:schemeClr val="tx1"/>
          </a:solidFill>
          <a:latin typeface="+mn-lt"/>
          <a:ea typeface="+mn-ea"/>
          <a:cs typeface="+mn-cs"/>
        </a:defRPr>
      </a:lvl8pPr>
      <a:lvl9pPr marL="17555603" algn="l" defTabSz="4388900" rtl="0" eaLnBrk="1" latinLnBrk="0" hangingPunct="1">
        <a:defRPr sz="8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xmlns="" id="{F1530E01-B262-B047-951C-9A1F3925E675}"/>
              </a:ext>
            </a:extLst>
          </p:cNvPr>
          <p:cNvSpPr>
            <a:spLocks noGrp="1"/>
          </p:cNvSpPr>
          <p:nvPr>
            <p:ph type="body" sz="quarter" idx="10"/>
          </p:nvPr>
        </p:nvSpPr>
        <p:spPr>
          <a:xfrm>
            <a:off x="1173690" y="5517745"/>
            <a:ext cx="10056813" cy="24061949"/>
          </a:xfrm>
          <a:ln>
            <a:noFill/>
          </a:ln>
        </p:spPr>
        <p:txBody>
          <a:bodyPr/>
          <a:lstStyle/>
          <a:p>
            <a:pPr algn="l" rtl="0"/>
            <a:endParaRPr lang="ru-RU" sz="5400" dirty="0"/>
          </a:p>
          <a:p>
            <a:r>
              <a:rPr lang="ru-RU" sz="5400" b="1" kern="0" dirty="0">
                <a:solidFill>
                  <a:srgbClr val="345A8A"/>
                </a:solidFill>
                <a:effectLst/>
                <a:latin typeface="Calibri" panose="020F0502020204030204" pitchFamily="34" charset="0"/>
                <a:cs typeface="Calibri" panose="020F0502020204030204" pitchFamily="34" charset="0"/>
              </a:rPr>
              <a:t>Цель исследования</a:t>
            </a:r>
            <a:r>
              <a:rPr lang="x-none" sz="4000" b="1" kern="0">
                <a:solidFill>
                  <a:srgbClr val="345A8A"/>
                </a:solidFill>
                <a:effectLst/>
                <a:latin typeface="Calibri" panose="020F0502020204030204" pitchFamily="34" charset="0"/>
                <a:cs typeface="Calibri" panose="020F0502020204030204" pitchFamily="34" charset="0"/>
              </a:rPr>
              <a:t/>
            </a:r>
            <a:br>
              <a:rPr lang="x-none" sz="4000" b="1" kern="0">
                <a:solidFill>
                  <a:srgbClr val="345A8A"/>
                </a:solidFill>
                <a:effectLst/>
                <a:latin typeface="Calibri" panose="020F0502020204030204" pitchFamily="34" charset="0"/>
                <a:cs typeface="Calibri" panose="020F0502020204030204" pitchFamily="34" charset="0"/>
              </a:rPr>
            </a:br>
            <a:r>
              <a:rPr lang="ru-RU" sz="5400" b="0" i="0" dirty="0" smtClean="0">
                <a:effectLst/>
                <a:latin typeface="+mn-lt"/>
              </a:rPr>
              <a:t>Определить методы для обучения </a:t>
            </a:r>
            <a:r>
              <a:rPr lang="ru-RU" sz="5400" dirty="0" smtClean="0">
                <a:latin typeface="+mn-lt"/>
              </a:rPr>
              <a:t>лидерских качеств </a:t>
            </a:r>
            <a:r>
              <a:rPr lang="ru-RU" sz="5400" b="0" i="0" dirty="0" smtClean="0">
                <a:effectLst/>
                <a:latin typeface="+mn-lt"/>
              </a:rPr>
              <a:t>у </a:t>
            </a:r>
            <a:r>
              <a:rPr lang="ru-RU" sz="5400" dirty="0">
                <a:latin typeface="+mn-lt"/>
              </a:rPr>
              <a:t>студентов  </a:t>
            </a:r>
            <a:r>
              <a:rPr lang="ru-RU" sz="5400" dirty="0" smtClean="0">
                <a:latin typeface="+mn-lt"/>
              </a:rPr>
              <a:t>на уроках «</a:t>
            </a:r>
            <a:r>
              <a:rPr lang="ru-RU" sz="5400" smtClean="0">
                <a:latin typeface="+mn-lt"/>
              </a:rPr>
              <a:t>Основы сестринского дела»</a:t>
            </a:r>
            <a:endParaRPr lang="ru-RU" sz="5400" b="0" i="0" dirty="0" smtClean="0">
              <a:effectLst/>
              <a:latin typeface="+mn-lt"/>
            </a:endParaRPr>
          </a:p>
          <a:p>
            <a:pPr algn="l" rtl="0"/>
            <a:r>
              <a:rPr lang="ru-RU" sz="5400" b="1" kern="0" dirty="0" smtClean="0">
                <a:solidFill>
                  <a:srgbClr val="345A8A"/>
                </a:solidFill>
              </a:rPr>
              <a:t>Введение</a:t>
            </a:r>
          </a:p>
          <a:p>
            <a:r>
              <a:rPr lang="ru-RU" sz="5400" dirty="0"/>
              <a:t>Преподаватели должны помнить, что лидера выдвигает деятельность. Поэтому через специальную организацию учебной работы можно обеспечить благоприятные возможности для проявления лидерских качеств обучающихся. </a:t>
            </a:r>
            <a:endParaRPr lang="ru-RU" sz="5400" dirty="0">
              <a:effectLst/>
              <a:latin typeface="+mn-lt"/>
              <a:ea typeface="Times New Roman" panose="02020603050405020304" pitchFamily="18" charset="0"/>
              <a:cs typeface="Calibri" panose="020F0502020204030204" pitchFamily="34" charset="0"/>
            </a:endParaRPr>
          </a:p>
          <a:p>
            <a:pPr algn="l" rtl="0"/>
            <a:r>
              <a:rPr lang="ru-RU" sz="5400" dirty="0">
                <a:effectLst/>
                <a:latin typeface="Calibri" panose="020F0502020204030204" pitchFamily="34" charset="0"/>
                <a:ea typeface="Times New Roman" panose="02020603050405020304" pitchFamily="18" charset="0"/>
                <a:cs typeface="Calibri" panose="020F0502020204030204" pitchFamily="34" charset="0"/>
              </a:rPr>
              <a:t/>
            </a:r>
            <a:br>
              <a:rPr lang="ru-RU" sz="5400" dirty="0">
                <a:effectLst/>
                <a:latin typeface="Calibri" panose="020F0502020204030204" pitchFamily="34" charset="0"/>
                <a:ea typeface="Times New Roman" panose="02020603050405020304" pitchFamily="18" charset="0"/>
                <a:cs typeface="Calibri" panose="020F0502020204030204" pitchFamily="34" charset="0"/>
              </a:rPr>
            </a:br>
            <a:r>
              <a:rPr lang="ru-RU" sz="5400" b="1" dirty="0">
                <a:solidFill>
                  <a:srgbClr val="345A8A"/>
                </a:solidFill>
                <a:effectLst/>
                <a:latin typeface="Calibri" panose="020F0502020204030204" pitchFamily="34" charset="0"/>
                <a:ea typeface="Times New Roman" panose="02020603050405020304" pitchFamily="18" charset="0"/>
                <a:cs typeface="Calibri" panose="020F0502020204030204" pitchFamily="34" charset="0"/>
              </a:rPr>
              <a:t>Исследовательский вопрос</a:t>
            </a:r>
            <a:r>
              <a:rPr lang="x-none" sz="600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
            </a:r>
            <a:br>
              <a:rPr lang="x-none" sz="600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br>
            <a:r>
              <a:rPr lang="ru-RU" sz="5400" b="0" i="0" dirty="0" smtClean="0">
                <a:effectLst/>
                <a:latin typeface="+mn-lt"/>
              </a:rPr>
              <a:t>Используя какие методы в преподавании можно развить лидерские качества у студентов</a:t>
            </a:r>
            <a:r>
              <a:rPr lang="ru-RU" sz="5400" dirty="0" smtClean="0">
                <a:latin typeface="+mn-lt"/>
              </a:rPr>
              <a:t>?</a:t>
            </a:r>
          </a:p>
          <a:p>
            <a:pPr algn="l" rtl="0"/>
            <a:r>
              <a:rPr lang="ru-RU" sz="5400" dirty="0" smtClean="0">
                <a:latin typeface="+mn-lt"/>
              </a:rPr>
              <a:t>В чем преимущество обучения лидерских качеств у студентов ?</a:t>
            </a:r>
          </a:p>
          <a:p>
            <a:pPr algn="l" rtl="0"/>
            <a:r>
              <a:rPr lang="ru-RU" sz="5400" dirty="0" smtClean="0">
                <a:latin typeface="+mn-lt"/>
              </a:rPr>
              <a:t>Каким образом этот метод отображается на дальнейшем трудоустройстве?</a:t>
            </a:r>
            <a:endParaRPr lang="en-US" sz="5400" dirty="0">
              <a:latin typeface="+mn-lt"/>
            </a:endParaRPr>
          </a:p>
          <a:p>
            <a:pPr algn="l" rtl="0"/>
            <a:endParaRPr lang="en-US" sz="5400" dirty="0"/>
          </a:p>
        </p:txBody>
      </p:sp>
      <p:sp>
        <p:nvSpPr>
          <p:cNvPr id="3" name="Text Placeholder 2">
            <a:extLst>
              <a:ext uri="{FF2B5EF4-FFF2-40B4-BE49-F238E27FC236}">
                <a16:creationId xmlns:a16="http://schemas.microsoft.com/office/drawing/2014/main" xmlns="" id="{5670D40C-5BD0-FC47-BDCE-BDE48A160F35}"/>
              </a:ext>
            </a:extLst>
          </p:cNvPr>
          <p:cNvSpPr>
            <a:spLocks noGrp="1"/>
          </p:cNvSpPr>
          <p:nvPr>
            <p:ph type="body" sz="quarter" idx="11"/>
          </p:nvPr>
        </p:nvSpPr>
        <p:spPr>
          <a:xfrm>
            <a:off x="1204542" y="4511042"/>
            <a:ext cx="10048875" cy="1107988"/>
          </a:xfrm>
        </p:spPr>
        <p:txBody>
          <a:bodyPr/>
          <a:lstStyle/>
          <a:p>
            <a:pPr algn="l" rtl="0"/>
            <a:r>
              <a:rPr lang="en-US" sz="6000" dirty="0"/>
              <a:t>ВВЕДЕНИЕ И ЦЕЛИ </a:t>
            </a:r>
          </a:p>
        </p:txBody>
      </p:sp>
      <p:sp>
        <p:nvSpPr>
          <p:cNvPr id="5" name="Text Placeholder 4">
            <a:extLst>
              <a:ext uri="{FF2B5EF4-FFF2-40B4-BE49-F238E27FC236}">
                <a16:creationId xmlns:a16="http://schemas.microsoft.com/office/drawing/2014/main" xmlns="" id="{37463DA4-FC08-CE4D-9DCC-0E2B3981D8B6}"/>
              </a:ext>
            </a:extLst>
          </p:cNvPr>
          <p:cNvSpPr>
            <a:spLocks noGrp="1"/>
          </p:cNvSpPr>
          <p:nvPr>
            <p:ph type="body" sz="quarter" idx="21"/>
          </p:nvPr>
        </p:nvSpPr>
        <p:spPr>
          <a:xfrm>
            <a:off x="11324719" y="5517744"/>
            <a:ext cx="10366252" cy="24560547"/>
          </a:xfrm>
          <a:ln>
            <a:noFill/>
          </a:ln>
        </p:spPr>
        <p:txBody>
          <a:bodyPr/>
          <a:lstStyle/>
          <a:p>
            <a:pPr marL="0" lvl="0" indent="0" rtl="0">
              <a:spcBef>
                <a:spcPts val="0"/>
              </a:spcBef>
              <a:spcAft>
                <a:spcPts val="0"/>
              </a:spcAft>
              <a:buClr>
                <a:srgbClr val="333333"/>
              </a:buClr>
              <a:buSzPts val="2400"/>
              <a:buNone/>
            </a:pPr>
            <a:r>
              <a:rPr lang="ru-RU" sz="5400" b="1" dirty="0">
                <a:solidFill>
                  <a:srgbClr val="345A8A"/>
                </a:solidFill>
                <a:latin typeface="Calibri" panose="020F0502020204030204" pitchFamily="34" charset="0"/>
                <a:cs typeface="Calibri" panose="020F0502020204030204" pitchFamily="34" charset="0"/>
              </a:rPr>
              <a:t>Место проведения</a:t>
            </a:r>
            <a:r>
              <a:rPr lang="ru-RU" sz="5400" b="1" dirty="0" smtClean="0">
                <a:solidFill>
                  <a:srgbClr val="345A8A"/>
                </a:solidFill>
                <a:latin typeface="Calibri" panose="020F0502020204030204" pitchFamily="34" charset="0"/>
                <a:cs typeface="Calibri" panose="020F0502020204030204" pitchFamily="34" charset="0"/>
              </a:rPr>
              <a:t>:</a:t>
            </a:r>
          </a:p>
          <a:p>
            <a:pPr lvl="0">
              <a:spcBef>
                <a:spcPts val="0"/>
              </a:spcBef>
              <a:buClr>
                <a:srgbClr val="333333"/>
              </a:buClr>
              <a:buSzPts val="2400"/>
            </a:pPr>
            <a:r>
              <a:rPr lang="ru-RU" sz="5400" dirty="0"/>
              <a:t>Медицинский колледж  «Томирис</a:t>
            </a:r>
            <a:r>
              <a:rPr lang="ru-RU" sz="5400" dirty="0" smtClean="0"/>
              <a:t>» уроки «Основы сестринского дела»</a:t>
            </a:r>
          </a:p>
          <a:p>
            <a:pPr lvl="0">
              <a:spcBef>
                <a:spcPts val="0"/>
              </a:spcBef>
              <a:buClr>
                <a:srgbClr val="333333"/>
              </a:buClr>
              <a:buSzPts val="2400"/>
            </a:pPr>
            <a:endParaRPr lang="ru-RU" sz="5400" dirty="0">
              <a:latin typeface="Calibri" panose="020F0502020204030204" pitchFamily="34" charset="0"/>
              <a:cs typeface="Calibri" panose="020F0502020204030204" pitchFamily="34" charset="0"/>
            </a:endParaRPr>
          </a:p>
          <a:p>
            <a:pPr marL="0" lvl="0" indent="0" rtl="0">
              <a:spcBef>
                <a:spcPts val="0"/>
              </a:spcBef>
              <a:spcAft>
                <a:spcPts val="0"/>
              </a:spcAft>
              <a:buClr>
                <a:srgbClr val="333333"/>
              </a:buClr>
              <a:buSzPts val="2400"/>
              <a:buNone/>
            </a:pPr>
            <a:r>
              <a:rPr lang="ru-RU" sz="5400" b="1" dirty="0" smtClean="0">
                <a:solidFill>
                  <a:srgbClr val="345A8A"/>
                </a:solidFill>
                <a:latin typeface="Calibri" panose="020F0502020204030204" pitchFamily="34" charset="0"/>
                <a:cs typeface="Calibri" panose="020F0502020204030204" pitchFamily="34" charset="0"/>
              </a:rPr>
              <a:t>Объект исследования:</a:t>
            </a:r>
            <a:r>
              <a:rPr lang="ru-RU" sz="5400" dirty="0" smtClean="0">
                <a:solidFill>
                  <a:srgbClr val="000000"/>
                </a:solidFill>
                <a:latin typeface="Calibri" panose="020F0502020204030204" pitchFamily="34" charset="0"/>
                <a:cs typeface="Calibri" panose="020F0502020204030204" pitchFamily="34" charset="0"/>
              </a:rPr>
              <a:t> </a:t>
            </a:r>
          </a:p>
          <a:p>
            <a:pPr marL="0" lvl="0" indent="0" rtl="0">
              <a:spcBef>
                <a:spcPts val="0"/>
              </a:spcBef>
              <a:spcAft>
                <a:spcPts val="0"/>
              </a:spcAft>
              <a:buClr>
                <a:srgbClr val="333333"/>
              </a:buClr>
              <a:buSzPts val="2400"/>
              <a:buNone/>
            </a:pPr>
            <a:r>
              <a:rPr lang="ru-RU" sz="5400" dirty="0" smtClean="0">
                <a:solidFill>
                  <a:srgbClr val="000000"/>
                </a:solidFill>
              </a:rPr>
              <a:t>Студенты  специальности «Сестринское дело»</a:t>
            </a:r>
            <a:endParaRPr lang="ru-RU" sz="5400" dirty="0">
              <a:solidFill>
                <a:srgbClr val="000000"/>
              </a:solidFill>
              <a:latin typeface="Calibri" panose="020F0502020204030204" pitchFamily="34" charset="0"/>
              <a:cs typeface="Calibri" panose="020F0502020204030204" pitchFamily="34" charset="0"/>
            </a:endParaRPr>
          </a:p>
          <a:p>
            <a:pPr marL="0" lvl="0" indent="0" rtl="0">
              <a:spcBef>
                <a:spcPts val="0"/>
              </a:spcBef>
              <a:spcAft>
                <a:spcPts val="0"/>
              </a:spcAft>
              <a:buClr>
                <a:srgbClr val="333333"/>
              </a:buClr>
              <a:buSzPts val="2400"/>
              <a:buNone/>
            </a:pPr>
            <a:endParaRPr lang="ru-RU" sz="5400" dirty="0">
              <a:latin typeface="Calibri" panose="020F0502020204030204" pitchFamily="34" charset="0"/>
              <a:cs typeface="Calibri" panose="020F0502020204030204" pitchFamily="34" charset="0"/>
            </a:endParaRPr>
          </a:p>
          <a:p>
            <a:pPr marL="0" lvl="0" indent="0" rtl="0">
              <a:spcBef>
                <a:spcPts val="0"/>
              </a:spcBef>
              <a:spcAft>
                <a:spcPts val="0"/>
              </a:spcAft>
              <a:buClr>
                <a:srgbClr val="333333"/>
              </a:buClr>
              <a:buSzPts val="2400"/>
              <a:buNone/>
            </a:pPr>
            <a:r>
              <a:rPr lang="ru-RU" sz="5400" b="1" dirty="0">
                <a:solidFill>
                  <a:srgbClr val="345A8A"/>
                </a:solidFill>
                <a:latin typeface="Calibri" panose="020F0502020204030204" pitchFamily="34" charset="0"/>
                <a:cs typeface="Calibri" panose="020F0502020204030204" pitchFamily="34" charset="0"/>
              </a:rPr>
              <a:t>Метод исследования: </a:t>
            </a:r>
            <a:r>
              <a:rPr lang="ru-RU" sz="5400" dirty="0" smtClean="0">
                <a:solidFill>
                  <a:srgbClr val="000000"/>
                </a:solidFill>
                <a:latin typeface="Calibri" panose="020F0502020204030204" pitchFamily="34" charset="0"/>
                <a:cs typeface="Calibri" panose="020F0502020204030204" pitchFamily="34" charset="0"/>
              </a:rPr>
              <a:t>Теоретические исследования</a:t>
            </a:r>
          </a:p>
          <a:p>
            <a:pPr>
              <a:spcBef>
                <a:spcPts val="0"/>
              </a:spcBef>
              <a:buClr>
                <a:srgbClr val="333333"/>
              </a:buClr>
              <a:buSzPts val="2400"/>
            </a:pPr>
            <a:r>
              <a:rPr lang="ru-RU" sz="5400" dirty="0" smtClean="0">
                <a:solidFill>
                  <a:srgbClr val="000000"/>
                </a:solidFill>
              </a:rPr>
              <a:t>Эмпирические исследования</a:t>
            </a:r>
            <a:endParaRPr lang="ru-RU" sz="5400" dirty="0">
              <a:solidFill>
                <a:srgbClr val="000000"/>
              </a:solidFill>
              <a:latin typeface="Calibri" panose="020F0502020204030204" pitchFamily="34" charset="0"/>
              <a:cs typeface="Calibri" panose="020F0502020204030204" pitchFamily="34" charset="0"/>
            </a:endParaRPr>
          </a:p>
          <a:p>
            <a:pPr marL="0" lvl="0" indent="0" rtl="0">
              <a:spcBef>
                <a:spcPts val="0"/>
              </a:spcBef>
              <a:spcAft>
                <a:spcPts val="0"/>
              </a:spcAft>
              <a:buClr>
                <a:srgbClr val="333333"/>
              </a:buClr>
              <a:buSzPts val="2400"/>
              <a:buNone/>
            </a:pPr>
            <a:endParaRPr lang="ru-RU" sz="5400" dirty="0">
              <a:solidFill>
                <a:srgbClr val="000000"/>
              </a:solidFill>
              <a:latin typeface="Calibri" panose="020F0502020204030204" pitchFamily="34" charset="0"/>
              <a:cs typeface="Calibri" panose="020F0502020204030204" pitchFamily="34" charset="0"/>
            </a:endParaRPr>
          </a:p>
          <a:p>
            <a:pPr marL="0" lvl="0" indent="0" rtl="0">
              <a:spcBef>
                <a:spcPts val="0"/>
              </a:spcBef>
              <a:spcAft>
                <a:spcPts val="0"/>
              </a:spcAft>
              <a:buClr>
                <a:srgbClr val="333333"/>
              </a:buClr>
              <a:buSzPts val="2400"/>
              <a:buNone/>
            </a:pPr>
            <a:r>
              <a:rPr lang="ru-RU" sz="5400" b="1" dirty="0">
                <a:solidFill>
                  <a:srgbClr val="345A8A"/>
                </a:solidFill>
                <a:latin typeface="Calibri" panose="020F0502020204030204" pitchFamily="34" charset="0"/>
                <a:cs typeface="Calibri" panose="020F0502020204030204" pitchFamily="34" charset="0"/>
              </a:rPr>
              <a:t>Сбор данных: </a:t>
            </a:r>
          </a:p>
          <a:p>
            <a:pPr marL="0" lvl="0" indent="0" rtl="0">
              <a:spcBef>
                <a:spcPts val="0"/>
              </a:spcBef>
              <a:spcAft>
                <a:spcPts val="0"/>
              </a:spcAft>
              <a:buClr>
                <a:srgbClr val="333333"/>
              </a:buClr>
              <a:buSzPts val="2400"/>
              <a:buNone/>
            </a:pPr>
            <a:r>
              <a:rPr lang="ru-RU" sz="5400" dirty="0" smtClean="0">
                <a:solidFill>
                  <a:schemeClr val="tx1"/>
                </a:solidFill>
                <a:latin typeface="Calibri" panose="020F0502020204030204" pitchFamily="34" charset="0"/>
                <a:cs typeface="Calibri" panose="020F0502020204030204" pitchFamily="34" charset="0"/>
              </a:rPr>
              <a:t>Процент качества преподавания</a:t>
            </a:r>
          </a:p>
          <a:p>
            <a:pPr marL="0" lvl="0" indent="0" rtl="0">
              <a:spcBef>
                <a:spcPts val="0"/>
              </a:spcBef>
              <a:spcAft>
                <a:spcPts val="0"/>
              </a:spcAft>
              <a:buClr>
                <a:srgbClr val="333333"/>
              </a:buClr>
              <a:buSzPts val="2400"/>
              <a:buNone/>
            </a:pPr>
            <a:r>
              <a:rPr lang="ru-RU" sz="5400" dirty="0" smtClean="0"/>
              <a:t>Процент трудоустройства</a:t>
            </a:r>
          </a:p>
          <a:p>
            <a:pPr marL="0" lvl="0" indent="0" rtl="0">
              <a:spcBef>
                <a:spcPts val="0"/>
              </a:spcBef>
              <a:spcAft>
                <a:spcPts val="0"/>
              </a:spcAft>
              <a:buClr>
                <a:srgbClr val="333333"/>
              </a:buClr>
              <a:buSzPts val="2400"/>
              <a:buNone/>
            </a:pPr>
            <a:r>
              <a:rPr lang="ru-RU" sz="5400" dirty="0" smtClean="0">
                <a:solidFill>
                  <a:srgbClr val="000000"/>
                </a:solidFill>
              </a:rPr>
              <a:t>Анонимный опрос студентов</a:t>
            </a:r>
            <a:endParaRPr lang="ru-RU" sz="5400" dirty="0">
              <a:solidFill>
                <a:srgbClr val="000000"/>
              </a:solidFill>
              <a:latin typeface="Calibri" panose="020F0502020204030204" pitchFamily="34" charset="0"/>
              <a:cs typeface="Calibri" panose="020F0502020204030204" pitchFamily="34" charset="0"/>
            </a:endParaRPr>
          </a:p>
          <a:p>
            <a:pPr marL="0" lvl="0" indent="0" rtl="0">
              <a:spcBef>
                <a:spcPts val="0"/>
              </a:spcBef>
              <a:spcAft>
                <a:spcPts val="0"/>
              </a:spcAft>
              <a:buClr>
                <a:srgbClr val="333333"/>
              </a:buClr>
              <a:buSzPts val="2400"/>
              <a:buNone/>
            </a:pPr>
            <a:endParaRPr lang="ru-RU" sz="5400" dirty="0">
              <a:latin typeface="Calibri" panose="020F0502020204030204" pitchFamily="34" charset="0"/>
              <a:cs typeface="Calibri" panose="020F0502020204030204" pitchFamily="34" charset="0"/>
            </a:endParaRPr>
          </a:p>
          <a:p>
            <a:pPr marL="0" lvl="0" indent="-457200" rtl="0">
              <a:spcBef>
                <a:spcPts val="0"/>
              </a:spcBef>
              <a:spcAft>
                <a:spcPts val="0"/>
              </a:spcAft>
              <a:buClr>
                <a:srgbClr val="333333"/>
              </a:buClr>
              <a:buSzPts val="2400"/>
              <a:buNone/>
            </a:pPr>
            <a:r>
              <a:rPr lang="ru-RU" sz="5400" b="1" dirty="0">
                <a:solidFill>
                  <a:srgbClr val="345A8A"/>
                </a:solidFill>
                <a:latin typeface="Calibri" panose="020F0502020204030204" pitchFamily="34" charset="0"/>
                <a:cs typeface="Calibri" panose="020F0502020204030204" pitchFamily="34" charset="0"/>
              </a:rPr>
              <a:t>Этические вопросы: </a:t>
            </a:r>
            <a:r>
              <a:rPr lang="ru-RU" sz="5400" dirty="0">
                <a:solidFill>
                  <a:srgbClr val="000000"/>
                </a:solidFill>
              </a:rPr>
              <a:t>П</a:t>
            </a:r>
            <a:r>
              <a:rPr lang="ru-RU" sz="5400" dirty="0" smtClean="0">
                <a:solidFill>
                  <a:srgbClr val="000000"/>
                </a:solidFill>
                <a:latin typeface="Calibri" panose="020F0502020204030204" pitchFamily="34" charset="0"/>
                <a:cs typeface="Calibri" panose="020F0502020204030204" pitchFamily="34" charset="0"/>
              </a:rPr>
              <a:t>рофессиональная этика и деонтология</a:t>
            </a:r>
            <a:endParaRPr lang="ru-RU" sz="5400" dirty="0">
              <a:solidFill>
                <a:srgbClr val="000000"/>
              </a:solidFill>
              <a:latin typeface="Calibri" panose="020F0502020204030204" pitchFamily="34" charset="0"/>
              <a:cs typeface="Calibri" panose="020F0502020204030204" pitchFamily="34" charset="0"/>
            </a:endParaRPr>
          </a:p>
          <a:p>
            <a:pPr marL="0" lvl="0" indent="-457200" rtl="0">
              <a:spcBef>
                <a:spcPts val="0"/>
              </a:spcBef>
              <a:spcAft>
                <a:spcPts val="0"/>
              </a:spcAft>
              <a:buClr>
                <a:srgbClr val="333333"/>
              </a:buClr>
              <a:buSzPts val="2400"/>
              <a:buNone/>
            </a:pPr>
            <a:endParaRPr lang="ru-RU" sz="5400" dirty="0">
              <a:latin typeface="Calibri" panose="020F0502020204030204" pitchFamily="34" charset="0"/>
              <a:cs typeface="Calibri" panose="020F0502020204030204" pitchFamily="34" charset="0"/>
            </a:endParaRPr>
          </a:p>
          <a:p>
            <a:pPr marL="0" lvl="0" indent="0" rtl="0">
              <a:spcBef>
                <a:spcPts val="0"/>
              </a:spcBef>
              <a:spcAft>
                <a:spcPts val="0"/>
              </a:spcAft>
              <a:buClr>
                <a:srgbClr val="333333"/>
              </a:buClr>
              <a:buSzPts val="2400"/>
              <a:buNone/>
            </a:pPr>
            <a:r>
              <a:rPr lang="ru-RU" sz="5400" b="1" dirty="0">
                <a:solidFill>
                  <a:srgbClr val="345A8A"/>
                </a:solidFill>
                <a:latin typeface="Calibri" panose="020F0502020204030204" pitchFamily="34" charset="0"/>
                <a:cs typeface="Calibri" panose="020F0502020204030204" pitchFamily="34" charset="0"/>
              </a:rPr>
              <a:t>Анализ данных: </a:t>
            </a:r>
          </a:p>
          <a:p>
            <a:pPr marL="0" lvl="0" indent="0" rtl="0">
              <a:spcBef>
                <a:spcPts val="0"/>
              </a:spcBef>
              <a:spcAft>
                <a:spcPts val="0"/>
              </a:spcAft>
              <a:buClr>
                <a:srgbClr val="333333"/>
              </a:buClr>
              <a:buSzPts val="2400"/>
              <a:buNone/>
            </a:pPr>
            <a:r>
              <a:rPr lang="ru-RU" sz="5400" dirty="0">
                <a:solidFill>
                  <a:srgbClr val="000000"/>
                </a:solidFill>
              </a:rPr>
              <a:t>С</a:t>
            </a:r>
            <a:r>
              <a:rPr lang="ru-RU" sz="5400" dirty="0" smtClean="0">
                <a:solidFill>
                  <a:srgbClr val="000000"/>
                </a:solidFill>
                <a:latin typeface="Calibri" panose="020F0502020204030204" pitchFamily="34" charset="0"/>
                <a:cs typeface="Calibri" panose="020F0502020204030204" pitchFamily="34" charset="0"/>
              </a:rPr>
              <a:t>татистические методы </a:t>
            </a:r>
            <a:endParaRPr lang="ru-RU" sz="5400" dirty="0">
              <a:solidFill>
                <a:srgbClr val="000000"/>
              </a:solidFill>
              <a:latin typeface="Calibri" panose="020F0502020204030204" pitchFamily="34" charset="0"/>
              <a:cs typeface="Calibri" panose="020F0502020204030204" pitchFamily="34" charset="0"/>
            </a:endParaRPr>
          </a:p>
          <a:p>
            <a:pPr marL="0" lvl="0" indent="0" rtl="0">
              <a:spcBef>
                <a:spcPts val="0"/>
              </a:spcBef>
              <a:spcAft>
                <a:spcPts val="0"/>
              </a:spcAft>
              <a:buClr>
                <a:srgbClr val="333333"/>
              </a:buClr>
              <a:buSzPts val="2400"/>
              <a:buNone/>
            </a:pPr>
            <a:endParaRPr lang="ru-RU" sz="5400" b="1" dirty="0">
              <a:solidFill>
                <a:srgbClr val="000000"/>
              </a:solidFill>
              <a:latin typeface="Calibri" panose="020F0502020204030204" pitchFamily="34" charset="0"/>
              <a:cs typeface="Calibri" panose="020F0502020204030204" pitchFamily="34" charset="0"/>
            </a:endParaRPr>
          </a:p>
          <a:p>
            <a:pPr marL="0" lvl="0" indent="0" rtl="0">
              <a:spcBef>
                <a:spcPts val="0"/>
              </a:spcBef>
              <a:spcAft>
                <a:spcPts val="0"/>
              </a:spcAft>
              <a:buClr>
                <a:srgbClr val="333333"/>
              </a:buClr>
              <a:buSzPts val="2400"/>
              <a:buNone/>
            </a:pPr>
            <a:r>
              <a:rPr lang="ru-RU" sz="5400" b="1" dirty="0">
                <a:solidFill>
                  <a:srgbClr val="345A8A"/>
                </a:solidFill>
                <a:latin typeface="Calibri" panose="020F0502020204030204" pitchFamily="34" charset="0"/>
                <a:cs typeface="Calibri" panose="020F0502020204030204" pitchFamily="34" charset="0"/>
              </a:rPr>
              <a:t>Надежность и достоверность</a:t>
            </a:r>
            <a:r>
              <a:rPr lang="ru-RU" sz="5400" b="1" dirty="0" smtClean="0">
                <a:solidFill>
                  <a:srgbClr val="345A8A"/>
                </a:solidFill>
                <a:latin typeface="Calibri" panose="020F0502020204030204" pitchFamily="34" charset="0"/>
                <a:cs typeface="Calibri" panose="020F0502020204030204" pitchFamily="34" charset="0"/>
              </a:rPr>
              <a:t>:</a:t>
            </a:r>
          </a:p>
          <a:p>
            <a:pPr marL="0" lvl="0" indent="0" rtl="0">
              <a:spcBef>
                <a:spcPts val="0"/>
              </a:spcBef>
              <a:spcAft>
                <a:spcPts val="0"/>
              </a:spcAft>
              <a:buClr>
                <a:srgbClr val="333333"/>
              </a:buClr>
              <a:buSzPts val="2400"/>
              <a:buNone/>
            </a:pPr>
            <a:r>
              <a:rPr lang="ru-RU" sz="5400" dirty="0" smtClean="0">
                <a:latin typeface="Calibri" panose="020F0502020204030204" pitchFamily="34" charset="0"/>
                <a:cs typeface="Calibri" panose="020F0502020204030204" pitchFamily="34" charset="0"/>
              </a:rPr>
              <a:t>Теоретический анализ и практическая реализация</a:t>
            </a:r>
          </a:p>
          <a:p>
            <a:pPr marL="0" lvl="0" indent="0" rtl="0">
              <a:spcBef>
                <a:spcPts val="0"/>
              </a:spcBef>
              <a:spcAft>
                <a:spcPts val="0"/>
              </a:spcAft>
              <a:buClr>
                <a:srgbClr val="333333"/>
              </a:buClr>
              <a:buSzPts val="2400"/>
              <a:buNone/>
            </a:pPr>
            <a:endParaRPr lang="en-US" sz="5400" dirty="0"/>
          </a:p>
        </p:txBody>
      </p:sp>
      <p:sp>
        <p:nvSpPr>
          <p:cNvPr id="6" name="Text Placeholder 5">
            <a:extLst>
              <a:ext uri="{FF2B5EF4-FFF2-40B4-BE49-F238E27FC236}">
                <a16:creationId xmlns:a16="http://schemas.microsoft.com/office/drawing/2014/main" xmlns="" id="{46B6BEA9-4297-E841-A5DF-3FC5A8689F40}"/>
              </a:ext>
            </a:extLst>
          </p:cNvPr>
          <p:cNvSpPr>
            <a:spLocks noGrp="1"/>
          </p:cNvSpPr>
          <p:nvPr>
            <p:ph type="body" sz="quarter" idx="22"/>
          </p:nvPr>
        </p:nvSpPr>
        <p:spPr>
          <a:xfrm>
            <a:off x="11483407" y="4547430"/>
            <a:ext cx="10048875" cy="1107988"/>
          </a:xfrm>
        </p:spPr>
        <p:txBody>
          <a:bodyPr/>
          <a:lstStyle/>
          <a:p>
            <a:pPr algn="l" rtl="0"/>
            <a:r>
              <a:rPr lang="ru-RU" sz="6000" dirty="0"/>
              <a:t>ДАННЫЕ ИССЛЕДОВАНИЯ</a:t>
            </a:r>
            <a:endParaRPr lang="en-US" sz="6000" dirty="0"/>
          </a:p>
        </p:txBody>
      </p:sp>
      <p:sp>
        <p:nvSpPr>
          <p:cNvPr id="8" name="Text Placeholder 7">
            <a:extLst>
              <a:ext uri="{FF2B5EF4-FFF2-40B4-BE49-F238E27FC236}">
                <a16:creationId xmlns:a16="http://schemas.microsoft.com/office/drawing/2014/main" xmlns="" id="{B143406A-EFD5-2E42-865D-A4660751CC04}"/>
              </a:ext>
            </a:extLst>
          </p:cNvPr>
          <p:cNvSpPr>
            <a:spLocks noGrp="1"/>
          </p:cNvSpPr>
          <p:nvPr>
            <p:ph type="body" sz="quarter" idx="24"/>
          </p:nvPr>
        </p:nvSpPr>
        <p:spPr>
          <a:xfrm>
            <a:off x="22271532" y="4547430"/>
            <a:ext cx="10058400" cy="1107988"/>
          </a:xfrm>
        </p:spPr>
        <p:txBody>
          <a:bodyPr/>
          <a:lstStyle/>
          <a:p>
            <a:pPr algn="l" rtl="0"/>
            <a:r>
              <a:rPr lang="en-US" sz="6000" dirty="0"/>
              <a:t>ПОЛУЧЕННЫЕ РЕЗУЛЬТАТЫ</a:t>
            </a:r>
          </a:p>
        </p:txBody>
      </p:sp>
      <p:sp>
        <p:nvSpPr>
          <p:cNvPr id="9" name="Text Placeholder 8">
            <a:extLst>
              <a:ext uri="{FF2B5EF4-FFF2-40B4-BE49-F238E27FC236}">
                <a16:creationId xmlns:a16="http://schemas.microsoft.com/office/drawing/2014/main" xmlns="" id="{C386760F-A20B-7F49-9C12-75A6EA2EB5FA}"/>
              </a:ext>
            </a:extLst>
          </p:cNvPr>
          <p:cNvSpPr>
            <a:spLocks noGrp="1"/>
          </p:cNvSpPr>
          <p:nvPr>
            <p:ph type="body" sz="quarter" idx="25"/>
          </p:nvPr>
        </p:nvSpPr>
        <p:spPr>
          <a:xfrm>
            <a:off x="33911894" y="4543492"/>
            <a:ext cx="10047018" cy="1107988"/>
          </a:xfrm>
        </p:spPr>
        <p:txBody>
          <a:bodyPr/>
          <a:lstStyle/>
          <a:p>
            <a:pPr algn="l" rtl="0"/>
            <a:r>
              <a:rPr lang="en-US" sz="6000" dirty="0"/>
              <a:t>ВЫВОДЫ </a:t>
            </a:r>
          </a:p>
        </p:txBody>
      </p:sp>
      <p:sp>
        <p:nvSpPr>
          <p:cNvPr id="10" name="Text Placeholder 9">
            <a:extLst>
              <a:ext uri="{FF2B5EF4-FFF2-40B4-BE49-F238E27FC236}">
                <a16:creationId xmlns:a16="http://schemas.microsoft.com/office/drawing/2014/main" xmlns="" id="{D765487B-6201-6645-A16D-3E0C337F590E}"/>
              </a:ext>
            </a:extLst>
          </p:cNvPr>
          <p:cNvSpPr>
            <a:spLocks noGrp="1"/>
          </p:cNvSpPr>
          <p:nvPr>
            <p:ph type="body" sz="quarter" idx="26"/>
          </p:nvPr>
        </p:nvSpPr>
        <p:spPr>
          <a:xfrm>
            <a:off x="33616212" y="5517743"/>
            <a:ext cx="10047018" cy="16250580"/>
          </a:xfrm>
          <a:ln>
            <a:noFill/>
          </a:ln>
        </p:spPr>
        <p:txBody>
          <a:bodyPr/>
          <a:lstStyle/>
          <a:p>
            <a:pPr marL="285750" indent="-285750">
              <a:buFont typeface="Arial" panose="020B0604020202020204" pitchFamily="34" charset="0"/>
              <a:buChar char="•"/>
            </a:pPr>
            <a:r>
              <a:rPr lang="ru-RU" sz="5400" dirty="0" smtClean="0">
                <a:latin typeface="Calibri" panose="020F0502020204030204" pitchFamily="34" charset="0"/>
                <a:ea typeface="Times New Roman" panose="02020603050405020304" pitchFamily="18" charset="0"/>
                <a:cs typeface="Calibri" panose="020F0502020204030204" pitchFamily="34" charset="0"/>
              </a:rPr>
              <a:t>П</a:t>
            </a:r>
            <a:r>
              <a:rPr lang="ru-RU" sz="5400" dirty="0" smtClean="0">
                <a:effectLst/>
                <a:latin typeface="Calibri" panose="020F0502020204030204" pitchFamily="34" charset="0"/>
                <a:ea typeface="Times New Roman" panose="02020603050405020304" pitchFamily="18" charset="0"/>
                <a:cs typeface="Calibri" panose="020F0502020204030204" pitchFamily="34" charset="0"/>
              </a:rPr>
              <a:t>роведение </a:t>
            </a:r>
            <a:r>
              <a:rPr lang="ru-RU" sz="5400" dirty="0">
                <a:effectLst/>
                <a:latin typeface="Calibri" panose="020F0502020204030204" pitchFamily="34" charset="0"/>
                <a:ea typeface="Times New Roman" panose="02020603050405020304" pitchFamily="18" charset="0"/>
                <a:cs typeface="Calibri" panose="020F0502020204030204" pitchFamily="34" charset="0"/>
              </a:rPr>
              <a:t>периодических </a:t>
            </a:r>
            <a:r>
              <a:rPr lang="ru-RU" sz="5400" dirty="0" smtClean="0">
                <a:effectLst/>
                <a:latin typeface="Calibri" panose="020F0502020204030204" pitchFamily="34" charset="0"/>
                <a:ea typeface="Times New Roman" panose="02020603050405020304" pitchFamily="18" charset="0"/>
                <a:cs typeface="Calibri" panose="020F0502020204030204" pitchFamily="34" charset="0"/>
              </a:rPr>
              <a:t>семинаров, круглых столов;</a:t>
            </a:r>
            <a:endParaRPr lang="ru-RU" sz="5400" dirty="0">
              <a:latin typeface="Calibri" panose="020F0502020204030204" pitchFamily="34" charset="0"/>
              <a:ea typeface="Times New Roman" panose="02020603050405020304" pitchFamily="18" charset="0"/>
              <a:cs typeface="Calibri" panose="020F0502020204030204" pitchFamily="34" charset="0"/>
            </a:endParaRPr>
          </a:p>
          <a:p>
            <a:pPr marL="285750" indent="-285750">
              <a:buFont typeface="Arial" panose="020B0604020202020204" pitchFamily="34" charset="0"/>
              <a:buChar char="•"/>
            </a:pPr>
            <a:r>
              <a:rPr lang="ru-RU" sz="5400" dirty="0">
                <a:effectLst/>
                <a:latin typeface="Calibri" panose="020F0502020204030204" pitchFamily="34" charset="0"/>
                <a:ea typeface="Times New Roman" panose="02020603050405020304" pitchFamily="18" charset="0"/>
                <a:cs typeface="Calibri" panose="020F0502020204030204" pitchFamily="34" charset="0"/>
              </a:rPr>
              <a:t>Проведение мониторинга эффективности </a:t>
            </a:r>
            <a:r>
              <a:rPr lang="ru-RU" sz="5400" dirty="0" smtClean="0">
                <a:effectLst/>
                <a:latin typeface="Calibri" panose="020F0502020204030204" pitchFamily="34" charset="0"/>
                <a:ea typeface="Times New Roman" panose="02020603050405020304" pitchFamily="18" charset="0"/>
                <a:cs typeface="Calibri" panose="020F0502020204030204" pitchFamily="34" charset="0"/>
              </a:rPr>
              <a:t>обучения лидерских качеств;</a:t>
            </a:r>
            <a:endParaRPr lang="ru-RU" sz="5400" dirty="0">
              <a:effectLst/>
              <a:latin typeface="Calibri" panose="020F0502020204030204" pitchFamily="34" charset="0"/>
              <a:ea typeface="Times New Roman" panose="02020603050405020304" pitchFamily="18" charset="0"/>
              <a:cs typeface="Calibri" panose="020F0502020204030204" pitchFamily="34" charset="0"/>
            </a:endParaRPr>
          </a:p>
          <a:p>
            <a:pPr marL="285750" indent="-285750">
              <a:buFont typeface="Arial" panose="020B0604020202020204" pitchFamily="34" charset="0"/>
              <a:buChar char="•"/>
            </a:pPr>
            <a:r>
              <a:rPr lang="ru-RU" sz="5400" dirty="0">
                <a:effectLst/>
                <a:latin typeface="Calibri" panose="020F0502020204030204" pitchFamily="34" charset="0"/>
                <a:ea typeface="Times New Roman" panose="02020603050405020304" pitchFamily="18" charset="0"/>
                <a:cs typeface="Calibri" panose="020F0502020204030204" pitchFamily="34" charset="0"/>
              </a:rPr>
              <a:t>Четкое </a:t>
            </a:r>
            <a:r>
              <a:rPr lang="ru-RU" sz="5400" dirty="0" smtClean="0">
                <a:effectLst/>
                <a:latin typeface="Calibri" panose="020F0502020204030204" pitchFamily="34" charset="0"/>
                <a:ea typeface="Times New Roman" panose="02020603050405020304" pitchFamily="18" charset="0"/>
                <a:cs typeface="Calibri" panose="020F0502020204030204" pitchFamily="34" charset="0"/>
              </a:rPr>
              <a:t>определение роли лидера в команде;</a:t>
            </a:r>
            <a:endParaRPr lang="ru-RU" sz="5400" dirty="0">
              <a:effectLst/>
              <a:latin typeface="Calibri" panose="020F0502020204030204" pitchFamily="34" charset="0"/>
              <a:ea typeface="Times New Roman" panose="02020603050405020304" pitchFamily="18" charset="0"/>
              <a:cs typeface="Calibri" panose="020F0502020204030204" pitchFamily="34" charset="0"/>
            </a:endParaRPr>
          </a:p>
          <a:p>
            <a:pPr marL="285750" indent="-285750">
              <a:buFont typeface="Arial" panose="020B0604020202020204" pitchFamily="34" charset="0"/>
              <a:buChar char="•"/>
            </a:pPr>
            <a:r>
              <a:rPr lang="ru-RU" sz="5400" dirty="0">
                <a:effectLst/>
                <a:latin typeface="Calibri" panose="020F0502020204030204" pitchFamily="34" charset="0"/>
                <a:ea typeface="Times New Roman" panose="02020603050405020304" pitchFamily="18" charset="0"/>
                <a:cs typeface="Calibri" panose="020F0502020204030204" pitchFamily="34" charset="0"/>
              </a:rPr>
              <a:t>Мотивирование </a:t>
            </a:r>
            <a:r>
              <a:rPr lang="ru-RU" sz="5400" dirty="0" smtClean="0">
                <a:effectLst/>
                <a:latin typeface="Calibri" panose="020F0502020204030204" pitchFamily="34" charset="0"/>
                <a:ea typeface="Times New Roman" panose="02020603050405020304" pitchFamily="18" charset="0"/>
                <a:cs typeface="Calibri" panose="020F0502020204030204" pitchFamily="34" charset="0"/>
              </a:rPr>
              <a:t>преподавателей к изменению подходов и методов обучения, для развития у студентов лидерских качеств;</a:t>
            </a:r>
          </a:p>
          <a:p>
            <a:pPr marL="285750" indent="-285750">
              <a:buFont typeface="Arial" panose="020B0604020202020204" pitchFamily="34" charset="0"/>
              <a:buChar char="•"/>
            </a:pPr>
            <a:r>
              <a:rPr lang="ru-RU" sz="5400" dirty="0" smtClean="0">
                <a:ea typeface="Times New Roman" panose="02020603050405020304" pitchFamily="18" charset="0"/>
              </a:rPr>
              <a:t>Разработка и интеграция методов обучения лидерства ;</a:t>
            </a:r>
          </a:p>
          <a:p>
            <a:pPr marL="285750" indent="-285750">
              <a:buFont typeface="Arial" panose="020B0604020202020204" pitchFamily="34" charset="0"/>
              <a:buChar char="•"/>
            </a:pPr>
            <a:r>
              <a:rPr lang="ru-RU" sz="5400" dirty="0" smtClean="0">
                <a:latin typeface="Calibri" panose="020F0502020204030204" pitchFamily="34" charset="0"/>
                <a:ea typeface="Times New Roman" panose="02020603050405020304" pitchFamily="18" charset="0"/>
                <a:cs typeface="Calibri" panose="020F0502020204030204" pitchFamily="34" charset="0"/>
              </a:rPr>
              <a:t>Лидерские качества-залог успеха в профессиональной деятельности будущих специалистов;</a:t>
            </a:r>
            <a:endParaRPr lang="ru-RU" sz="5400" dirty="0">
              <a:latin typeface="Calibri" panose="020F0502020204030204" pitchFamily="34" charset="0"/>
              <a:ea typeface="Times New Roman" panose="02020603050405020304" pitchFamily="18" charset="0"/>
              <a:cs typeface="Calibri" panose="020F0502020204030204" pitchFamily="34" charset="0"/>
            </a:endParaRPr>
          </a:p>
        </p:txBody>
      </p:sp>
      <p:sp>
        <p:nvSpPr>
          <p:cNvPr id="13" name="Text Placeholder 12">
            <a:extLst>
              <a:ext uri="{FF2B5EF4-FFF2-40B4-BE49-F238E27FC236}">
                <a16:creationId xmlns:a16="http://schemas.microsoft.com/office/drawing/2014/main" xmlns="" id="{AFE1A4CF-366C-A74D-90FE-5ACBD4F9943B}"/>
              </a:ext>
            </a:extLst>
          </p:cNvPr>
          <p:cNvSpPr>
            <a:spLocks noGrp="1"/>
          </p:cNvSpPr>
          <p:nvPr>
            <p:ph type="body" sz="quarter" idx="29"/>
          </p:nvPr>
        </p:nvSpPr>
        <p:spPr>
          <a:xfrm>
            <a:off x="34599455" y="26828470"/>
            <a:ext cx="2760269" cy="800211"/>
          </a:xfrm>
        </p:spPr>
        <p:txBody>
          <a:bodyPr/>
          <a:lstStyle/>
          <a:p>
            <a:pPr rtl="0"/>
            <a:r>
              <a:rPr lang="en-US" sz="4000" b="0" dirty="0"/>
              <a:t>КОНТАКТЫ</a:t>
            </a:r>
          </a:p>
        </p:txBody>
      </p:sp>
      <p:sp>
        <p:nvSpPr>
          <p:cNvPr id="17" name="Text Placeholder 16">
            <a:extLst>
              <a:ext uri="{FF2B5EF4-FFF2-40B4-BE49-F238E27FC236}">
                <a16:creationId xmlns:a16="http://schemas.microsoft.com/office/drawing/2014/main" xmlns="" id="{9AAB1BB2-2685-9042-9343-90636A19089C}"/>
              </a:ext>
            </a:extLst>
          </p:cNvPr>
          <p:cNvSpPr>
            <a:spLocks noGrp="1"/>
          </p:cNvSpPr>
          <p:nvPr>
            <p:ph type="body" sz="quarter" idx="151"/>
          </p:nvPr>
        </p:nvSpPr>
        <p:spPr>
          <a:xfrm>
            <a:off x="616484" y="2928305"/>
            <a:ext cx="42658232" cy="1103480"/>
          </a:xfrm>
        </p:spPr>
        <p:txBody>
          <a:bodyPr>
            <a:noAutofit/>
          </a:bodyPr>
          <a:lstStyle/>
          <a:p>
            <a:pPr algn="l"/>
            <a:r>
              <a:rPr lang="ru-RU" sz="5400" dirty="0" smtClean="0"/>
              <a:t>Исследователь: Кошаева </a:t>
            </a:r>
            <a:r>
              <a:rPr lang="ru-RU" sz="5400" dirty="0" err="1" smtClean="0"/>
              <a:t>Перизат</a:t>
            </a:r>
            <a:r>
              <a:rPr lang="ru-RU" sz="5400" dirty="0" smtClean="0"/>
              <a:t> </a:t>
            </a:r>
            <a:r>
              <a:rPr lang="ru-RU" sz="5400" dirty="0" err="1" smtClean="0"/>
              <a:t>Курмангалиевна</a:t>
            </a:r>
            <a:r>
              <a:rPr lang="ru-RU" sz="5400" dirty="0" smtClean="0"/>
              <a:t>  Медицинский колледж  «Томирис» </a:t>
            </a:r>
            <a:endParaRPr lang="en-US" sz="5400" dirty="0"/>
          </a:p>
        </p:txBody>
      </p:sp>
      <p:sp>
        <p:nvSpPr>
          <p:cNvPr id="18" name="Text Placeholder 17">
            <a:extLst>
              <a:ext uri="{FF2B5EF4-FFF2-40B4-BE49-F238E27FC236}">
                <a16:creationId xmlns:a16="http://schemas.microsoft.com/office/drawing/2014/main" xmlns="" id="{9FFCC562-221F-8240-980C-DCE8D467C705}"/>
              </a:ext>
            </a:extLst>
          </p:cNvPr>
          <p:cNvSpPr>
            <a:spLocks noGrp="1"/>
          </p:cNvSpPr>
          <p:nvPr>
            <p:ph type="body" sz="quarter" idx="153"/>
          </p:nvPr>
        </p:nvSpPr>
        <p:spPr>
          <a:xfrm>
            <a:off x="4778504" y="343672"/>
            <a:ext cx="34843453" cy="2466470"/>
          </a:xfrm>
        </p:spPr>
        <p:txBody>
          <a:bodyPr>
            <a:noAutofit/>
          </a:bodyPr>
          <a:lstStyle/>
          <a:p>
            <a:r>
              <a:rPr lang="ru-RU" dirty="0"/>
              <a:t>Обучение лидеров на уроках «Основы сестринского дела»</a:t>
            </a:r>
          </a:p>
        </p:txBody>
      </p:sp>
      <p:sp>
        <p:nvSpPr>
          <p:cNvPr id="24" name="Text Placeholder 9">
            <a:extLst>
              <a:ext uri="{FF2B5EF4-FFF2-40B4-BE49-F238E27FC236}">
                <a16:creationId xmlns:a16="http://schemas.microsoft.com/office/drawing/2014/main" xmlns="" id="{331FCF4F-5A5A-744C-B561-0958FFB80594}"/>
              </a:ext>
            </a:extLst>
          </p:cNvPr>
          <p:cNvSpPr txBox="1">
            <a:spLocks/>
          </p:cNvSpPr>
          <p:nvPr/>
        </p:nvSpPr>
        <p:spPr>
          <a:xfrm>
            <a:off x="34599455" y="27528533"/>
            <a:ext cx="6085137" cy="1815860"/>
          </a:xfrm>
          <a:prstGeom prst="rect">
            <a:avLst/>
          </a:prstGeom>
        </p:spPr>
        <p:txBody>
          <a:bodyPr wrap="square" lIns="228589" tIns="228589" rIns="228589" bIns="228589">
            <a:spAutoFit/>
          </a:bodyPr>
          <a:lstStyle>
            <a:lvl1pPr marL="0" indent="0" algn="l" defTabSz="4388900" rtl="0" eaLnBrk="1" latinLnBrk="0" hangingPunct="1">
              <a:spcBef>
                <a:spcPct val="20000"/>
              </a:spcBef>
              <a:buFont typeface="Arial" pitchFamily="34" charset="0"/>
              <a:buNone/>
              <a:defRPr sz="2500" kern="1200">
                <a:solidFill>
                  <a:schemeClr val="tx1"/>
                </a:solidFill>
                <a:latin typeface="Calibri" panose="020F0502020204030204" pitchFamily="34" charset="0"/>
                <a:ea typeface="+mn-ea"/>
                <a:cs typeface="Calibri" panose="020F0502020204030204" pitchFamily="34" charset="0"/>
              </a:defRPr>
            </a:lvl1pPr>
            <a:lvl2pPr marL="1485825" indent="-571471"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2pPr>
            <a:lvl3pPr marL="2057297" indent="-571471"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3pPr>
            <a:lvl4pPr marL="2685916" indent="-628619"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4pPr>
            <a:lvl5pPr marL="3143093" indent="-457177"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a:lstStyle>
          <a:p>
            <a:pPr algn="l" rtl="0"/>
            <a:r>
              <a:rPr lang="ru-RU" sz="4000" dirty="0" smtClean="0"/>
              <a:t>КОШАЕВА ПЕРИЗАТ</a:t>
            </a:r>
            <a:endParaRPr lang="en-US" sz="4000" dirty="0" smtClean="0"/>
          </a:p>
          <a:p>
            <a:pPr algn="l" rtl="0"/>
            <a:r>
              <a:rPr lang="en-US" sz="4000" dirty="0" smtClean="0"/>
              <a:t>piko-040781@mail.ru</a:t>
            </a:r>
            <a:endParaRPr lang="en-US" sz="4000" dirty="0"/>
          </a:p>
        </p:txBody>
      </p:sp>
      <p:sp>
        <p:nvSpPr>
          <p:cNvPr id="20" name="TextBox 19">
            <a:extLst>
              <a:ext uri="{FF2B5EF4-FFF2-40B4-BE49-F238E27FC236}">
                <a16:creationId xmlns:a16="http://schemas.microsoft.com/office/drawing/2014/main" xmlns="" id="{6405D7D5-C5FF-4701-A2AF-670F32E5324D}"/>
              </a:ext>
            </a:extLst>
          </p:cNvPr>
          <p:cNvSpPr txBox="1"/>
          <p:nvPr/>
        </p:nvSpPr>
        <p:spPr>
          <a:xfrm>
            <a:off x="33911894" y="22364172"/>
            <a:ext cx="8805616" cy="4247317"/>
          </a:xfrm>
          <a:prstGeom prst="rect">
            <a:avLst/>
          </a:prstGeom>
          <a:noFill/>
        </p:spPr>
        <p:txBody>
          <a:bodyPr wrap="square" rtlCol="0">
            <a:spAutoFit/>
          </a:bodyPr>
          <a:lstStyle/>
          <a:p>
            <a:r>
              <a:rPr lang="ru-RU" sz="5400" dirty="0" smtClean="0">
                <a:latin typeface="Calibri" panose="020F0502020204030204" pitchFamily="34" charset="0"/>
                <a:ea typeface="Times New Roman" panose="02020603050405020304" pitchFamily="18" charset="0"/>
                <a:cs typeface="Calibri" panose="020F0502020204030204" pitchFamily="34" charset="0"/>
              </a:rPr>
              <a:t>Проведение </a:t>
            </a:r>
            <a:r>
              <a:rPr lang="ru-RU" sz="5400" dirty="0">
                <a:latin typeface="Calibri" panose="020F0502020204030204" pitchFamily="34" charset="0"/>
                <a:ea typeface="Times New Roman" panose="02020603050405020304" pitchFamily="18" charset="0"/>
                <a:cs typeface="Calibri" panose="020F0502020204030204" pitchFamily="34" charset="0"/>
              </a:rPr>
              <a:t>дальнейших </a:t>
            </a:r>
            <a:r>
              <a:rPr lang="ru-RU" sz="5400" dirty="0" smtClean="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исследований</a:t>
            </a:r>
          </a:p>
          <a:p>
            <a:pPr marL="285750" indent="-285750">
              <a:buFont typeface="Arial" panose="020B0604020202020204" pitchFamily="34" charset="0"/>
              <a:buChar char="•"/>
            </a:pPr>
            <a:r>
              <a:rPr lang="kk-KZ" sz="5400" dirty="0" smtClean="0">
                <a:solidFill>
                  <a:srgbClr val="000000"/>
                </a:solidFill>
                <a:latin typeface="Calibri" panose="020F0502020204030204" pitchFamily="34" charset="0"/>
                <a:cs typeface="Calibri" panose="020F0502020204030204" pitchFamily="34" charset="0"/>
              </a:rPr>
              <a:t>Внедрение методов обучения лидерских качеств у студентов</a:t>
            </a:r>
            <a:endParaRPr lang="x-none" sz="4400" dirty="0">
              <a:latin typeface="Calibri" panose="020F0502020204030204" pitchFamily="34" charset="0"/>
              <a:cs typeface="Calibri" panose="020F0502020204030204" pitchFamily="34" charset="0"/>
            </a:endParaRPr>
          </a:p>
        </p:txBody>
      </p:sp>
      <p:sp>
        <p:nvSpPr>
          <p:cNvPr id="22" name="Text Placeholder 8">
            <a:extLst>
              <a:ext uri="{FF2B5EF4-FFF2-40B4-BE49-F238E27FC236}">
                <a16:creationId xmlns:a16="http://schemas.microsoft.com/office/drawing/2014/main" xmlns="" id="{AFCF21EC-65BF-4823-A959-2E92E46C1E86}"/>
              </a:ext>
            </a:extLst>
          </p:cNvPr>
          <p:cNvSpPr txBox="1">
            <a:spLocks/>
          </p:cNvSpPr>
          <p:nvPr/>
        </p:nvSpPr>
        <p:spPr>
          <a:xfrm>
            <a:off x="33911894" y="21256184"/>
            <a:ext cx="10047018" cy="1107988"/>
          </a:xfrm>
          <a:prstGeom prst="rect">
            <a:avLst/>
          </a:prstGeom>
          <a:noFill/>
        </p:spPr>
        <p:txBody>
          <a:bodyPr wrap="square" lIns="91436" tIns="91436" rIns="91436" bIns="91436" anchor="ctr" anchorCtr="0">
            <a:spAutoFit/>
          </a:bodyPr>
          <a:lstStyle>
            <a:lvl1pPr marL="0" indent="0" algn="ctr" defTabSz="4388900" rtl="0" eaLnBrk="1" latinLnBrk="0" hangingPunct="1">
              <a:spcBef>
                <a:spcPct val="20000"/>
              </a:spcBef>
              <a:buFont typeface="Arial" pitchFamily="34" charset="0"/>
              <a:buNone/>
              <a:defRPr sz="3700" b="1" u="sng" kern="1200" baseline="0">
                <a:solidFill>
                  <a:schemeClr val="accent1">
                    <a:lumMod val="50000"/>
                  </a:schemeClr>
                </a:solidFill>
                <a:latin typeface="Calibri" panose="020F0502020204030204" pitchFamily="34" charset="0"/>
                <a:ea typeface="+mn-ea"/>
                <a:cs typeface="Calibri" panose="020F0502020204030204" pitchFamily="34" charset="0"/>
              </a:defRPr>
            </a:lvl1pPr>
            <a:lvl2pPr marL="3565982" indent="-1371531" algn="l" defTabSz="4388900" rtl="0" eaLnBrk="1" latinLnBrk="0" hangingPunct="1">
              <a:spcBef>
                <a:spcPct val="20000"/>
              </a:spcBef>
              <a:buFont typeface="Arial" pitchFamily="34" charset="0"/>
              <a:buChar char="–"/>
              <a:defRPr sz="13500" kern="1200">
                <a:solidFill>
                  <a:schemeClr val="tx1"/>
                </a:solidFill>
                <a:latin typeface="+mn-lt"/>
                <a:ea typeface="+mn-ea"/>
                <a:cs typeface="+mn-cs"/>
              </a:defRPr>
            </a:lvl2pPr>
            <a:lvl3pPr marL="5486126" indent="-1097226" algn="l" defTabSz="4388900" rtl="0" eaLnBrk="1" latinLnBrk="0" hangingPunct="1">
              <a:spcBef>
                <a:spcPct val="20000"/>
              </a:spcBef>
              <a:buFont typeface="Arial" pitchFamily="34" charset="0"/>
              <a:buChar char="•"/>
              <a:defRPr sz="11600" kern="1200">
                <a:solidFill>
                  <a:schemeClr val="tx1"/>
                </a:solidFill>
                <a:latin typeface="+mn-lt"/>
                <a:ea typeface="+mn-ea"/>
                <a:cs typeface="+mn-cs"/>
              </a:defRPr>
            </a:lvl3pPr>
            <a:lvl4pPr marL="76805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4pPr>
            <a:lvl5pPr marL="98750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a:lstStyle>
          <a:p>
            <a:pPr algn="l"/>
            <a:r>
              <a:rPr lang="ru-RU" sz="6000" dirty="0"/>
              <a:t>РЕКОМЕНДАЦИИ</a:t>
            </a:r>
            <a:endParaRPr lang="en-US" sz="6000" dirty="0"/>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532281" y="6204857"/>
            <a:ext cx="11320805" cy="116912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9"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690971" y="19137086"/>
            <a:ext cx="11162115" cy="84915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13778265"/>
      </p:ext>
    </p:extLst>
  </p:cSld>
  <p:clrMapOvr>
    <a:masterClrMapping/>
  </p:clrMapOvr>
  <p:timing>
    <p:tnLst>
      <p:par>
        <p:cTn id="1" dur="indefinite" restart="never" nodeType="tmRoot"/>
      </p:par>
    </p:tnLst>
  </p:timing>
</p:sld>
</file>

<file path=ppt/theme/theme1.xml><?xml version="1.0" encoding="utf-8"?>
<a:theme xmlns:a="http://schemas.openxmlformats.org/drawingml/2006/main" name="Without guides">
  <a:themeElements>
    <a:clrScheme name="NewsPrint">
      <a:dk1>
        <a:sysClr val="windowText" lastClr="000000"/>
      </a:dk1>
      <a:lt1>
        <a:sysClr val="window" lastClr="FFFFFF"/>
      </a:lt1>
      <a:dk2>
        <a:srgbClr val="303030"/>
      </a:dk2>
      <a:lt2>
        <a:srgbClr val="DEDEE0"/>
      </a:lt2>
      <a:accent1>
        <a:srgbClr val="AD0101"/>
      </a:accent1>
      <a:accent2>
        <a:srgbClr val="726056"/>
      </a:accent2>
      <a:accent3>
        <a:srgbClr val="AC956E"/>
      </a:accent3>
      <a:accent4>
        <a:srgbClr val="808DA9"/>
      </a:accent4>
      <a:accent5>
        <a:srgbClr val="424E5B"/>
      </a:accent5>
      <a:accent6>
        <a:srgbClr val="730E00"/>
      </a:accent6>
      <a:hlink>
        <a:srgbClr val="D26900"/>
      </a:hlink>
      <a:folHlink>
        <a:srgbClr val="D89243"/>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defRPr sz="2500" dirty="0">
            <a:latin typeface="Times New Roman" panose="02020603050405020304" pitchFamily="18" charset="0"/>
            <a:cs typeface="Times New Roman" panose="02020603050405020304" pitchFamily="18" charset="0"/>
          </a:defRPr>
        </a:defPPr>
      </a:lstStyle>
    </a:tx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2136</TotalTime>
  <Words>272</Words>
  <Application>Microsoft Office PowerPoint</Application>
  <PresentationFormat>Произвольный</PresentationFormat>
  <Paragraphs>54</Paragraphs>
  <Slides>1</Slides>
  <Notes>1</Notes>
  <HiddenSlides>0</HiddenSlides>
  <MMClips>0</MMClips>
  <ScaleCrop>false</ScaleCrop>
  <HeadingPairs>
    <vt:vector size="6" baseType="variant">
      <vt:variant>
        <vt:lpstr>Использованные шрифты</vt:lpstr>
      </vt:variant>
      <vt:variant>
        <vt:i4>4</vt:i4>
      </vt:variant>
      <vt:variant>
        <vt:lpstr>Тема</vt:lpstr>
      </vt:variant>
      <vt:variant>
        <vt:i4>1</vt:i4>
      </vt:variant>
      <vt:variant>
        <vt:lpstr>Заголовки слайдов</vt:lpstr>
      </vt:variant>
      <vt:variant>
        <vt:i4>1</vt:i4>
      </vt:variant>
    </vt:vector>
  </HeadingPairs>
  <TitlesOfParts>
    <vt:vector size="6" baseType="lpstr">
      <vt:lpstr>Arial</vt:lpstr>
      <vt:lpstr>Calibri</vt:lpstr>
      <vt:lpstr>Times New Roman</vt:lpstr>
      <vt:lpstr>Trebuchet MS</vt:lpstr>
      <vt:lpstr>Without guides</vt:lpstr>
      <vt:lpstr>Презентация PowerPoint</vt:lpstr>
    </vt:vector>
  </TitlesOfParts>
  <Manager>A. Kotoulas</Manager>
  <Company>Canterbury Media Services, Inc.</Company>
  <LinksUpToDate>false</LinksUpToDate>
  <SharedDoc>false</SharedDoc>
  <HyperlinkBase>https://www.posterpresentations.com/free-poster-templates.html</HyperlinkBase>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36x48 PowerPoint Presentation</dc:title>
  <dc:subject>Research poster presentation template</dc:subject>
  <dc:creator>PosterPresentations.com</dc:creator>
  <cp:keywords>36x48 Powerpoint poster template, scientific poster template, research poster template</cp:keywords>
  <dc:description>This template is the property of PosterPresentations.com. You are free to modify and print the template as needed, as long as the PosterPresentations.com watermark at the bottom left of the page is visible. Call us if you need help with this poster template. 1-866-649-3004 (c)PosterPresentations.com</dc:description>
  <cp:lastModifiedBy>Сыздыкова Алма Алибековна</cp:lastModifiedBy>
  <cp:revision>130</cp:revision>
  <dcterms:created xsi:type="dcterms:W3CDTF">2012-02-03T19:11:35Z</dcterms:created>
  <dcterms:modified xsi:type="dcterms:W3CDTF">2020-11-30T09:53:25Z</dcterms:modified>
  <cp:category>Research poster templates</cp:category>
</cp:coreProperties>
</file>